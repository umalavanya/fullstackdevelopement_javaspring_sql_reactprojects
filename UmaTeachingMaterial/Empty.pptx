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8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0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299</TotalTime>
  <Words>0</Words>
  <Application>Microsoft Office PowerPoint</Application>
  <PresentationFormat>A4 Paper (210x297 mm)</PresentationFormat>
  <Paragraphs>0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45</cp:revision>
  <dcterms:created xsi:type="dcterms:W3CDTF">2026-02-06T21:19:28Z</dcterms:created>
  <dcterms:modified xsi:type="dcterms:W3CDTF">2026-02-07T14:29:50Z</dcterms:modified>
</cp:coreProperties>
</file>