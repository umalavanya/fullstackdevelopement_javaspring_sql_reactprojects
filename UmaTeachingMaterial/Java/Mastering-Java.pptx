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" TargetMode="External"/><Relationship Id="rId2" Type="http://schemas.openxmlformats.org/officeDocument/2006/relationships/hyperlink" Target="https://daily.dev/blog/how-to-learn-java-step-by-step-core-concept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ogle.com/search?q=Head+First+Java&amp;kgmid=/m/04ylrvn&amp;sa=X&amp;ved=2ahUKEwjV_7bmt_iSAxV-M1kFHe-vKjAQ3egRegYIAQgQEAI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24/docs/api/java.base/java/util/Collections.html" TargetMode="External"/><Relationship Id="rId2" Type="http://schemas.openxmlformats.org/officeDocument/2006/relationships/hyperlink" Target="https://docs.oracle.com/en/java/javase/22/docs/api/java.base/java/util/Collection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4/docs/api/java.base/java/util/ArrayList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4/docs/api/java.base/java/util/HashMap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D2CF01-FB80-515F-EE2B-E2E641341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93" y="405095"/>
            <a:ext cx="9362365" cy="60478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Mastering Core Java requires a blend of deep conceptual understanding and consistent hands-on practice. Here are key tips to guide your journey: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Solidify the Fundamentals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Before jumping into complex frameworks, ensure you have a "rock-solid" foundation in the basics: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Syntax &amp; Control Flow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Be comfortable with variables, data types, loops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while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), and conditional logic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if-else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switch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OOPS Pillars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Master the four pillars of Object-Oriented Programming—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Encapsulation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Inheritance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Polymorphism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and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Abstraction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Collections Framework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Deeply understand the Java Collections Framework, specifically when to use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ArrayList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vs.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LinkedList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and how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HashMap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HashSet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work internally.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Practice "Active Learning"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Don't just watch tutorials; you must write code to retain it.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Build Real Projects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Move from basic console apps (like a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calculator or to-do 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to medium-sized projects that solve real-world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Solve Coding Challenges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Use platforms like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LeetCode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HackerRank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and Exercism to improve your algorithmic thinking.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Read Others' Code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Explore open-source projects on GitHub to see how professionals structure their code and handle complexity.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Deep Dive into Advanced Core Concepts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To truly stand out, master these "expert-level" core topics: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Memory Management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Learn how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JVM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(Java Virtual Machine) works, including the Heap, Stack, and Garbage Collection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Concurrency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Master multithreading using the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ExecutorService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CompletableFuture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build high-performance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Java 8+ Features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Become proficient with modern Java features like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Lambda expressions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Streams 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and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Records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4. Use the Right Tools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IDE Proficiency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Get comfortable with an industry-standard IDE like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3"/>
              </a:rPr>
              <a:t>IntelliJ IDEA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Eclipse. Learn their debugging tools to step through your code line by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Build Systems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Learn Maven or Gradle to manage dependencies and automate your build process.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5. Recommended Resources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Books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hlinkClick r:id="rId4"/>
              </a:rPr>
              <a:t>Head First Java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(for beginners) and 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Effective Java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by Joshua Bloch (for best practices).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Official Docs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Regularly consult the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Official Oracle Java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the most accurate and up-to-date information.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F41B90-CEA8-75FD-A40A-30910BC68754}"/>
              </a:ext>
            </a:extLst>
          </p:cNvPr>
          <p:cNvSpPr txBox="1"/>
          <p:nvPr/>
        </p:nvSpPr>
        <p:spPr>
          <a:xfrm>
            <a:off x="2477069" y="-395559"/>
            <a:ext cx="4954136" cy="7655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Tips for Mastering Core Java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Understand OOP deeply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Practice creating real-world objects with proper relationships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Master Collections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Know when to use List, Set, Map, Queue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Exception Handling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Create meaningful custom exceptions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File I/O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Practice reading/writing different file formats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Date/Time API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Handle dates correctly in real applications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Validation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Always validate user input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Separation of Concerns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Keep UI, business logic, and data separate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Code Organization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Use packages to organize your code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Documentation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Write meaningful comments and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JavaDoc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Testing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- Test edge cases thoroughly</a:t>
            </a: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E3CC3-52BD-E55C-0D84-D21A12CFB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68" y="-89804"/>
            <a:ext cx="6371230" cy="54476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Java,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Collections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refer to a unified framework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java.util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package) designed to store, manage, and manipulate groups of objects. Unlike arrays, collections are dynamic and can grow or shrink in size automatically.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Core Interfaces and Their Roles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framework is built on a hierarchy of interfaces that define the behavior for different types of data structures: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An ordered collection that allows duplicate elements. You can access items by their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 collection that does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allow duplicate elements. It is primarily used to ensure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Queue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Designed for holding elements prior to processing, typically following First-In-First-Out (FIFO).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 double-ended queue that supports adding or removing elements from both 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Stores data in key-value pairs. While technically not extending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Collection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interface, it is a core part of the framework.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Common Implementation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rgbClr val="0A0A0A"/>
              </a:solidFill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Essential Utility Methods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3"/>
              </a:rPr>
              <a:t>Collections Utility Class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provides static methods for common operations: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sort(List)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Sorts the list in ascending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reverse(List)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Reverses the order of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binarySearch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(List, key)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Efficiently finds an element in a sorted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synchronizedCollection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(c)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Returns a thread-safe version of a collection.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Important Constraints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Primitives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Collections can only store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objects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To store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Java uses wrapper classes like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Integer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Generics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Using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&lt;Type&gt;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(e.g.,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ArrayList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&lt;String&gt;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provides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type safety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catching errors at compile-time instead of runtime.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3EC5C-5D99-094D-C78C-439176B6A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286" y="1775316"/>
            <a:ext cx="5395428" cy="33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54569-576E-30CB-00C4-79D92F617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2" y="158719"/>
            <a:ext cx="4078406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ArrayList (Dynamic List)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an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ArrayList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when you need an ordered collection that can grow as you add elements.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12991-6E60-39BE-5971-8928FC062D9A}"/>
              </a:ext>
            </a:extLst>
          </p:cNvPr>
          <p:cNvSpPr txBox="1"/>
          <p:nvPr/>
        </p:nvSpPr>
        <p:spPr>
          <a:xfrm>
            <a:off x="109182" y="981714"/>
            <a:ext cx="4954136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java.util.ArrayList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java.util.Collections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ListExample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Create an </a:t>
            </a:r>
            <a:r>
              <a:rPr lang="en-US" b="0" i="1" dirty="0" err="1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ArrayList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 of Strings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ArrayList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ArrayList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&lt;&gt;();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Add elements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"Apple"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"Banana"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"Cherry"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Access by index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"First fruit: 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.get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));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Apple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Sort the list using the Collections utility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Collections.sort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Iterate through the list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fruit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US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"Fruit: 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0" i="0" dirty="0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fruit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B764CA-3811-FDFE-FF93-1CD008769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25" y="124599"/>
            <a:ext cx="4678907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HashMap (Key-Value Pairs)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Use a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A0DAB"/>
                </a:solidFill>
                <a:effectLst/>
                <a:latin typeface="Google Sans"/>
                <a:hlinkClick r:id="rId2"/>
              </a:rPr>
              <a:t>HashMap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store data in pairs, like a dictionary where you look up a "value" using a unique "key".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87152-BC7B-AA54-9AD7-C9E348E4F553}"/>
              </a:ext>
            </a:extLst>
          </p:cNvPr>
          <p:cNvSpPr txBox="1"/>
          <p:nvPr/>
        </p:nvSpPr>
        <p:spPr>
          <a:xfrm>
            <a:off x="150125" y="817096"/>
            <a:ext cx="4954136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java.util.HashMap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java.util.Map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MapExample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Create a HashMap: Key is String (Name), Value is Integer (Age)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HashMap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HashMap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&lt;&gt;();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Add pairs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.put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.put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"Bob"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.put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"Charlie"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35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Retrieve a value by its key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bobAge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.get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"Bob"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"Bob's age: 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bobAge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Check if a key exists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.containsKey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))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"Alice is in the system."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// Iterate over entries</a:t>
            </a: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b="0" i="0" dirty="0" err="1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b="0" i="0" dirty="0" err="1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Entry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US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entry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userAges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.entrySet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()) {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System.out.println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entry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.getKey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() + 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 is 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0" i="0" dirty="0" err="1">
                <a:solidFill>
                  <a:srgbClr val="C5221F"/>
                </a:solidFill>
                <a:effectLst/>
                <a:latin typeface="Courier New" panose="02070309020205020404" pitchFamily="49" charset="0"/>
              </a:rPr>
              <a:t>entry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.getValue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() + </a:t>
            </a:r>
            <a:r>
              <a:rPr lang="en-US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" years old."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99A0C6-9960-CC72-BEF5-BADDEB5E0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5" y="249788"/>
            <a:ext cx="3764507" cy="1615827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Summary of Key Methods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add(element)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Appends an item to a List or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put(key, value)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Adds a pair to a 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get(index/key)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Retrieves an item from a List (by index) or Map (by key).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remove(index/key)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Deletes an item from the collection.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size()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Returns the total number of elements.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1245</Words>
  <Application>Microsoft Office PowerPoint</Application>
  <PresentationFormat>A4 Paper (210x297 mm)</PresentationFormat>
  <Paragraphs>123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2" baseType="lpstr">
      <vt:lpstr>Aptos</vt:lpstr>
      <vt:lpstr>Aptos Display</vt:lpstr>
      <vt:lpstr>Arial</vt:lpstr>
      <vt:lpstr>Arial Unicode MS</vt:lpstr>
      <vt:lpstr>Courier New</vt:lpstr>
      <vt:lpstr>Google Sans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48</cp:revision>
  <dcterms:created xsi:type="dcterms:W3CDTF">2026-02-06T21:19:28Z</dcterms:created>
  <dcterms:modified xsi:type="dcterms:W3CDTF">2026-02-27T00:54:46Z</dcterms:modified>
</cp:coreProperties>
</file>