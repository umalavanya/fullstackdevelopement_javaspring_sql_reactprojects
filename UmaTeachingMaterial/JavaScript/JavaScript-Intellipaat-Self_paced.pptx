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 autoAdjust="0"/>
    <p:restoredTop sz="94660"/>
  </p:normalViewPr>
  <p:slideViewPr>
    <p:cSldViewPr snapToGrid="0">
      <p:cViewPr varScale="1">
        <p:scale>
          <a:sx n="56" d="100"/>
          <a:sy n="56" d="100"/>
        </p:scale>
        <p:origin x="5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292BAE-930F-1409-B4C5-677BAEFEE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88" y="161078"/>
            <a:ext cx="4752212" cy="307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ECCA30-DC04-FD8F-B299-2EDDD02EE045}"/>
              </a:ext>
            </a:extLst>
          </p:cNvPr>
          <p:cNvSpPr txBox="1"/>
          <p:nvPr/>
        </p:nvSpPr>
        <p:spPr>
          <a:xfrm>
            <a:off x="177421" y="163772"/>
            <a:ext cx="5773003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Introduction to JavaScript</a:t>
            </a:r>
          </a:p>
          <a:p>
            <a:endParaRPr lang="en-US" dirty="0"/>
          </a:p>
          <a:p>
            <a:r>
              <a:rPr lang="en-US" dirty="0"/>
              <a:t>JS is a cross platform. Object oriented scripting language used to make webpages interactive.</a:t>
            </a:r>
          </a:p>
          <a:p>
            <a:r>
              <a:rPr lang="en-US" dirty="0"/>
              <a:t>When a JavaScript is placed inside a webpage, the browser loads the page and built-in interpreter reads the JS code and execute</a:t>
            </a:r>
          </a:p>
          <a:p>
            <a:r>
              <a:rPr lang="en-US" dirty="0"/>
              <a:t>JS is case sensitive and dynamic typing, loosely typed. i.e. variable data types are not declared </a:t>
            </a:r>
          </a:p>
          <a:p>
            <a:endParaRPr lang="en-US" dirty="0"/>
          </a:p>
          <a:p>
            <a:r>
              <a:rPr lang="en-US" dirty="0"/>
              <a:t>JS is used in Webpages for</a:t>
            </a:r>
          </a:p>
          <a:p>
            <a:r>
              <a:rPr lang="en-US" dirty="0"/>
              <a:t>-- validating data</a:t>
            </a:r>
          </a:p>
          <a:p>
            <a:r>
              <a:rPr lang="en-US" dirty="0"/>
              <a:t>-- Putting dynamic content into an </a:t>
            </a:r>
            <a:r>
              <a:rPr lang="en-US" dirty="0" err="1"/>
              <a:t>HTMl</a:t>
            </a:r>
            <a:r>
              <a:rPr lang="en-US" dirty="0"/>
              <a:t> page</a:t>
            </a:r>
          </a:p>
          <a:p>
            <a:r>
              <a:rPr lang="en-US" dirty="0"/>
              <a:t>-- To make then interactive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dirty="0"/>
          </a:p>
          <a:p>
            <a:r>
              <a:rPr lang="en-US" dirty="0"/>
              <a:t>Client-side scripting language</a:t>
            </a:r>
            <a:br>
              <a:rPr lang="en-US" dirty="0"/>
            </a:br>
            <a:r>
              <a:rPr lang="en-US" dirty="0"/>
              <a:t>Server-side scripting language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6D407-5C26-51CD-A97F-0B0FC2817174}"/>
              </a:ext>
            </a:extLst>
          </p:cNvPr>
          <p:cNvSpPr txBox="1"/>
          <p:nvPr/>
        </p:nvSpPr>
        <p:spPr>
          <a:xfrm>
            <a:off x="6291620" y="163772"/>
            <a:ext cx="190834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Inline scripting</a:t>
            </a:r>
          </a:p>
          <a:p>
            <a:r>
              <a:rPr lang="en-US" dirty="0"/>
              <a:t>External scripting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EE9225-54CE-4084-1100-053FCD32E448}"/>
              </a:ext>
            </a:extLst>
          </p:cNvPr>
          <p:cNvSpPr txBox="1"/>
          <p:nvPr/>
        </p:nvSpPr>
        <p:spPr>
          <a:xfrm>
            <a:off x="6291620" y="998560"/>
            <a:ext cx="121539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Alert(“Hi”)</a:t>
            </a:r>
          </a:p>
        </p:txBody>
      </p:sp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1458</TotalTime>
  <Words>100</Words>
  <Application>Microsoft Office PowerPoint</Application>
  <PresentationFormat>A4 Paper (210x297 mm)</PresentationFormat>
  <Paragraphs>16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50</cp:revision>
  <dcterms:created xsi:type="dcterms:W3CDTF">2026-02-06T21:19:28Z</dcterms:created>
  <dcterms:modified xsi:type="dcterms:W3CDTF">2026-03-02T18:52:24Z</dcterms:modified>
</cp:coreProperties>
</file>