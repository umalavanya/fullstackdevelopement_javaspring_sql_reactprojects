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8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70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5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47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3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00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8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2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2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19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13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1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50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FB5FC-1629-4A0D-9573-785FAC7ED01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6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6781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047F0-2EEC-3B96-C431-447C7F2D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7393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4D29A-B4F1-7845-01A9-9FC7E064E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3737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FD1ED-AE24-6A7F-06AD-E8D52398C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457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EBBE-70C4-1F8D-8A27-CED0ABFB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365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DA10F-2D85-0FDB-FDC3-AC4C4EFA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704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EF776-5122-9D9C-1832-6BA7A872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6851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A56DC-4F95-0F27-C495-4C63757B1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761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7B41F-6114-4AA2-952A-6083A34C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033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5E068-DA3F-7C9A-61FF-2FCD6CDF2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8845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8208D-0985-00C8-9982-1D94173FE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343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536A-EED8-A427-E116-F5A6BD812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377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16295-F736-4541-E380-60D1680D5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933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7C126-04A2-CF97-FE38-E47FAAC3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224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42B9A-8337-6E47-F8F4-F1FF3D65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2434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D39D9-771D-1A99-8C9D-AF905F417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1495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F51D3-0345-00B0-8AB0-A45023E7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601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5CCC6-E6E7-B7C6-6CCC-9091F85AE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434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8316-616B-E845-43AD-535703B17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4324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FC741-BE3B-1381-C1C3-531DD4C1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0907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1F3F0-8E3C-9EC2-08A0-4468CCE58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820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392F3-1F7B-EAA1-D24C-5CD66DFD5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44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F4734-C1A0-211C-519C-3E66DD658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402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A05F5-03AA-D92D-60A8-B08A3E4A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7645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9E505-40D9-4ED7-D016-8A821BFA1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220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09C2D-F040-78E6-DD9B-00AC84CAA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07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263D5-F352-EAA7-74F0-A6DE67CB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0640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B1E5E-CDE1-A6B0-BC87-662752729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1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C157C-7E71-00DD-B11C-77BDBC4BF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6135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3A60-7F4A-4075-E419-85EE761A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8188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2FCAA-5208-4115-0033-78F3F505C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7814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C0856-9563-310D-DEF0-85E9C971E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6483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3E893-EB80-1190-5E28-1A084D7E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16141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4B80D-341B-56C8-4F0C-D26AC95F9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8049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234C0-6502-085A-59CD-B3BA280AD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1174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51C90-DE80-B1CD-912A-A7A37C5C7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1954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57C93-02CB-83DE-E1F8-98A3723CE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85885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CB1A1-0DEC-6A82-7852-7AC16BEE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39317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61950-3DA7-C568-07AB-C3FB6F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8079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B8FA2-6EE9-149C-BAA5-4FFE22C5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7029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97DF-8BB5-DE2D-7CE6-B2DAADF3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5599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4DFC-0410-FAEF-2FD3-2EFE4E34C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1438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3DD83-FC48-35DC-EE12-F4F024213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36620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5D96C-C62F-EB3B-7E8E-E40D8A48B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1530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7EA5B-5860-8236-5200-570E1599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96822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87591-80CB-26EA-34F3-73F841B6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932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29448-9945-8A2D-3E98-C1980A160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7807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925CC-42D1-6EEB-DB87-1B280C3ED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8803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30842-FD4D-9C8C-D56A-B4C3542A7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2370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1AC70-F469-28D6-0E0E-BA1071CB9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527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06E0F-50CD-3B11-1DFD-FC7299033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0847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11B39-F064-775A-9411-E73929C1D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60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65BB2-BFB1-CCC2-B55F-CF392C3DE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8526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386E9-3127-3EDA-6557-CEF76A86D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5128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B79DE-BA72-F671-6D57-9F372D222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0612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C9F7E-9983-7851-B4B5-4B43F29E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8588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CDBD1-6A27-5F93-91B3-91C2B7F6A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0496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7AA9C-661F-B1F3-C775-9B8565CE5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3279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CA5E3-BD05-87C9-6C1C-F7FAAF33B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452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69677-3E7F-9607-7299-044FAC57B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84244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AF79C-90CB-21CE-4937-EB56E77B5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5751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DF3B4-10A3-F97C-DE8D-A21ED2B1B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5177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B5A51-AA7F-ECAF-41AE-666585F46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9127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408AB-3FEA-D9E8-2260-D0EB5D40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6248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D11B9-028C-5DD4-A32D-5F68742A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6819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433DC-6598-AE34-6561-657045E65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0760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9814-5741-BF68-57BD-61191B08B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4529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B12D9-7743-8E75-BF87-F74CE4157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4730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C3C42-195E-1AA6-666E-9DDDDC72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1467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DCFC9-20DE-11FF-066F-212F321A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7654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3B9AB-DD08-57A9-3937-3178F40B8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0340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31B59-6FFA-DE4E-A87E-7C2F448F3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38158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A4660-17B1-E4B5-CE8C-A6BA4F033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8453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92DC-5F54-1150-3E2B-D0217D6B4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94175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9C64-8DDE-13EF-04ED-E030FEAF9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64938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08D3A-A235-1877-D051-FCC3A9ADA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76342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26905-7CCD-FCB2-1A7E-E8BB36BCA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2573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6F266-AAFE-19DB-00DC-19E75491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2197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0D1BF-A172-3FF0-903F-2AD081E8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037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0E42-E71B-A766-657B-A4466062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8201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E7962-935A-C6CA-3B98-1DCA17640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81836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C3D3E-7A80-5937-D445-0BC611F6D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05273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39288-3934-3EE8-8DA0-8B55FB44D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5611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44358-7458-9EBA-410C-00B1A20E7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76075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474C8-E1F0-54A0-7DB7-A4F186252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41363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8BA5F-0737-1C9E-B34A-C8D0C6CC1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6260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D7587-E788-2173-9FCE-ABF5926BA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66015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C10DC-3F44-09D6-0EF4-E117C7AF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22331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9AB0F-A5F4-4582-FC01-5E689CFFF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98718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84FF4-E87B-CEE7-4340-4A8CF2BFB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273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430E2-575B-DE05-1E7C-0285A3ECC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37317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C7C7E-2D31-F5DA-2FCC-908AF031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09895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DCCDD-1A76-AF1A-CCB5-9A78AF6F8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89250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D685A-5937-3C52-2F3B-74955B1FF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05623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A74E-5113-4DFD-160C-4238D2609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86103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71383-6B34-E468-1316-F7BB6A02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07572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2D463-FC14-8CA8-6D2C-26A46C353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68473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045A3-7F9A-3D1E-9952-CB829B42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70600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BD669-6DBE-F77D-D40F-7C6D96C5C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71968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E25A9-6E07-F074-80C0-B8D1E6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21289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965A7-8CF5-3E06-19C9-4886680E1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1665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5E8E8-9926-55CC-14D3-10A08BDEC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795131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38A96-9E7C-76A2-3967-042D834D1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088747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AA9C-307F-F804-9057-56F9D9873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62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299</TotalTime>
  <Words>0</Words>
  <Application>Microsoft Office PowerPoint</Application>
  <PresentationFormat>A4 Paper (210x297 mm)</PresentationFormat>
  <Paragraphs>0</Paragraphs>
  <Slides>104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0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umalavanya7@gmail.com</dc:creator>
  <cp:lastModifiedBy>umalavanya7@gmail.com</cp:lastModifiedBy>
  <cp:revision>45</cp:revision>
  <dcterms:created xsi:type="dcterms:W3CDTF">2026-02-06T21:19:28Z</dcterms:created>
  <dcterms:modified xsi:type="dcterms:W3CDTF">2026-06-08T04:06:21Z</dcterms:modified>
</cp:coreProperties>
</file>