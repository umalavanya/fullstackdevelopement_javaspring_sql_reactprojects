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3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1D090F-A61D-BD18-4E87-ECF4689EEC17}"/>
              </a:ext>
            </a:extLst>
          </p:cNvPr>
          <p:cNvSpPr txBox="1"/>
          <p:nvPr/>
        </p:nvSpPr>
        <p:spPr>
          <a:xfrm>
            <a:off x="554636" y="779489"/>
            <a:ext cx="5036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$unwind  </a:t>
            </a:r>
            <a:r>
              <a:rPr lang="en-US" dirty="0">
                <a:sym typeface="Wingdings" panose="05000000000000000000" pitchFamily="2" charset="2"/>
              </a:rPr>
              <a:t> the array values can not be accessed directly. We need to unwind it. It spreads the data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748693-0E72-2FD0-2CC4-16D69863E4C2}"/>
              </a:ext>
            </a:extLst>
          </p:cNvPr>
          <p:cNvSpPr txBox="1"/>
          <p:nvPr/>
        </p:nvSpPr>
        <p:spPr>
          <a:xfrm>
            <a:off x="554635" y="1786328"/>
            <a:ext cx="5036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$match</a:t>
            </a:r>
          </a:p>
          <a:p>
            <a:r>
              <a:rPr lang="en-US" dirty="0"/>
              <a:t>$project</a:t>
            </a:r>
          </a:p>
          <a:p>
            <a:r>
              <a:rPr lang="en-US" dirty="0"/>
              <a:t>Pipeline []</a:t>
            </a:r>
          </a:p>
          <a:p>
            <a:r>
              <a:rPr lang="en-US" dirty="0"/>
              <a:t>Stages {},{},{},….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B1CBB-465D-8337-C597-C80832FD5C56}"/>
              </a:ext>
            </a:extLst>
          </p:cNvPr>
          <p:cNvSpPr txBox="1"/>
          <p:nvPr/>
        </p:nvSpPr>
        <p:spPr>
          <a:xfrm>
            <a:off x="2477125" y="1994091"/>
            <a:ext cx="49542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Embedded Relation ship</a:t>
            </a:r>
          </a:p>
          <a:p>
            <a:r>
              <a:rPr lang="en-US" dirty="0"/>
              <a:t>Reference relationship</a:t>
            </a:r>
          </a:p>
          <a:p>
            <a:r>
              <a:rPr lang="en-US" dirty="0"/>
              <a:t>Looking up is costly operation</a:t>
            </a:r>
          </a:p>
          <a:p>
            <a:r>
              <a:rPr lang="en-US" dirty="0"/>
              <a:t>Before looking up where do you stand?</a:t>
            </a:r>
          </a:p>
          <a:p>
            <a:r>
              <a:rPr lang="en-US" dirty="0"/>
              <a:t>Aggregation pipe line and Find are the important things here.</a:t>
            </a:r>
          </a:p>
        </p:txBody>
      </p:sp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961</TotalTime>
  <Words>59</Words>
  <Application>Microsoft Office PowerPoint</Application>
  <PresentationFormat>A4 Paper (210x297 mm)</PresentationFormat>
  <Paragraphs>10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49</cp:revision>
  <dcterms:created xsi:type="dcterms:W3CDTF">2026-02-06T21:19:28Z</dcterms:created>
  <dcterms:modified xsi:type="dcterms:W3CDTF">2026-02-19T18:42:18Z</dcterms:modified>
</cp:coreProperties>
</file>