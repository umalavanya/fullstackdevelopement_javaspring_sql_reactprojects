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31" autoAdjust="0"/>
    <p:restoredTop sz="94660"/>
  </p:normalViewPr>
  <p:slideViewPr>
    <p:cSldViewPr snapToGrid="0">
      <p:cViewPr>
        <p:scale>
          <a:sx n="43" d="100"/>
          <a:sy n="43" d="100"/>
        </p:scale>
        <p:origin x="475" y="10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viewProps" Target="viewProp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theme" Target="theme/theme1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ableStyles" Target="tableStyle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05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447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0833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600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381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2024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22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1197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6138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6143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FB5FC-1629-4A0D-9573-785FAC7ED01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96502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1FB5FC-1629-4A0D-9573-785FAC7ED015}" type="datetimeFigureOut">
              <a:rPr lang="en-US" smtClean="0"/>
              <a:t>2/21/2026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3C504-7F0E-4585-832D-B71C6D96FE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0406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0EC80F3-E36C-708E-F210-9952BDD43E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598645" cy="157747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FCE7EC6-3D00-41DE-C84D-CAAB5A16D8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114" y="2874349"/>
            <a:ext cx="2819644" cy="28577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560FB92-DCDA-BF04-57E1-FF73FB569C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1829" y="44355"/>
            <a:ext cx="6515665" cy="6934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DFA314-7087-F3FE-556A-9EB2265DA9A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1829" y="727599"/>
            <a:ext cx="6058425" cy="59441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86B9F6E-A32C-50A8-6F34-0D2B18A52E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6588" y="1311775"/>
            <a:ext cx="6073666" cy="617273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04D7508-DEAD-C475-A573-6C2A355665AA}"/>
              </a:ext>
            </a:extLst>
          </p:cNvPr>
          <p:cNvSpPr txBox="1"/>
          <p:nvPr/>
        </p:nvSpPr>
        <p:spPr>
          <a:xfrm>
            <a:off x="2702256" y="2157218"/>
            <a:ext cx="2845459" cy="923330"/>
          </a:xfrm>
          <a:prstGeom prst="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/>
              <a:t>db.collection.insert</a:t>
            </a:r>
            <a:r>
              <a:rPr lang="en-US" dirty="0"/>
              <a:t>()</a:t>
            </a:r>
          </a:p>
          <a:p>
            <a:r>
              <a:rPr lang="en-US" dirty="0" err="1"/>
              <a:t>db.collection.find</a:t>
            </a:r>
            <a:r>
              <a:rPr lang="en-US" dirty="0"/>
              <a:t>().pretty()</a:t>
            </a:r>
          </a:p>
          <a:p>
            <a:r>
              <a:rPr lang="en-US" dirty="0" err="1"/>
              <a:t>db.collection.insertMany</a:t>
            </a:r>
            <a:r>
              <a:rPr lang="en-US" dirty="0"/>
              <a:t>()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685164F-38A5-538F-B5F9-31CA95B78770}"/>
              </a:ext>
            </a:extLst>
          </p:cNvPr>
          <p:cNvSpPr txBox="1"/>
          <p:nvPr/>
        </p:nvSpPr>
        <p:spPr>
          <a:xfrm>
            <a:off x="3302758" y="3478873"/>
            <a:ext cx="4954136" cy="646331"/>
          </a:xfrm>
          <a:prstGeom prst="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err="1"/>
              <a:t>db.collection.find</a:t>
            </a:r>
            <a:r>
              <a:rPr lang="en-US" dirty="0"/>
              <a:t>()</a:t>
            </a:r>
          </a:p>
          <a:p>
            <a:r>
              <a:rPr lang="en-US" dirty="0" err="1"/>
              <a:t>db.collection.find</a:t>
            </a:r>
            <a:r>
              <a:rPr lang="en-US" dirty="0"/>
              <a:t>().limit(2)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8CD68A-9D85-FC02-3254-CB3985CD3052}"/>
              </a:ext>
            </a:extLst>
          </p:cNvPr>
          <p:cNvSpPr txBox="1"/>
          <p:nvPr/>
        </p:nvSpPr>
        <p:spPr>
          <a:xfrm>
            <a:off x="3302758" y="4435225"/>
            <a:ext cx="4954136" cy="923330"/>
          </a:xfrm>
          <a:prstGeom prst="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err="1"/>
              <a:t>db.collection.updateOne</a:t>
            </a:r>
            <a:r>
              <a:rPr lang="en-US" dirty="0"/>
              <a:t>()</a:t>
            </a:r>
          </a:p>
          <a:p>
            <a:r>
              <a:rPr lang="en-US" dirty="0" err="1"/>
              <a:t>db.collection.updateMany</a:t>
            </a:r>
            <a:r>
              <a:rPr lang="en-US" dirty="0"/>
              <a:t>()</a:t>
            </a:r>
          </a:p>
          <a:p>
            <a:r>
              <a:rPr lang="en-US" dirty="0" err="1"/>
              <a:t>db.collection.replaceOne</a:t>
            </a:r>
            <a:r>
              <a:rPr lang="en-US" dirty="0"/>
              <a:t>()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FB851F9-887B-8749-04D6-20124C447264}"/>
              </a:ext>
            </a:extLst>
          </p:cNvPr>
          <p:cNvSpPr txBox="1"/>
          <p:nvPr/>
        </p:nvSpPr>
        <p:spPr>
          <a:xfrm>
            <a:off x="2299648" y="5702479"/>
            <a:ext cx="4954136" cy="369332"/>
          </a:xfrm>
          <a:prstGeom prst="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dirty="0" err="1"/>
              <a:t>db.collection.deleteOne</a:t>
            </a:r>
            <a:r>
              <a:rPr 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6867814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047F0-2EEC-3B96-C431-447C7F2D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9C83A6-0872-896E-88BF-51DDF3ED82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81" y="147715"/>
            <a:ext cx="3657917" cy="5029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0CCEC4B-30A6-0633-E7A9-8EE9E7C60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181" y="760271"/>
            <a:ext cx="3261643" cy="5334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2059191-FE3B-07D9-D534-E7A619BCEA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0380" y="1293717"/>
            <a:ext cx="754445" cy="235478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E09221-22E2-7856-A253-AA4B2227261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97793" y="1293717"/>
            <a:ext cx="1646063" cy="262150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D5B5F2C-2C22-7F94-08B8-31FF31FAFBB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7356" y="3915224"/>
            <a:ext cx="2583404" cy="67823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606E2B8-F22A-17A0-C524-D19AD44A61E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870" y="4593463"/>
            <a:ext cx="3886537" cy="67061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9B9461F-495E-A477-EC3D-82C264423D56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6066" y="147715"/>
            <a:ext cx="4515359" cy="328864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73148F3-83AA-D115-BB43-547D2AEBED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34205" y="3929274"/>
            <a:ext cx="4625741" cy="2240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393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34D29A-B4F1-7845-01A9-9FC7E064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16ABA6-45CA-2A78-566F-FC779893518F}"/>
              </a:ext>
            </a:extLst>
          </p:cNvPr>
          <p:cNvSpPr txBox="1"/>
          <p:nvPr/>
        </p:nvSpPr>
        <p:spPr>
          <a:xfrm>
            <a:off x="625033" y="254643"/>
            <a:ext cx="11031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Module 3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5936AC-CADA-165B-7075-B3B47F52B4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3975"/>
            <a:ext cx="5799323" cy="10821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F01AD5-D558-46AB-1BEB-B0AE7B2E8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155" y="1724890"/>
            <a:ext cx="2888230" cy="7011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E3FD59F-DF54-B923-C210-E2065C6316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155" y="2586526"/>
            <a:ext cx="5227773" cy="35817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44E902F-E511-C1C6-3134-9ACB16E5A0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1034" y="3105232"/>
            <a:ext cx="1341236" cy="123454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F98B294-1941-F1B4-4FBA-7E61E565501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28220" y="2993961"/>
            <a:ext cx="3764606" cy="3124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A0DC7DE-1E17-E81B-D3D8-5CA35A0061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03269" y="3400537"/>
            <a:ext cx="2446232" cy="68585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F8185E3-6A7F-A6C2-E8A1-90CFE87E5C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28220" y="4116204"/>
            <a:ext cx="3764606" cy="3734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9FFB32F-B7E6-23E0-FF6B-A2E3FF0301C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03269" y="4549232"/>
            <a:ext cx="1615580" cy="1745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37378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FD1ED-AE24-6A7F-06AD-E8D52398C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210CFF-F09A-EAE3-2744-38D2CF22142A}"/>
              </a:ext>
            </a:extLst>
          </p:cNvPr>
          <p:cNvSpPr txBox="1"/>
          <p:nvPr/>
        </p:nvSpPr>
        <p:spPr>
          <a:xfrm>
            <a:off x="430305" y="322729"/>
            <a:ext cx="1806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Types of indexes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68E8C9B-2C5F-8E6F-46CC-E8747A4B0281}"/>
              </a:ext>
            </a:extLst>
          </p:cNvPr>
          <p:cNvSpPr/>
          <p:nvPr/>
        </p:nvSpPr>
        <p:spPr>
          <a:xfrm>
            <a:off x="430304" y="932329"/>
            <a:ext cx="3263155" cy="249667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Single field Indexes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Compound Indexes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Multi key indexes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Geospatial Indexes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Text Indexes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Hashed Indexes</a:t>
            </a:r>
          </a:p>
          <a:p>
            <a:pPr marL="342900" indent="-342900">
              <a:buFont typeface="+mj-lt"/>
              <a:buAutoNum type="arabicPeriod"/>
            </a:pP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2584577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7EBBE-70C4-1F8D-8A27-CED0ABFBD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3656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DA10F-2D85-0FDB-FDC3-AC4C4EFA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270467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EF776-5122-9D9C-1832-6BA7A8725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6851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A56DC-4F95-0F27-C495-4C63757B1A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5761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B41F-6114-4AA2-952A-6083A34C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50331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5E068-DA3F-7C9A-61FF-2FCD6CDF2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8845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8208D-0985-00C8-9982-1D94173FEC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6343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A536A-EED8-A427-E116-F5A6BD812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93771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6295-F736-4541-E380-60D1680D5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9331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7C126-04A2-CF97-FE38-E47FAAC33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224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742B9A-8337-6E47-F8F4-F1FF3D654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2434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D39D9-771D-1A99-8C9D-AF905F4171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1495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F51D3-0345-00B0-8AB0-A45023E74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6601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5CCC6-E6E7-B7C6-6CCC-9091F85AE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4340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498316-616B-E845-43AD-535703B17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3242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FC741-BE3B-1381-C1C3-531DD4C166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809076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1F3F0-8E3C-9EC2-08A0-4468CCE58E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9820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8392F3-1F7B-EAA1-D24C-5CD66DFD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744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F4734-C1A0-211C-519C-3E66DD658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8402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A05F5-03AA-D92D-60A8-B08A3E4A0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76458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89E505-40D9-4ED7-D016-8A821BFA1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822008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309C2D-F040-78E6-DD9B-00AC84CA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078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263D5-F352-EAA7-74F0-A6DE67CB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630640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B1E5E-CDE1-A6B0-BC87-662752729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65103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C157C-7E71-00DD-B11C-77BDBC4BF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61355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F93A60-7F4A-4075-E419-85EE761A0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81883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D2FCAA-5208-4115-0033-78F3F505C6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57814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C0856-9563-310D-DEF0-85E9C971E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64838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E893-EB80-1190-5E28-1A084D7E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161413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B80D-341B-56C8-4F0C-D26AC95F9B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8049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234C0-6502-085A-59CD-B3BA280AD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011743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51C90-DE80-B1CD-912A-A7A37C5C75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31954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857C93-02CB-83DE-E1F8-98A3723CE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858857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5CB1A1-0DEC-6A82-7852-7AC16BEE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39317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61950-3DA7-C568-07AB-C3FB6F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807900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B8FA2-6EE9-149C-BAA5-4FFE22C58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667029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697DF-8BB5-DE2D-7CE6-B2DAADF3E5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05599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24DFC-0410-FAEF-2FD3-2EFE4E34C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14388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3DD83-FC48-35DC-EE12-F4F024213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36620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5D96C-C62F-EB3B-7E8E-E40D8A48B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3153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F7EA5B-5860-8236-5200-570E15993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968224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787591-80CB-26EA-34F3-73F841B64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19321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329448-9945-8A2D-3E98-C1980A160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078075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925CC-42D1-6EEB-DB87-1B280C3ED4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48803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30842-FD4D-9C8C-D56A-B4C3542A7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523700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1AC70-F469-28D6-0E0E-BA1071CB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5279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206E0F-50CD-3B11-1DFD-FC7299033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308476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1B39-F064-775A-9411-E73929C1D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360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65BB2-BFB1-CCC2-B55F-CF392C3DE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485262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3386E9-3127-3EDA-6557-CEF76A86D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151286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79DE-BA72-F671-6D57-9F372D222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06123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C9F7E-9983-7851-B4B5-4B43F29EA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785881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CDBD1-6A27-5F93-91B3-91C2B7F6A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104960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7AA9C-661F-B1F3-C775-9B8565CE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13279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1CA5E3-BD05-87C9-6C1C-F7FAAF33B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04524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769677-3E7F-9607-7299-044FAC57B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842440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8AF79C-90CB-21CE-4937-EB56E77B59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75751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DF3B4-10A3-F97C-DE8D-A21ED2B1B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251777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B5A51-AA7F-ECAF-41AE-666585F46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991277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6408AB-3FEA-D9E8-2260-D0EB5D402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762487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D11B9-028C-5DD4-A32D-5F68742A9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966819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433DC-6598-AE34-6561-657045E65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607602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AA9814-5741-BF68-57BD-61191B08B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64529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6B12D9-7743-8E75-BF87-F74CE4157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47306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C3C42-195E-1AA6-666E-9DDDDC729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014673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FDCFC9-20DE-11FF-066F-212F321A7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76541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73B9AB-DD08-57A9-3937-3178F40B8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2034084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931B59-6FFA-DE4E-A87E-7C2F448F3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38158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A4660-17B1-E4B5-CE8C-A6BA4F033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084530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D92DC-5F54-1150-3E2B-D0217D6B46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941756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9C64-8DDE-13EF-04ED-E030FEAF91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649389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E08D3A-A235-1877-D051-FCC3A9ADA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763429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26905-7CCD-FCB2-1A7E-E8BB36BC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425737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6F266-AAFE-19DB-00DC-19E75491FC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9321972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0D1BF-A172-3FF0-903F-2AD081E8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40371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70E42-E71B-A766-657B-A4466062A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582018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E7962-935A-C6CA-3B98-1DCA176402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8183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C3D3E-7A80-5937-D445-0BC611F6D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9052732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39288-3934-3EE8-8DA0-8B55FB44D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56114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444358-7458-9EBA-410C-00B1A20E7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2760758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474C8-E1F0-54A0-7DB7-A4F186252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413637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8BA5F-0737-1C9E-B34A-C8D0C6CC1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362609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D7587-E788-2173-9FCE-ABF5926BA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866015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C10DC-3F44-09D6-0EF4-E117C7AFB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822331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C9AB0F-A5F4-4582-FC01-5E689CFFF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9987184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84FF4-E87B-CEE7-4340-4A8CF2BFB6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127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430E2-575B-DE05-1E7C-0285A3ECC8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037317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7C7E-2D31-F5DA-2FCC-908AF031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09895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4DCCDD-1A76-AF1A-CCB5-9A78AF6F8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9892506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3D685A-5937-3C52-2F3B-74955B1FF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505623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9A74E-5113-4DFD-160C-4238D2609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886103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F71383-6B34-E468-1316-F7BB6A02D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0075722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2D463-FC14-8CA8-6D2C-26A46C353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684734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045A3-7F9A-3D1E-9952-CB829B421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770600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D669-6DBE-F77D-D40F-7C6D96C5C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671968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E25A9-6E07-F074-80C0-B8D1E6741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212897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2965A7-8CF5-3E06-19C9-4886680E1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31665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5E8E8-9926-55CC-14D3-10A08BDEC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795131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38A96-9E7C-76A2-3967-042D834D1C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0887478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5AA9C-307F-F804-9057-56F9D9873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662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342</TotalTime>
  <Words>79</Words>
  <Application>Microsoft Office PowerPoint</Application>
  <PresentationFormat>A4 Paper (210x297 mm)</PresentationFormat>
  <Paragraphs>17</Paragraphs>
  <Slides>104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104</vt:i4>
      </vt:variant>
    </vt:vector>
  </HeadingPairs>
  <TitlesOfParts>
    <vt:vector size="10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umalavanya7@gmail.com</dc:creator>
  <cp:lastModifiedBy>umalavanya7@gmail.com</cp:lastModifiedBy>
  <cp:revision>53</cp:revision>
  <dcterms:created xsi:type="dcterms:W3CDTF">2026-02-06T21:19:28Z</dcterms:created>
  <dcterms:modified xsi:type="dcterms:W3CDTF">2026-02-22T00:36:35Z</dcterms:modified>
</cp:coreProperties>
</file>