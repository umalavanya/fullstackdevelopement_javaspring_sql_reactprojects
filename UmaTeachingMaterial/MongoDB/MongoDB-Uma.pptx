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5" autoAdjust="0"/>
    <p:restoredTop sz="94660"/>
  </p:normalViewPr>
  <p:slideViewPr>
    <p:cSldViewPr snapToGrid="0">
      <p:cViewPr varScale="1">
        <p:scale>
          <a:sx n="75" d="100"/>
          <a:sy n="75" d="100"/>
        </p:scale>
        <p:origin x="170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9105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757447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1FB5FC-1629-4A0D-9573-785FAC7ED015}"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28083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1FB5FC-1629-4A0D-9573-785FAC7ED015}" type="datetimeFigureOut">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286600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1FB5FC-1629-4A0D-9573-785FAC7ED015}" type="datetimeFigureOut">
              <a:rPr lang="en-US" smtClean="0"/>
              <a:t>2/27/2026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110738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1FB5FC-1629-4A0D-9573-785FAC7ED015}" type="datetimeFigureOut">
              <a:rPr lang="en-US" smtClean="0"/>
              <a:t>2/27/2026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512024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FB5FC-1629-4A0D-9573-785FAC7ED015}" type="datetimeFigureOut">
              <a:rPr lang="en-US" smtClean="0"/>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382022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179119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453613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61361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169650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1FB5FC-1629-4A0D-9573-785FAC7ED015}" type="datetimeFigureOut">
              <a:rPr lang="en-US" smtClean="0"/>
              <a:t>2/27/2026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3C504-7F0E-4585-832D-B71C6D96FE19}" type="slidenum">
              <a:rPr lang="en-US" smtClean="0"/>
              <a:t>‹#›</a:t>
            </a:fld>
            <a:endParaRPr lang="en-US"/>
          </a:p>
        </p:txBody>
      </p:sp>
    </p:spTree>
    <p:extLst>
      <p:ext uri="{BB962C8B-B14F-4D97-AF65-F5344CB8AC3E}">
        <p14:creationId xmlns:p14="http://schemas.microsoft.com/office/powerpoint/2010/main" val="2090406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mongodb.com/docs/manual/aggregation/#std-label-aggregation" TargetMode="External"/><Relationship Id="rId7" Type="http://schemas.openxmlformats.org/officeDocument/2006/relationships/hyperlink" Target="https://www.mongodb.com/docs/manual/core/timeseries-collections/#std-label-manual-timeseries-landing" TargetMode="External"/><Relationship Id="rId2" Type="http://schemas.openxmlformats.org/officeDocument/2006/relationships/hyperlink" Target="https://www.mongodb.com/docs/manual/reference/mql/#std-label-mql-reference" TargetMode="External"/><Relationship Id="rId1" Type="http://schemas.openxmlformats.org/officeDocument/2006/relationships/slideLayout" Target="../slideLayouts/slideLayout1.xml"/><Relationship Id="rId6" Type="http://schemas.openxmlformats.org/officeDocument/2006/relationships/hyperlink" Target="https://www.mongodb.com/docs/manual/geospatial-queries/#std-label-geospatial-queries" TargetMode="External"/><Relationship Id="rId5" Type="http://schemas.openxmlformats.org/officeDocument/2006/relationships/hyperlink" Target="https://www.mongodb.com/docs/atlas/atlas-vector-search/vector-search-overview/#std-label-fts-vector-search" TargetMode="External"/><Relationship Id="rId4" Type="http://schemas.openxmlformats.org/officeDocument/2006/relationships/hyperlink" Target="https://www.mongodb.com/docs/atlas/atlas-search/#std-label-fts-top-ref"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mongodb.com/docs/manual/#std-label-manual-landing-document-database" TargetMode="External"/><Relationship Id="rId2" Type="http://schemas.openxmlformats.org/officeDocument/2006/relationships/hyperlink" Target="https://www.mongodb.com/docs/manual/#core-architecture" TargetMode="External"/><Relationship Id="rId1" Type="http://schemas.openxmlformats.org/officeDocument/2006/relationships/slideLayout" Target="../slideLayouts/slideLayout1.xml"/><Relationship Id="rId6" Type="http://schemas.openxmlformats.org/officeDocument/2006/relationships/hyperlink" Target="https://www.mongodb.com/docs/manual/#std-label-manual-landing-horizontal-scaling" TargetMode="External"/><Relationship Id="rId5" Type="http://schemas.openxmlformats.org/officeDocument/2006/relationships/hyperlink" Target="https://www.mongodb.com/docs/manual/#std-label-manual-landing-high-availability" TargetMode="External"/><Relationship Id="rId4" Type="http://schemas.openxmlformats.org/officeDocument/2006/relationships/hyperlink" Target="https://www.mongodb.com/docs/manual/#std-label-manual-landing-transactions"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www.mongodb.com/docs/manual/#document-database"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mongodb.com/docs/manual/core/views/#std-label-views-landing-page" TargetMode="External"/><Relationship Id="rId2" Type="http://schemas.openxmlformats.org/officeDocument/2006/relationships/hyperlink" Target="https://www.mongodb.com/docs/manual/core/databases-and-collections/#std-label-collections"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mongodb.com/docs/manual/core/transactions/#std-label-transactions" TargetMode="External"/><Relationship Id="rId2" Type="http://schemas.openxmlformats.org/officeDocument/2006/relationships/hyperlink" Target="https://www.mongodb.com/docs/manual/#transactions"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mongodb.com/docs/manual/sharding/#std-label-sharding-introduction" TargetMode="External"/><Relationship Id="rId2" Type="http://schemas.openxmlformats.org/officeDocument/2006/relationships/hyperlink" Target="https://www.mongodb.com/docs/manual/#high-availability" TargetMode="External"/><Relationship Id="rId1" Type="http://schemas.openxmlformats.org/officeDocument/2006/relationships/slideLayout" Target="../slideLayouts/slideLayout1.xml"/><Relationship Id="rId4" Type="http://schemas.openxmlformats.org/officeDocument/2006/relationships/hyperlink" Target="https://www.mongodb.com/docs/manual/core/document/"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bsonspec.org/" TargetMode="External"/><Relationship Id="rId2" Type="http://schemas.openxmlformats.org/officeDocument/2006/relationships/hyperlink" Target="https://www.mongodb.com/docs/manual/reference/glossary/#std-term-JSON"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mongodb.com/docs/manual/reference/bson-types/#std-label-bson-types"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www.mongodb.com/docs/manual/reference/bson-types/#std-label-objectid"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994DCE-C4AB-BB38-823A-03062115C1DD}"/>
              </a:ext>
            </a:extLst>
          </p:cNvPr>
          <p:cNvSpPr txBox="1"/>
          <p:nvPr/>
        </p:nvSpPr>
        <p:spPr>
          <a:xfrm>
            <a:off x="406400" y="602734"/>
            <a:ext cx="4953000" cy="369332"/>
          </a:xfrm>
          <a:prstGeom prst="rect">
            <a:avLst/>
          </a:prstGeom>
          <a:noFill/>
        </p:spPr>
        <p:txBody>
          <a:bodyPr wrap="square">
            <a:spAutoFit/>
          </a:bodyPr>
          <a:lstStyle/>
          <a:p>
            <a:r>
              <a:rPr lang="en-US" dirty="0"/>
              <a:t>https://www.mongodb.com/docs/manual/</a:t>
            </a:r>
          </a:p>
        </p:txBody>
      </p:sp>
      <p:sp>
        <p:nvSpPr>
          <p:cNvPr id="4" name="TextBox 3">
            <a:extLst>
              <a:ext uri="{FF2B5EF4-FFF2-40B4-BE49-F238E27FC236}">
                <a16:creationId xmlns:a16="http://schemas.microsoft.com/office/drawing/2014/main" id="{81EE98B2-AA26-49D2-603E-0512312B00E6}"/>
              </a:ext>
            </a:extLst>
          </p:cNvPr>
          <p:cNvSpPr txBox="1"/>
          <p:nvPr/>
        </p:nvSpPr>
        <p:spPr>
          <a:xfrm>
            <a:off x="1964067" y="1818640"/>
            <a:ext cx="5561010" cy="1754326"/>
          </a:xfrm>
          <a:prstGeom prst="rect">
            <a:avLst/>
          </a:prstGeom>
          <a:noFill/>
        </p:spPr>
        <p:txBody>
          <a:bodyPr wrap="none" rtlCol="0">
            <a:spAutoFit/>
          </a:bodyPr>
          <a:lstStyle/>
          <a:p>
            <a:pPr algn="ctr"/>
            <a:r>
              <a:rPr lang="en-US" sz="3600" b="1" dirty="0" err="1"/>
              <a:t>MongoDb</a:t>
            </a:r>
            <a:endParaRPr lang="en-US" sz="3600" b="1" dirty="0"/>
          </a:p>
          <a:p>
            <a:pPr algn="ctr"/>
            <a:r>
              <a:rPr lang="en-US" sz="3600" b="1" dirty="0"/>
              <a:t>By</a:t>
            </a:r>
          </a:p>
          <a:p>
            <a:pPr algn="ctr"/>
            <a:r>
              <a:rPr lang="en-US" sz="3600" b="1" dirty="0"/>
              <a:t>Uma Lavanya </a:t>
            </a:r>
            <a:r>
              <a:rPr lang="en-US" sz="3600" b="1" dirty="0" err="1"/>
              <a:t>Chintapanti</a:t>
            </a:r>
            <a:endParaRPr lang="en-US" sz="3600" b="1" dirty="0"/>
          </a:p>
        </p:txBody>
      </p:sp>
    </p:spTree>
    <p:extLst>
      <p:ext uri="{BB962C8B-B14F-4D97-AF65-F5344CB8AC3E}">
        <p14:creationId xmlns:p14="http://schemas.microsoft.com/office/powerpoint/2010/main" val="686781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47F0-2EEC-3B96-C431-447C7F2D00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9E3FEC7-FC60-9126-CB34-DD2096C87E99}"/>
              </a:ext>
            </a:extLst>
          </p:cNvPr>
          <p:cNvSpPr txBox="1"/>
          <p:nvPr/>
        </p:nvSpPr>
        <p:spPr>
          <a:xfrm>
            <a:off x="469900" y="960206"/>
            <a:ext cx="2171700" cy="441788"/>
          </a:xfrm>
          <a:prstGeom prst="rect">
            <a:avLst/>
          </a:prstGeom>
          <a:noFill/>
        </p:spPr>
        <p:txBody>
          <a:bodyPr wrap="square">
            <a:spAutoFit/>
          </a:bodyPr>
          <a:lstStyle/>
          <a:p>
            <a:pPr algn="l">
              <a:lnSpc>
                <a:spcPts val="3000"/>
              </a:lnSpc>
              <a:spcBef>
                <a:spcPts val="1200"/>
              </a:spcBef>
              <a:spcAft>
                <a:spcPts val="1800"/>
              </a:spcAft>
              <a:buNone/>
            </a:pPr>
            <a:r>
              <a:rPr lang="en-US" b="0" i="0" dirty="0">
                <a:solidFill>
                  <a:srgbClr val="00684A"/>
                </a:solidFill>
                <a:effectLst/>
                <a:latin typeface="MongoDB Value Serif"/>
              </a:rPr>
              <a:t>What is MongoDB?</a:t>
            </a:r>
          </a:p>
        </p:txBody>
      </p:sp>
      <p:sp>
        <p:nvSpPr>
          <p:cNvPr id="4" name="TextBox 3">
            <a:extLst>
              <a:ext uri="{FF2B5EF4-FFF2-40B4-BE49-F238E27FC236}">
                <a16:creationId xmlns:a16="http://schemas.microsoft.com/office/drawing/2014/main" id="{B8321535-DC32-A3FF-65FA-250B0FB97B4A}"/>
              </a:ext>
            </a:extLst>
          </p:cNvPr>
          <p:cNvSpPr txBox="1"/>
          <p:nvPr/>
        </p:nvSpPr>
        <p:spPr>
          <a:xfrm>
            <a:off x="381000" y="325206"/>
            <a:ext cx="2171700" cy="489236"/>
          </a:xfrm>
          <a:prstGeom prst="rect">
            <a:avLst/>
          </a:prstGeom>
          <a:noFill/>
        </p:spPr>
        <p:txBody>
          <a:bodyPr wrap="square">
            <a:spAutoFit/>
          </a:bodyPr>
          <a:lstStyle/>
          <a:p>
            <a:pPr algn="l">
              <a:lnSpc>
                <a:spcPts val="3000"/>
              </a:lnSpc>
              <a:spcBef>
                <a:spcPts val="1200"/>
              </a:spcBef>
              <a:spcAft>
                <a:spcPts val="1800"/>
              </a:spcAft>
              <a:buNone/>
            </a:pPr>
            <a:r>
              <a:rPr lang="en-US" sz="3200" b="1" i="0" dirty="0">
                <a:solidFill>
                  <a:srgbClr val="00684A"/>
                </a:solidFill>
                <a:effectLst/>
                <a:latin typeface="MongoDB Value Serif"/>
              </a:rPr>
              <a:t>Overview</a:t>
            </a:r>
          </a:p>
        </p:txBody>
      </p:sp>
      <p:sp>
        <p:nvSpPr>
          <p:cNvPr id="6" name="TextBox 5">
            <a:extLst>
              <a:ext uri="{FF2B5EF4-FFF2-40B4-BE49-F238E27FC236}">
                <a16:creationId xmlns:a16="http://schemas.microsoft.com/office/drawing/2014/main" id="{ADAB97CD-5832-E42D-9453-A8A5E7D3248E}"/>
              </a:ext>
            </a:extLst>
          </p:cNvPr>
          <p:cNvSpPr txBox="1"/>
          <p:nvPr/>
        </p:nvSpPr>
        <p:spPr>
          <a:xfrm>
            <a:off x="469900" y="1401994"/>
            <a:ext cx="8978900" cy="1862048"/>
          </a:xfrm>
          <a:prstGeom prst="rect">
            <a:avLst/>
          </a:prstGeom>
          <a:noFill/>
        </p:spPr>
        <p:txBody>
          <a:bodyPr wrap="square">
            <a:spAutoFit/>
          </a:bodyPr>
          <a:lstStyle/>
          <a:p>
            <a:pPr algn="l">
              <a:lnSpc>
                <a:spcPts val="2100"/>
              </a:lnSpc>
              <a:spcAft>
                <a:spcPts val="1200"/>
              </a:spcAft>
              <a:buNone/>
            </a:pPr>
            <a:r>
              <a:rPr lang="en-US" b="0" i="0" dirty="0">
                <a:solidFill>
                  <a:srgbClr val="001E2B"/>
                </a:solidFill>
                <a:effectLst/>
                <a:latin typeface="Euclid Circular A"/>
              </a:rPr>
              <a:t>MongoDB is a document database designed to help developers build modern applications faster. It stores data in flexible, JSON-like documents, making it easy to model data the same way your application code uses it. The flexible schema lets you evolve your data model without downtime, iterate quickly, and easily handle non-uniform data.</a:t>
            </a:r>
          </a:p>
          <a:p>
            <a:pPr algn="l">
              <a:lnSpc>
                <a:spcPts val="2100"/>
              </a:lnSpc>
              <a:spcAft>
                <a:spcPts val="1200"/>
              </a:spcAft>
              <a:buNone/>
            </a:pPr>
            <a:r>
              <a:rPr lang="en-US" b="0" i="0" dirty="0">
                <a:solidFill>
                  <a:srgbClr val="001E2B"/>
                </a:solidFill>
                <a:effectLst/>
                <a:latin typeface="Euclid Circular A"/>
              </a:rPr>
              <a:t>MongoDB provides a powerful query engine, horizontal scaling, and built-in high availability so you can support everything from rapid prototyping to large, mission-critical workloads.</a:t>
            </a:r>
          </a:p>
        </p:txBody>
      </p:sp>
      <p:sp>
        <p:nvSpPr>
          <p:cNvPr id="10" name="TextBox 9">
            <a:extLst>
              <a:ext uri="{FF2B5EF4-FFF2-40B4-BE49-F238E27FC236}">
                <a16:creationId xmlns:a16="http://schemas.microsoft.com/office/drawing/2014/main" id="{9C23B7F2-834E-CF34-20EE-0A545D9CF7C4}"/>
              </a:ext>
            </a:extLst>
          </p:cNvPr>
          <p:cNvSpPr txBox="1"/>
          <p:nvPr/>
        </p:nvSpPr>
        <p:spPr>
          <a:xfrm>
            <a:off x="469900" y="3429000"/>
            <a:ext cx="8699500" cy="2785378"/>
          </a:xfrm>
          <a:prstGeom prst="rect">
            <a:avLst/>
          </a:prstGeom>
          <a:noFill/>
        </p:spPr>
        <p:txBody>
          <a:bodyPr wrap="square">
            <a:spAutoFit/>
          </a:bodyPr>
          <a:lstStyle/>
          <a:p>
            <a:pPr algn="l">
              <a:lnSpc>
                <a:spcPts val="2100"/>
              </a:lnSpc>
              <a:spcAft>
                <a:spcPts val="1200"/>
              </a:spcAft>
              <a:buNone/>
            </a:pPr>
            <a:r>
              <a:rPr lang="en-US" b="0" i="0" dirty="0">
                <a:solidFill>
                  <a:srgbClr val="001E2B"/>
                </a:solidFill>
                <a:effectLst/>
                <a:latin typeface="Euclid Circular A"/>
              </a:rPr>
              <a:t>MongoDB is a fully-transactional operational database that supports a wide range of workload types including:</a:t>
            </a: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2"/>
              </a:rPr>
              <a:t>Document-based structured search (OLTP)</a:t>
            </a:r>
            <a:endParaRPr lang="en-US" b="0" i="0" dirty="0">
              <a:solidFill>
                <a:srgbClr val="001E2B"/>
              </a:solidFill>
              <a:effectLst/>
              <a:latin typeface="Euclid Circular A"/>
            </a:endParaRP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3"/>
              </a:rPr>
              <a:t>Data aggregation</a:t>
            </a:r>
            <a:endParaRPr lang="en-US" b="0" i="0" dirty="0">
              <a:solidFill>
                <a:srgbClr val="001E2B"/>
              </a:solidFill>
              <a:effectLst/>
              <a:latin typeface="Euclid Circular A"/>
            </a:endParaRP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4"/>
              </a:rPr>
              <a:t>Full-text search</a:t>
            </a:r>
            <a:endParaRPr lang="en-US" b="0" i="0" dirty="0">
              <a:solidFill>
                <a:srgbClr val="001E2B"/>
              </a:solidFill>
              <a:effectLst/>
              <a:latin typeface="Euclid Circular A"/>
            </a:endParaRP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5"/>
              </a:rPr>
              <a:t>Vector search</a:t>
            </a:r>
            <a:endParaRPr lang="en-US" b="0" i="0" dirty="0">
              <a:solidFill>
                <a:srgbClr val="001E2B"/>
              </a:solidFill>
              <a:effectLst/>
              <a:latin typeface="Euclid Circular A"/>
            </a:endParaRP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6"/>
              </a:rPr>
              <a:t>Geospatial search</a:t>
            </a:r>
            <a:endParaRPr lang="en-US" b="0" i="0" dirty="0">
              <a:solidFill>
                <a:srgbClr val="001E2B"/>
              </a:solidFill>
              <a:effectLst/>
              <a:latin typeface="Euclid Circular A"/>
            </a:endParaRP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7"/>
              </a:rPr>
              <a:t>Time series</a:t>
            </a:r>
            <a:endParaRPr lang="en-US" b="0" i="0" dirty="0">
              <a:solidFill>
                <a:srgbClr val="001E2B"/>
              </a:solidFill>
              <a:effectLst/>
              <a:latin typeface="Euclid Circular A"/>
            </a:endParaRPr>
          </a:p>
        </p:txBody>
      </p:sp>
    </p:spTree>
    <p:extLst>
      <p:ext uri="{BB962C8B-B14F-4D97-AF65-F5344CB8AC3E}">
        <p14:creationId xmlns:p14="http://schemas.microsoft.com/office/powerpoint/2010/main" val="1157393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4D29A-B4F1-7845-01A9-9FC7E064E3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1F3BAA3-FEC4-D882-F478-A7EA211771F2}"/>
              </a:ext>
            </a:extLst>
          </p:cNvPr>
          <p:cNvSpPr txBox="1"/>
          <p:nvPr/>
        </p:nvSpPr>
        <p:spPr>
          <a:xfrm>
            <a:off x="812800" y="1112982"/>
            <a:ext cx="8458200" cy="3285515"/>
          </a:xfrm>
          <a:prstGeom prst="rect">
            <a:avLst/>
          </a:prstGeom>
          <a:noFill/>
        </p:spPr>
        <p:txBody>
          <a:bodyPr wrap="square">
            <a:spAutoFit/>
          </a:bodyPr>
          <a:lstStyle/>
          <a:p>
            <a:pPr algn="l">
              <a:lnSpc>
                <a:spcPts val="2400"/>
              </a:lnSpc>
              <a:spcBef>
                <a:spcPts val="1800"/>
              </a:spcBef>
              <a:spcAft>
                <a:spcPts val="600"/>
              </a:spcAft>
              <a:buNone/>
            </a:pPr>
            <a:r>
              <a:rPr lang="en-US" b="0" i="0" dirty="0">
                <a:solidFill>
                  <a:srgbClr val="001E2B"/>
                </a:solidFill>
                <a:effectLst/>
                <a:latin typeface="Euclid Circular A"/>
              </a:rPr>
              <a:t>Core Architecture</a:t>
            </a:r>
            <a:endParaRPr lang="en-US" b="0" i="0" dirty="0">
              <a:solidFill>
                <a:srgbClr val="001E2B"/>
              </a:solidFill>
              <a:effectLst/>
              <a:latin typeface="Euclid Circular A"/>
              <a:hlinkClick r:id="rId2" tooltip="Permalink to this heading"/>
            </a:endParaRPr>
          </a:p>
          <a:p>
            <a:pPr algn="l">
              <a:lnSpc>
                <a:spcPts val="2100"/>
              </a:lnSpc>
              <a:spcAft>
                <a:spcPts val="1200"/>
              </a:spcAft>
              <a:buNone/>
            </a:pPr>
            <a:r>
              <a:rPr lang="en-US" b="0" i="0" dirty="0">
                <a:solidFill>
                  <a:srgbClr val="001E2B"/>
                </a:solidFill>
                <a:effectLst/>
                <a:latin typeface="Euclid Circular A"/>
              </a:rPr>
              <a:t>MongoDB is built on several core architectural components that distinguish it from relational databases:</a:t>
            </a: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3"/>
              </a:rPr>
              <a:t>Document Database</a:t>
            </a:r>
            <a:r>
              <a:rPr lang="en-US" b="0" i="0" dirty="0">
                <a:solidFill>
                  <a:srgbClr val="001E2B"/>
                </a:solidFill>
                <a:effectLst/>
                <a:latin typeface="Euclid Circular A"/>
              </a:rPr>
              <a:t>: The flexible document data model lets you map your data to your application's needs.</a:t>
            </a: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4"/>
              </a:rPr>
              <a:t>Transactions</a:t>
            </a:r>
            <a:r>
              <a:rPr lang="en-US" b="0" i="0" dirty="0">
                <a:solidFill>
                  <a:srgbClr val="001E2B"/>
                </a:solidFill>
                <a:effectLst/>
                <a:latin typeface="Euclid Circular A"/>
              </a:rPr>
              <a:t>: Multi-document ACID transactions allow complex operations that require data consistency.</a:t>
            </a: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5"/>
              </a:rPr>
              <a:t>High Availability</a:t>
            </a:r>
            <a:r>
              <a:rPr lang="en-US" b="0" i="0" dirty="0">
                <a:solidFill>
                  <a:srgbClr val="001E2B"/>
                </a:solidFill>
                <a:effectLst/>
                <a:latin typeface="Euclid Circular A"/>
              </a:rPr>
              <a:t>: Replication and automatic failover ensure your data is always available.</a:t>
            </a: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6"/>
              </a:rPr>
              <a:t>Horizontal Scaling</a:t>
            </a:r>
            <a:r>
              <a:rPr lang="en-US" b="0" i="0" dirty="0">
                <a:solidFill>
                  <a:srgbClr val="001E2B"/>
                </a:solidFill>
                <a:effectLst/>
                <a:latin typeface="Euclid Circular A"/>
              </a:rPr>
              <a:t>: Sharding enables horizontal scaling to handle large datasets and high throughput.</a:t>
            </a:r>
          </a:p>
        </p:txBody>
      </p:sp>
    </p:spTree>
    <p:extLst>
      <p:ext uri="{BB962C8B-B14F-4D97-AF65-F5344CB8AC3E}">
        <p14:creationId xmlns:p14="http://schemas.microsoft.com/office/powerpoint/2010/main" val="3003737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D1ED-AE24-6A7F-06AD-E8D52398C3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43D696-4E6A-FF4C-68D1-D998E3195C76}"/>
              </a:ext>
            </a:extLst>
          </p:cNvPr>
          <p:cNvSpPr txBox="1"/>
          <p:nvPr/>
        </p:nvSpPr>
        <p:spPr>
          <a:xfrm>
            <a:off x="317500" y="402526"/>
            <a:ext cx="9334500" cy="2862322"/>
          </a:xfrm>
          <a:prstGeom prst="rect">
            <a:avLst/>
          </a:prstGeom>
          <a:noFill/>
        </p:spPr>
        <p:txBody>
          <a:bodyPr wrap="square">
            <a:spAutoFit/>
          </a:bodyPr>
          <a:lstStyle/>
          <a:p>
            <a:pPr algn="l">
              <a:lnSpc>
                <a:spcPts val="1800"/>
              </a:lnSpc>
              <a:spcBef>
                <a:spcPts val="1800"/>
              </a:spcBef>
              <a:spcAft>
                <a:spcPts val="600"/>
              </a:spcAft>
              <a:buNone/>
            </a:pPr>
            <a:r>
              <a:rPr lang="en-US" b="1" i="0" dirty="0">
                <a:solidFill>
                  <a:srgbClr val="001E2B"/>
                </a:solidFill>
                <a:effectLst/>
                <a:latin typeface="Euclid Circular A"/>
              </a:rPr>
              <a:t>Document Database</a:t>
            </a:r>
            <a:endParaRPr lang="en-US" b="1" i="0" dirty="0">
              <a:solidFill>
                <a:srgbClr val="001E2B"/>
              </a:solidFill>
              <a:effectLst/>
              <a:latin typeface="Euclid Circular A"/>
              <a:hlinkClick r:id="rId2" tooltip="Permalink to this heading"/>
            </a:endParaRPr>
          </a:p>
          <a:p>
            <a:pPr algn="l">
              <a:lnSpc>
                <a:spcPts val="2100"/>
              </a:lnSpc>
              <a:spcAft>
                <a:spcPts val="1200"/>
              </a:spcAft>
              <a:buNone/>
            </a:pPr>
            <a:r>
              <a:rPr lang="en-US" b="0" i="0" dirty="0">
                <a:solidFill>
                  <a:srgbClr val="001E2B"/>
                </a:solidFill>
                <a:effectLst/>
                <a:latin typeface="Euclid Circular A"/>
              </a:rPr>
              <a:t>A record in MongoDB is a document, which is a data structure composed of field and value pairs. MongoDB documents are similar to JSON objects. The values of fields may include other documents, arrays, and arrays of documents.</a:t>
            </a:r>
          </a:p>
          <a:p>
            <a:pPr algn="l">
              <a:lnSpc>
                <a:spcPts val="2100"/>
              </a:lnSpc>
              <a:spcAft>
                <a:spcPts val="1200"/>
              </a:spcAft>
              <a:buNone/>
            </a:pPr>
            <a:r>
              <a:rPr lang="en-US" b="0" i="0" dirty="0">
                <a:solidFill>
                  <a:srgbClr val="001E2B"/>
                </a:solidFill>
                <a:effectLst/>
                <a:latin typeface="Euclid Circular A"/>
              </a:rPr>
              <a:t>MongoDB's flexible object-oriented data model lets you structure data in a way that mirrors the object models in your codebase. This eliminates the need for the complex object-relational mapping required when using relational databases.</a:t>
            </a:r>
          </a:p>
          <a:p>
            <a:pPr algn="l">
              <a:lnSpc>
                <a:spcPts val="2100"/>
              </a:lnSpc>
              <a:spcAft>
                <a:spcPts val="1200"/>
              </a:spcAft>
              <a:buNone/>
            </a:pPr>
            <a:r>
              <a:rPr lang="en-US" b="0" i="0" dirty="0">
                <a:solidFill>
                  <a:srgbClr val="001E2B"/>
                </a:solidFill>
                <a:effectLst/>
                <a:latin typeface="Euclid Circular A"/>
              </a:rPr>
              <a:t>Here is an example of a MongoDB document that shows how documents can express complex, hierarchical data in a format that mirrors your application's object model:</a:t>
            </a:r>
          </a:p>
        </p:txBody>
      </p:sp>
      <p:graphicFrame>
        <p:nvGraphicFramePr>
          <p:cNvPr id="4" name="Table 3">
            <a:extLst>
              <a:ext uri="{FF2B5EF4-FFF2-40B4-BE49-F238E27FC236}">
                <a16:creationId xmlns:a16="http://schemas.microsoft.com/office/drawing/2014/main" id="{1C7693B5-23BD-453C-E8A6-3D153C09D70D}"/>
              </a:ext>
            </a:extLst>
          </p:cNvPr>
          <p:cNvGraphicFramePr>
            <a:graphicFrameLocks noGrp="1"/>
          </p:cNvGraphicFramePr>
          <p:nvPr>
            <p:extLst>
              <p:ext uri="{D42A27DB-BD31-4B8C-83A1-F6EECF244321}">
                <p14:modId xmlns:p14="http://schemas.microsoft.com/office/powerpoint/2010/main" val="3827963167"/>
              </p:ext>
            </p:extLst>
          </p:nvPr>
        </p:nvGraphicFramePr>
        <p:xfrm>
          <a:off x="2344739" y="3264848"/>
          <a:ext cx="6799262" cy="4023360"/>
        </p:xfrm>
        <a:graphic>
          <a:graphicData uri="http://schemas.openxmlformats.org/drawingml/2006/table">
            <a:tbl>
              <a:tblPr/>
              <a:tblGrid>
                <a:gridCol w="6799262">
                  <a:extLst>
                    <a:ext uri="{9D8B030D-6E8A-4147-A177-3AD203B41FA5}">
                      <a16:colId xmlns:a16="http://schemas.microsoft.com/office/drawing/2014/main" val="1259613896"/>
                    </a:ext>
                  </a:extLst>
                </a:gridCol>
              </a:tblGrid>
              <a:tr h="294943">
                <a:tc>
                  <a:txBody>
                    <a:bodyPr/>
                    <a:lstStyle/>
                    <a:p>
                      <a:pPr algn="l" fontAlgn="t">
                        <a:buNone/>
                      </a:pP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2270716782"/>
                  </a:ext>
                </a:extLst>
              </a:tr>
              <a:tr h="294943">
                <a:tc>
                  <a:txBody>
                    <a:bodyPr/>
                    <a:lstStyle/>
                    <a:p>
                      <a:pPr algn="l" fontAlgn="t">
                        <a:buNone/>
                      </a:pPr>
                      <a:r>
                        <a:rPr lang="en-US">
                          <a:solidFill>
                            <a:srgbClr val="D83713"/>
                          </a:solidFill>
                          <a:effectLst/>
                        </a:rPr>
                        <a:t>_id</a:t>
                      </a:r>
                      <a:r>
                        <a:rPr lang="en-US">
                          <a:effectLst/>
                        </a:rPr>
                        <a:t>: </a:t>
                      </a:r>
                      <a:r>
                        <a:rPr lang="en-US">
                          <a:solidFill>
                            <a:srgbClr val="001E2B"/>
                          </a:solidFill>
                          <a:effectLst/>
                        </a:rPr>
                        <a:t>ObjectId</a:t>
                      </a:r>
                      <a:r>
                        <a:rPr lang="en-US">
                          <a:effectLst/>
                        </a:rPr>
                        <a:t>(</a:t>
                      </a:r>
                      <a:r>
                        <a:rPr lang="en-US" b="1">
                          <a:solidFill>
                            <a:srgbClr val="12824D"/>
                          </a:solidFill>
                          <a:effectLst/>
                        </a:rPr>
                        <a:t>"507f1f77bcf86cd799439011"</a:t>
                      </a: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4235979472"/>
                  </a:ext>
                </a:extLst>
              </a:tr>
              <a:tr h="294943">
                <a:tc>
                  <a:txBody>
                    <a:bodyPr/>
                    <a:lstStyle/>
                    <a:p>
                      <a:pPr algn="l" fontAlgn="t">
                        <a:buNone/>
                      </a:pPr>
                      <a:r>
                        <a:rPr lang="en-US">
                          <a:solidFill>
                            <a:srgbClr val="D83713"/>
                          </a:solidFill>
                          <a:effectLst/>
                        </a:rPr>
                        <a:t>name</a:t>
                      </a:r>
                      <a:r>
                        <a:rPr lang="en-US">
                          <a:effectLst/>
                        </a:rPr>
                        <a:t>: </a:t>
                      </a:r>
                      <a:r>
                        <a:rPr lang="en-US" b="1">
                          <a:solidFill>
                            <a:srgbClr val="12824D"/>
                          </a:solidFill>
                          <a:effectLst/>
                        </a:rPr>
                        <a:t>"Alice"</a:t>
                      </a: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2197641326"/>
                  </a:ext>
                </a:extLst>
              </a:tr>
              <a:tr h="294943">
                <a:tc>
                  <a:txBody>
                    <a:bodyPr/>
                    <a:lstStyle/>
                    <a:p>
                      <a:pPr algn="l" fontAlgn="t">
                        <a:buNone/>
                      </a:pPr>
                      <a:r>
                        <a:rPr lang="en-US">
                          <a:solidFill>
                            <a:srgbClr val="D83713"/>
                          </a:solidFill>
                          <a:effectLst/>
                        </a:rPr>
                        <a:t>birthdate</a:t>
                      </a:r>
                      <a:r>
                        <a:rPr lang="en-US">
                          <a:effectLst/>
                        </a:rPr>
                        <a:t>: </a:t>
                      </a:r>
                      <a:r>
                        <a:rPr lang="en-US">
                          <a:solidFill>
                            <a:srgbClr val="001E2B"/>
                          </a:solidFill>
                          <a:effectLst/>
                        </a:rPr>
                        <a:t>ISODate</a:t>
                      </a:r>
                      <a:r>
                        <a:rPr lang="en-US">
                          <a:effectLst/>
                        </a:rPr>
                        <a:t>(</a:t>
                      </a:r>
                      <a:r>
                        <a:rPr lang="en-US" b="1">
                          <a:solidFill>
                            <a:srgbClr val="12824D"/>
                          </a:solidFill>
                          <a:effectLst/>
                        </a:rPr>
                        <a:t>"1990-01-01T00:00:00Z"</a:t>
                      </a: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2486402506"/>
                  </a:ext>
                </a:extLst>
              </a:tr>
              <a:tr h="294943">
                <a:tc>
                  <a:txBody>
                    <a:bodyPr/>
                    <a:lstStyle/>
                    <a:p>
                      <a:pPr algn="l" fontAlgn="t">
                        <a:buNone/>
                      </a:pPr>
                      <a:r>
                        <a:rPr lang="en-US">
                          <a:solidFill>
                            <a:srgbClr val="D83713"/>
                          </a:solidFill>
                          <a:effectLst/>
                        </a:rPr>
                        <a:t>address</a:t>
                      </a:r>
                      <a:r>
                        <a:rPr lang="en-US">
                          <a:effectLst/>
                        </a:rPr>
                        <a:t>: {</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1717175158"/>
                  </a:ext>
                </a:extLst>
              </a:tr>
              <a:tr h="294943">
                <a:tc>
                  <a:txBody>
                    <a:bodyPr/>
                    <a:lstStyle/>
                    <a:p>
                      <a:pPr algn="l" fontAlgn="t">
                        <a:buNone/>
                      </a:pPr>
                      <a:r>
                        <a:rPr lang="en-US">
                          <a:solidFill>
                            <a:srgbClr val="D83713"/>
                          </a:solidFill>
                          <a:effectLst/>
                        </a:rPr>
                        <a:t>street</a:t>
                      </a:r>
                      <a:r>
                        <a:rPr lang="en-US">
                          <a:effectLst/>
                        </a:rPr>
                        <a:t>: </a:t>
                      </a:r>
                      <a:r>
                        <a:rPr lang="en-US" b="1">
                          <a:solidFill>
                            <a:srgbClr val="12824D"/>
                          </a:solidFill>
                          <a:effectLst/>
                        </a:rPr>
                        <a:t>"123 Main St"</a:t>
                      </a: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3881937588"/>
                  </a:ext>
                </a:extLst>
              </a:tr>
              <a:tr h="294943">
                <a:tc>
                  <a:txBody>
                    <a:bodyPr/>
                    <a:lstStyle/>
                    <a:p>
                      <a:pPr algn="l" fontAlgn="t">
                        <a:buNone/>
                      </a:pPr>
                      <a:r>
                        <a:rPr lang="en-US">
                          <a:solidFill>
                            <a:srgbClr val="D83713"/>
                          </a:solidFill>
                          <a:effectLst/>
                        </a:rPr>
                        <a:t>city</a:t>
                      </a:r>
                      <a:r>
                        <a:rPr lang="en-US">
                          <a:effectLst/>
                        </a:rPr>
                        <a:t>: </a:t>
                      </a:r>
                      <a:r>
                        <a:rPr lang="en-US" b="1">
                          <a:solidFill>
                            <a:srgbClr val="12824D"/>
                          </a:solidFill>
                          <a:effectLst/>
                        </a:rPr>
                        <a:t>"Springfield"</a:t>
                      </a: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2886741311"/>
                  </a:ext>
                </a:extLst>
              </a:tr>
              <a:tr h="294943">
                <a:tc>
                  <a:txBody>
                    <a:bodyPr/>
                    <a:lstStyle/>
                    <a:p>
                      <a:pPr algn="l" fontAlgn="t">
                        <a:buNone/>
                      </a:pPr>
                      <a:r>
                        <a:rPr lang="en-US">
                          <a:solidFill>
                            <a:srgbClr val="D83713"/>
                          </a:solidFill>
                          <a:effectLst/>
                        </a:rPr>
                        <a:t>state</a:t>
                      </a:r>
                      <a:r>
                        <a:rPr lang="en-US">
                          <a:effectLst/>
                        </a:rPr>
                        <a:t>: </a:t>
                      </a:r>
                      <a:r>
                        <a:rPr lang="en-US" b="1">
                          <a:solidFill>
                            <a:srgbClr val="12824D"/>
                          </a:solidFill>
                          <a:effectLst/>
                        </a:rPr>
                        <a:t>"IL"</a:t>
                      </a:r>
                      <a:endParaRPr lang="en-US">
                        <a:effectLst/>
                      </a:endParaRPr>
                    </a:p>
                  </a:txBody>
                  <a:tcPr marL="121920" marR="121920">
                    <a:lnL>
                      <a:noFill/>
                    </a:lnL>
                    <a:lnR>
                      <a:noFill/>
                    </a:lnR>
                    <a:lnT>
                      <a:noFill/>
                    </a:lnT>
                    <a:lnB>
                      <a:noFill/>
                    </a:lnB>
                    <a:solidFill>
                      <a:srgbClr val="F9FBFA"/>
                    </a:solidFill>
                  </a:tcPr>
                </a:tc>
                <a:extLst>
                  <a:ext uri="{0D108BD9-81ED-4DB2-BD59-A6C34878D82A}">
                    <a16:rowId xmlns:a16="http://schemas.microsoft.com/office/drawing/2014/main" val="2126099858"/>
                  </a:ext>
                </a:extLst>
              </a:tr>
              <a:tr h="294943">
                <a:tc>
                  <a:txBody>
                    <a:bodyPr/>
                    <a:lstStyle/>
                    <a:p>
                      <a:pPr algn="l" fontAlgn="t">
                        <a:buNone/>
                      </a:pP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1911373274"/>
                  </a:ext>
                </a:extLst>
              </a:tr>
              <a:tr h="294943">
                <a:tc>
                  <a:txBody>
                    <a:bodyPr/>
                    <a:lstStyle/>
                    <a:p>
                      <a:pPr algn="l" fontAlgn="t">
                        <a:buNone/>
                      </a:pPr>
                      <a:r>
                        <a:rPr lang="en-US">
                          <a:solidFill>
                            <a:srgbClr val="D83713"/>
                          </a:solidFill>
                          <a:effectLst/>
                        </a:rPr>
                        <a:t>hobbies</a:t>
                      </a:r>
                      <a:r>
                        <a:rPr lang="en-US">
                          <a:effectLst/>
                        </a:rPr>
                        <a:t>: [</a:t>
                      </a:r>
                      <a:r>
                        <a:rPr lang="en-US" b="1">
                          <a:solidFill>
                            <a:srgbClr val="12824D"/>
                          </a:solidFill>
                          <a:effectLst/>
                        </a:rPr>
                        <a:t>"reading"</a:t>
                      </a:r>
                      <a:r>
                        <a:rPr lang="en-US">
                          <a:effectLst/>
                        </a:rPr>
                        <a:t>, </a:t>
                      </a:r>
                      <a:r>
                        <a:rPr lang="en-US" b="1">
                          <a:solidFill>
                            <a:srgbClr val="12824D"/>
                          </a:solidFill>
                          <a:effectLst/>
                        </a:rPr>
                        <a:t>"hiking"</a:t>
                      </a:r>
                      <a:r>
                        <a:rPr lang="en-US">
                          <a:effectLst/>
                        </a:rPr>
                        <a:t>, </a:t>
                      </a:r>
                      <a:r>
                        <a:rPr lang="en-US" b="1">
                          <a:solidFill>
                            <a:srgbClr val="12824D"/>
                          </a:solidFill>
                          <a:effectLst/>
                        </a:rPr>
                        <a:t>"coding"</a:t>
                      </a: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16652441"/>
                  </a:ext>
                </a:extLst>
              </a:tr>
              <a:tr h="294943">
                <a:tc>
                  <a:txBody>
                    <a:bodyPr/>
                    <a:lstStyle/>
                    <a:p>
                      <a:pPr algn="l" fontAlgn="t">
                        <a:buNone/>
                      </a:pPr>
                      <a:r>
                        <a:rPr lang="en-US" dirty="0">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3763123171"/>
                  </a:ext>
                </a:extLst>
              </a:tr>
            </a:tbl>
          </a:graphicData>
        </a:graphic>
      </p:graphicFrame>
    </p:spTree>
    <p:extLst>
      <p:ext uri="{BB962C8B-B14F-4D97-AF65-F5344CB8AC3E}">
        <p14:creationId xmlns:p14="http://schemas.microsoft.com/office/powerpoint/2010/main" val="325845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7EBBE-70C4-1F8D-8A27-CED0ABFBD1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5A6643-8664-F0B1-0A3A-905A213341D4}"/>
              </a:ext>
            </a:extLst>
          </p:cNvPr>
          <p:cNvSpPr txBox="1"/>
          <p:nvPr/>
        </p:nvSpPr>
        <p:spPr>
          <a:xfrm>
            <a:off x="2476500" y="1228398"/>
            <a:ext cx="4953000" cy="4401205"/>
          </a:xfrm>
          <a:prstGeom prst="rect">
            <a:avLst/>
          </a:prstGeom>
          <a:noFill/>
        </p:spPr>
        <p:txBody>
          <a:bodyPr wrap="square">
            <a:spAutoFit/>
          </a:bodyPr>
          <a:lstStyle/>
          <a:p>
            <a:pPr algn="l">
              <a:lnSpc>
                <a:spcPts val="2100"/>
              </a:lnSpc>
              <a:spcAft>
                <a:spcPts val="1200"/>
              </a:spcAft>
              <a:buNone/>
            </a:pPr>
            <a:r>
              <a:rPr lang="en-US" b="0" i="0" dirty="0">
                <a:solidFill>
                  <a:srgbClr val="001E2B"/>
                </a:solidFill>
                <a:effectLst/>
                <a:latin typeface="Euclid Circular A"/>
              </a:rPr>
              <a:t>Additional advantages of the document data model are:</a:t>
            </a:r>
          </a:p>
          <a:p>
            <a:pPr algn="l">
              <a:lnSpc>
                <a:spcPts val="2100"/>
              </a:lnSpc>
              <a:spcAft>
                <a:spcPts val="600"/>
              </a:spcAft>
              <a:buFont typeface="Arial" panose="020B0604020202020204" pitchFamily="34" charset="0"/>
              <a:buChar char="•"/>
            </a:pPr>
            <a:r>
              <a:rPr lang="en-US" b="0" i="0" dirty="0">
                <a:solidFill>
                  <a:srgbClr val="001E2B"/>
                </a:solidFill>
                <a:effectLst/>
                <a:latin typeface="Euclid Circular A"/>
              </a:rPr>
              <a:t>Documents correspond to native data types in many programming languages.</a:t>
            </a:r>
          </a:p>
          <a:p>
            <a:pPr algn="l">
              <a:lnSpc>
                <a:spcPts val="2100"/>
              </a:lnSpc>
              <a:spcAft>
                <a:spcPts val="600"/>
              </a:spcAft>
              <a:buFont typeface="Arial" panose="020B0604020202020204" pitchFamily="34" charset="0"/>
              <a:buChar char="•"/>
            </a:pPr>
            <a:r>
              <a:rPr lang="en-US" b="0" i="0" dirty="0">
                <a:solidFill>
                  <a:srgbClr val="001E2B"/>
                </a:solidFill>
                <a:effectLst/>
                <a:latin typeface="Euclid Circular A"/>
              </a:rPr>
              <a:t>Embedded documents and arrays reduce need for expensive joins that can slow down performance.</a:t>
            </a:r>
          </a:p>
          <a:p>
            <a:pPr algn="l">
              <a:lnSpc>
                <a:spcPts val="2100"/>
              </a:lnSpc>
              <a:spcAft>
                <a:spcPts val="600"/>
              </a:spcAft>
              <a:buFont typeface="Arial" panose="020B0604020202020204" pitchFamily="34" charset="0"/>
              <a:buChar char="•"/>
            </a:pPr>
            <a:r>
              <a:rPr lang="en-US" b="0" i="0" dirty="0">
                <a:solidFill>
                  <a:srgbClr val="001E2B"/>
                </a:solidFill>
                <a:effectLst/>
                <a:latin typeface="Euclid Circular A"/>
              </a:rPr>
              <a:t>Dynamic schemas support polymorphism, which allows varied structures among documents in the same collection.</a:t>
            </a:r>
          </a:p>
          <a:p>
            <a:pPr algn="l">
              <a:lnSpc>
                <a:spcPts val="2100"/>
              </a:lnSpc>
              <a:spcAft>
                <a:spcPts val="1200"/>
              </a:spcAft>
              <a:buNone/>
            </a:pPr>
            <a:r>
              <a:rPr lang="en-US" b="0" i="0" dirty="0">
                <a:solidFill>
                  <a:srgbClr val="001E2B"/>
                </a:solidFill>
                <a:effectLst/>
                <a:latin typeface="Euclid Circular A"/>
              </a:rPr>
              <a:t>MongoDB stores documents in </a:t>
            </a:r>
            <a:r>
              <a:rPr lang="en-US" b="0" i="0" dirty="0">
                <a:solidFill>
                  <a:srgbClr val="016BF8"/>
                </a:solidFill>
                <a:effectLst/>
                <a:latin typeface="Euclid Circular A"/>
                <a:hlinkClick r:id="rId2"/>
              </a:rPr>
              <a:t>Collections</a:t>
            </a:r>
            <a:r>
              <a:rPr lang="en-US" b="0" i="0" dirty="0">
                <a:solidFill>
                  <a:srgbClr val="001E2B"/>
                </a:solidFill>
                <a:effectLst/>
                <a:latin typeface="Euclid Circular A"/>
              </a:rPr>
              <a:t>. Collections are similar to relational tables but do not enforce a rigid, pre-defined schema.</a:t>
            </a:r>
          </a:p>
          <a:p>
            <a:pPr algn="l">
              <a:lnSpc>
                <a:spcPts val="2100"/>
              </a:lnSpc>
              <a:spcAft>
                <a:spcPts val="1200"/>
              </a:spcAft>
              <a:buNone/>
            </a:pPr>
            <a:r>
              <a:rPr lang="en-US" b="0" i="0" dirty="0">
                <a:solidFill>
                  <a:srgbClr val="001E2B"/>
                </a:solidFill>
                <a:effectLst/>
                <a:latin typeface="Euclid Circular A"/>
              </a:rPr>
              <a:t>In addition to collections, MongoDB supports read-only </a:t>
            </a:r>
            <a:r>
              <a:rPr lang="en-US" b="0" i="0" dirty="0">
                <a:solidFill>
                  <a:srgbClr val="016BF8"/>
                </a:solidFill>
                <a:effectLst/>
                <a:latin typeface="Euclid Circular A"/>
                <a:hlinkClick r:id="rId3"/>
              </a:rPr>
              <a:t>views.</a:t>
            </a:r>
            <a:endParaRPr lang="en-US" b="0" i="0" dirty="0">
              <a:solidFill>
                <a:srgbClr val="001E2B"/>
              </a:solidFill>
              <a:effectLst/>
              <a:latin typeface="Euclid Circular A"/>
            </a:endParaRPr>
          </a:p>
        </p:txBody>
      </p:sp>
    </p:spTree>
    <p:extLst>
      <p:ext uri="{BB962C8B-B14F-4D97-AF65-F5344CB8AC3E}">
        <p14:creationId xmlns:p14="http://schemas.microsoft.com/office/powerpoint/2010/main" val="2928365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A10F-2D85-0FDB-FDC3-AC4C4EFA20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FFC366-8C75-7294-C5A1-1B30202EC9B2}"/>
              </a:ext>
            </a:extLst>
          </p:cNvPr>
          <p:cNvSpPr txBox="1"/>
          <p:nvPr/>
        </p:nvSpPr>
        <p:spPr>
          <a:xfrm>
            <a:off x="2476500" y="1074510"/>
            <a:ext cx="4953000" cy="4708981"/>
          </a:xfrm>
          <a:prstGeom prst="rect">
            <a:avLst/>
          </a:prstGeom>
          <a:noFill/>
        </p:spPr>
        <p:txBody>
          <a:bodyPr wrap="square">
            <a:spAutoFit/>
          </a:bodyPr>
          <a:lstStyle/>
          <a:p>
            <a:pPr algn="l">
              <a:lnSpc>
                <a:spcPts val="1800"/>
              </a:lnSpc>
              <a:spcBef>
                <a:spcPts val="1800"/>
              </a:spcBef>
              <a:spcAft>
                <a:spcPts val="600"/>
              </a:spcAft>
              <a:buNone/>
            </a:pPr>
            <a:r>
              <a:rPr lang="en-US" b="1" i="0" dirty="0">
                <a:solidFill>
                  <a:srgbClr val="001E2B"/>
                </a:solidFill>
                <a:effectLst/>
                <a:latin typeface="Euclid Circular A"/>
              </a:rPr>
              <a:t>Transactions</a:t>
            </a:r>
            <a:endParaRPr lang="en-US" b="1" i="0" dirty="0">
              <a:solidFill>
                <a:srgbClr val="001E2B"/>
              </a:solidFill>
              <a:effectLst/>
              <a:latin typeface="Euclid Circular A"/>
              <a:hlinkClick r:id="rId2" tooltip="Permalink to this heading"/>
            </a:endParaRPr>
          </a:p>
          <a:p>
            <a:pPr algn="l">
              <a:lnSpc>
                <a:spcPts val="2100"/>
              </a:lnSpc>
              <a:spcAft>
                <a:spcPts val="1200"/>
              </a:spcAft>
              <a:buNone/>
            </a:pPr>
            <a:r>
              <a:rPr lang="en-US" b="0" i="0" dirty="0">
                <a:solidFill>
                  <a:srgbClr val="001E2B"/>
                </a:solidFill>
                <a:effectLst/>
                <a:latin typeface="Euclid Circular A"/>
              </a:rPr>
              <a:t>MongoDB supports multi-document transactions, which let you run multiple read and write operations as a single all-or-nothing event.</a:t>
            </a:r>
          </a:p>
          <a:p>
            <a:pPr algn="l">
              <a:lnSpc>
                <a:spcPts val="2100"/>
              </a:lnSpc>
              <a:spcAft>
                <a:spcPts val="1200"/>
              </a:spcAft>
              <a:buNone/>
            </a:pPr>
            <a:r>
              <a:rPr lang="en-US" b="0" i="0" dirty="0">
                <a:solidFill>
                  <a:srgbClr val="001E2B"/>
                </a:solidFill>
                <a:effectLst/>
                <a:latin typeface="Euclid Circular A"/>
              </a:rPr>
              <a:t>Key transaction features include:</a:t>
            </a:r>
          </a:p>
          <a:p>
            <a:pPr algn="l">
              <a:lnSpc>
                <a:spcPts val="2100"/>
              </a:lnSpc>
              <a:spcAft>
                <a:spcPts val="600"/>
              </a:spcAft>
              <a:buFont typeface="Arial" panose="020B0604020202020204" pitchFamily="34" charset="0"/>
              <a:buChar char="•"/>
            </a:pPr>
            <a:r>
              <a:rPr lang="en-US" b="1" i="0" dirty="0">
                <a:solidFill>
                  <a:srgbClr val="001E2B"/>
                </a:solidFill>
                <a:effectLst/>
                <a:latin typeface="Euclid Circular A"/>
              </a:rPr>
              <a:t>ACID Guarantees:</a:t>
            </a:r>
            <a:r>
              <a:rPr lang="en-US" b="0" i="0" dirty="0">
                <a:solidFill>
                  <a:srgbClr val="001E2B"/>
                </a:solidFill>
                <a:effectLst/>
                <a:latin typeface="Euclid Circular A"/>
              </a:rPr>
              <a:t> Transactions provide atomicity, consistency, isolation, and durability across multiple operations.</a:t>
            </a:r>
          </a:p>
          <a:p>
            <a:pPr algn="l">
              <a:lnSpc>
                <a:spcPts val="2100"/>
              </a:lnSpc>
              <a:spcAft>
                <a:spcPts val="600"/>
              </a:spcAft>
              <a:buFont typeface="Arial" panose="020B0604020202020204" pitchFamily="34" charset="0"/>
              <a:buChar char="•"/>
            </a:pPr>
            <a:r>
              <a:rPr lang="en-US" b="1" i="0" dirty="0">
                <a:solidFill>
                  <a:srgbClr val="001E2B"/>
                </a:solidFill>
                <a:effectLst/>
                <a:latin typeface="Euclid Circular A"/>
              </a:rPr>
              <a:t>Multi-Document Operations:</a:t>
            </a:r>
            <a:r>
              <a:rPr lang="en-US" b="0" i="0" dirty="0">
                <a:solidFill>
                  <a:srgbClr val="001E2B"/>
                </a:solidFill>
                <a:effectLst/>
                <a:latin typeface="Euclid Circular A"/>
              </a:rPr>
              <a:t> You can run complex operations that span multiple documents while maintaining data consistency.</a:t>
            </a:r>
          </a:p>
          <a:p>
            <a:pPr algn="l">
              <a:lnSpc>
                <a:spcPts val="2100"/>
              </a:lnSpc>
              <a:spcAft>
                <a:spcPts val="600"/>
              </a:spcAft>
              <a:buFont typeface="Arial" panose="020B0604020202020204" pitchFamily="34" charset="0"/>
              <a:buChar char="•"/>
            </a:pPr>
            <a:r>
              <a:rPr lang="en-US" b="1" i="0" dirty="0">
                <a:solidFill>
                  <a:srgbClr val="001E2B"/>
                </a:solidFill>
                <a:effectLst/>
                <a:latin typeface="Euclid Circular A"/>
              </a:rPr>
              <a:t>Distributed Transactions:</a:t>
            </a:r>
            <a:r>
              <a:rPr lang="en-US" b="0" i="0" dirty="0">
                <a:solidFill>
                  <a:srgbClr val="001E2B"/>
                </a:solidFill>
                <a:effectLst/>
                <a:latin typeface="Euclid Circular A"/>
              </a:rPr>
              <a:t> You can coordinate transactions across sharded clusters with the same ACID guarantees.</a:t>
            </a:r>
          </a:p>
          <a:p>
            <a:pPr algn="l">
              <a:lnSpc>
                <a:spcPts val="2100"/>
              </a:lnSpc>
              <a:spcAft>
                <a:spcPts val="1200"/>
              </a:spcAft>
              <a:buNone/>
            </a:pPr>
            <a:r>
              <a:rPr lang="en-US" b="0" i="0" dirty="0">
                <a:solidFill>
                  <a:srgbClr val="001E2B"/>
                </a:solidFill>
                <a:effectLst/>
                <a:latin typeface="Euclid Circular A"/>
              </a:rPr>
              <a:t>To learn more, see </a:t>
            </a:r>
            <a:r>
              <a:rPr lang="en-US" b="0" i="0" dirty="0">
                <a:solidFill>
                  <a:srgbClr val="016BF8"/>
                </a:solidFill>
                <a:effectLst/>
                <a:latin typeface="Euclid Circular A"/>
                <a:hlinkClick r:id="rId3"/>
              </a:rPr>
              <a:t>Transactions.</a:t>
            </a:r>
            <a:endParaRPr lang="en-US" b="0" i="0" dirty="0">
              <a:solidFill>
                <a:srgbClr val="001E2B"/>
              </a:solidFill>
              <a:effectLst/>
              <a:latin typeface="Euclid Circular A"/>
            </a:endParaRPr>
          </a:p>
        </p:txBody>
      </p:sp>
    </p:spTree>
    <p:extLst>
      <p:ext uri="{BB962C8B-B14F-4D97-AF65-F5344CB8AC3E}">
        <p14:creationId xmlns:p14="http://schemas.microsoft.com/office/powerpoint/2010/main" val="132704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F776-5122-9D9C-1832-6BA7A87257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1EA2FE-BBC8-488A-3C88-2E54EC18F337}"/>
              </a:ext>
            </a:extLst>
          </p:cNvPr>
          <p:cNvSpPr txBox="1"/>
          <p:nvPr/>
        </p:nvSpPr>
        <p:spPr>
          <a:xfrm>
            <a:off x="368710" y="440915"/>
            <a:ext cx="4955458" cy="2554545"/>
          </a:xfrm>
          <a:prstGeom prst="rect">
            <a:avLst/>
          </a:prstGeom>
          <a:noFill/>
        </p:spPr>
        <p:txBody>
          <a:bodyPr wrap="square">
            <a:spAutoFit/>
          </a:bodyPr>
          <a:lstStyle/>
          <a:p>
            <a:pPr algn="l">
              <a:lnSpc>
                <a:spcPts val="1800"/>
              </a:lnSpc>
              <a:spcBef>
                <a:spcPts val="1800"/>
              </a:spcBef>
              <a:spcAft>
                <a:spcPts val="600"/>
              </a:spcAft>
              <a:buNone/>
            </a:pPr>
            <a:r>
              <a:rPr lang="en-US" b="1" i="0" dirty="0">
                <a:solidFill>
                  <a:srgbClr val="001E2B"/>
                </a:solidFill>
                <a:effectLst/>
                <a:latin typeface="Euclid Circular A"/>
              </a:rPr>
              <a:t>High Availability</a:t>
            </a:r>
            <a:endParaRPr lang="en-US" b="1" i="0" dirty="0">
              <a:solidFill>
                <a:srgbClr val="001E2B"/>
              </a:solidFill>
              <a:effectLst/>
              <a:latin typeface="Euclid Circular A"/>
              <a:hlinkClick r:id="rId2" tooltip="Permalink to this heading"/>
            </a:endParaRPr>
          </a:p>
          <a:p>
            <a:pPr algn="l">
              <a:lnSpc>
                <a:spcPts val="2100"/>
              </a:lnSpc>
              <a:spcAft>
                <a:spcPts val="1200"/>
              </a:spcAft>
              <a:buNone/>
            </a:pPr>
            <a:r>
              <a:rPr lang="en-US" b="0" i="0" dirty="0">
                <a:solidFill>
                  <a:srgbClr val="001E2B"/>
                </a:solidFill>
                <a:effectLst/>
                <a:latin typeface="Euclid Circular A"/>
              </a:rPr>
              <a:t>MongoDB's built-in replication mechanism provides automatic failover, data redundancy, and increased read capacity. With automatic failover, if the primary server becomes unavailable, the cluster automatically elects a new primary, which ensures that writes remain available. Additionally, multiple copies of your data are stored across different servers to improve data durability.</a:t>
            </a:r>
          </a:p>
        </p:txBody>
      </p:sp>
      <p:sp>
        <p:nvSpPr>
          <p:cNvPr id="5" name="Rectangle 2">
            <a:extLst>
              <a:ext uri="{FF2B5EF4-FFF2-40B4-BE49-F238E27FC236}">
                <a16:creationId xmlns:a16="http://schemas.microsoft.com/office/drawing/2014/main" id="{7ADB18D5-2FC2-29E1-88EE-473798356365}"/>
              </a:ext>
            </a:extLst>
          </p:cNvPr>
          <p:cNvSpPr>
            <a:spLocks noChangeArrowheads="1"/>
          </p:cNvSpPr>
          <p:nvPr/>
        </p:nvSpPr>
        <p:spPr bwMode="auto">
          <a:xfrm>
            <a:off x="537087" y="3429000"/>
            <a:ext cx="7279558" cy="2018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rgbClr val="001E2B"/>
                </a:solidFill>
                <a:effectLst/>
                <a:latin typeface="Euclid Circular A"/>
              </a:rPr>
              <a:t>Horizontal Scaling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1E2B"/>
                </a:solidFill>
                <a:effectLst/>
                <a:latin typeface="Euclid Circular A"/>
              </a:rPr>
              <a:t>MongoDB natively supports horizontal scaling through a technique called </a:t>
            </a:r>
            <a:r>
              <a:rPr kumimoji="0" lang="en-US" altLang="en-US" sz="1200" b="0" i="0" u="none" strike="noStrike" cap="none" normalizeH="0" baseline="0" dirty="0">
                <a:ln>
                  <a:noFill/>
                </a:ln>
                <a:solidFill>
                  <a:srgbClr val="016BF8"/>
                </a:solidFill>
                <a:effectLst/>
                <a:latin typeface="Euclid Circular A"/>
                <a:hlinkClick r:id="rId3"/>
              </a:rPr>
              <a:t>Sharding.</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1E2B"/>
                </a:solidFill>
                <a:effectLst/>
                <a:latin typeface="Euclid Circular A"/>
              </a:rPr>
              <a:t>Key sharding features include:</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1E2B"/>
                </a:solidFill>
                <a:effectLst/>
                <a:latin typeface="Euclid Circular A"/>
              </a:rPr>
              <a:t>Automatic Data Distribution:</a:t>
            </a:r>
            <a:r>
              <a:rPr kumimoji="0" lang="en-US" altLang="en-US" sz="1200" b="0" i="0" u="none" strike="noStrike" cap="none" normalizeH="0" baseline="0" dirty="0">
                <a:ln>
                  <a:noFill/>
                </a:ln>
                <a:solidFill>
                  <a:srgbClr val="001E2B"/>
                </a:solidFill>
                <a:effectLst/>
                <a:latin typeface="Euclid Circular A"/>
              </a:rPr>
              <a:t> MongoDB automatically partitions data based on a shard key and distributes it across a cluster of machines.</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1E2B"/>
                </a:solidFill>
                <a:effectLst/>
                <a:latin typeface="Euclid Circular A"/>
              </a:rPr>
              <a:t>Zone Sharding:</a:t>
            </a:r>
            <a:r>
              <a:rPr kumimoji="0" lang="en-US" altLang="en-US" sz="1200" b="0" i="0" u="none" strike="noStrike" cap="none" normalizeH="0" baseline="0" dirty="0">
                <a:ln>
                  <a:noFill/>
                </a:ln>
                <a:solidFill>
                  <a:srgbClr val="001E2B"/>
                </a:solidFill>
                <a:effectLst/>
                <a:latin typeface="Euclid Circular A"/>
              </a:rPr>
              <a:t> You can define geographical zones to control the placement of documents based on shard key ranges.</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1E2B"/>
                </a:solidFill>
                <a:effectLst/>
                <a:latin typeface="Euclid Circular A"/>
              </a:rPr>
              <a:t>Shard Key Refinement:</a:t>
            </a:r>
            <a:r>
              <a:rPr kumimoji="0" lang="en-US" altLang="en-US" sz="1200" b="0" i="0" u="none" strike="noStrike" cap="none" normalizeH="0" baseline="0" dirty="0">
                <a:ln>
                  <a:noFill/>
                </a:ln>
                <a:solidFill>
                  <a:srgbClr val="001E2B"/>
                </a:solidFill>
                <a:effectLst/>
                <a:latin typeface="Euclid Circular A"/>
              </a:rPr>
              <a:t> You can refine your shard key to improve performance as your application evolves.</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0000EE"/>
                </a:solidFill>
                <a:effectLst/>
                <a:latin typeface="Euclid Circular A"/>
                <a:hlinkClick r:id="rId4" tooltip="Next Section"/>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6851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56DC-4F95-0F27-C495-4C63757B1A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7B7DD3-ADF6-14F4-6552-9F53D9FD189A}"/>
              </a:ext>
            </a:extLst>
          </p:cNvPr>
          <p:cNvSpPr txBox="1"/>
          <p:nvPr/>
        </p:nvSpPr>
        <p:spPr>
          <a:xfrm>
            <a:off x="353962" y="335100"/>
            <a:ext cx="8480322" cy="1608133"/>
          </a:xfrm>
          <a:prstGeom prst="rect">
            <a:avLst/>
          </a:prstGeom>
          <a:noFill/>
        </p:spPr>
        <p:txBody>
          <a:bodyPr wrap="square">
            <a:spAutoFit/>
          </a:bodyPr>
          <a:lstStyle/>
          <a:p>
            <a:pPr algn="l">
              <a:lnSpc>
                <a:spcPts val="2100"/>
              </a:lnSpc>
              <a:spcAft>
                <a:spcPts val="1200"/>
              </a:spcAft>
              <a:buNone/>
            </a:pPr>
            <a:r>
              <a:rPr lang="en-US" b="0" i="0" dirty="0">
                <a:solidFill>
                  <a:srgbClr val="001E2B"/>
                </a:solidFill>
                <a:effectLst/>
                <a:latin typeface="Euclid Circular A"/>
              </a:rPr>
              <a:t>MongoDB stores data records as BSON documents. BSON is a binary representation of </a:t>
            </a:r>
            <a:r>
              <a:rPr lang="en-US" b="0" i="0" dirty="0">
                <a:solidFill>
                  <a:srgbClr val="016BF8"/>
                </a:solidFill>
                <a:effectLst/>
                <a:latin typeface="Euclid Circular A"/>
                <a:hlinkClick r:id="rId2"/>
              </a:rPr>
              <a:t>JSON</a:t>
            </a:r>
            <a:r>
              <a:rPr lang="en-US" b="0" i="0" dirty="0">
                <a:solidFill>
                  <a:srgbClr val="001E2B"/>
                </a:solidFill>
                <a:effectLst/>
                <a:latin typeface="Euclid Circular A"/>
              </a:rPr>
              <a:t> documents with additional data types. For the BSON spec, see </a:t>
            </a:r>
            <a:r>
              <a:rPr lang="en-US" b="0" i="0" dirty="0">
                <a:solidFill>
                  <a:srgbClr val="016BF8"/>
                </a:solidFill>
                <a:effectLst/>
                <a:latin typeface="Euclid Circular A"/>
                <a:hlinkClick r:id="rId3"/>
              </a:rPr>
              <a:t>bsonspec.org</a:t>
            </a:r>
            <a:r>
              <a:rPr lang="en-US" b="0" i="0" dirty="0">
                <a:solidFill>
                  <a:srgbClr val="001E2B"/>
                </a:solidFill>
                <a:effectLst/>
                <a:latin typeface="Euclid Circular A"/>
              </a:rPr>
              <a:t>. See also </a:t>
            </a:r>
            <a:r>
              <a:rPr lang="en-US" b="0" i="0" dirty="0">
                <a:solidFill>
                  <a:srgbClr val="016BF8"/>
                </a:solidFill>
                <a:effectLst/>
                <a:latin typeface="Euclid Circular A"/>
                <a:hlinkClick r:id="rId4"/>
              </a:rPr>
              <a:t>BSON Types.</a:t>
            </a:r>
            <a:endParaRPr lang="en-US" b="0" i="0" dirty="0">
              <a:solidFill>
                <a:srgbClr val="001E2B"/>
              </a:solidFill>
              <a:effectLst/>
              <a:latin typeface="Euclid Circular A"/>
            </a:endParaRPr>
          </a:p>
          <a:p>
            <a:pPr>
              <a:buNone/>
            </a:pPr>
            <a:br>
              <a:rPr lang="en-US" dirty="0"/>
            </a:br>
            <a:endParaRPr lang="en-US" dirty="0"/>
          </a:p>
        </p:txBody>
      </p:sp>
      <p:pic>
        <p:nvPicPr>
          <p:cNvPr id="7" name="Picture 6">
            <a:extLst>
              <a:ext uri="{FF2B5EF4-FFF2-40B4-BE49-F238E27FC236}">
                <a16:creationId xmlns:a16="http://schemas.microsoft.com/office/drawing/2014/main" id="{A01E9E25-2189-CA94-9FB7-142395EBF608}"/>
              </a:ext>
            </a:extLst>
          </p:cNvPr>
          <p:cNvPicPr>
            <a:picLocks noChangeAspect="1"/>
          </p:cNvPicPr>
          <p:nvPr/>
        </p:nvPicPr>
        <p:blipFill>
          <a:blip r:embed="rId5"/>
          <a:stretch>
            <a:fillRect/>
          </a:stretch>
        </p:blipFill>
        <p:spPr>
          <a:xfrm>
            <a:off x="616052" y="1410007"/>
            <a:ext cx="5429250" cy="1619250"/>
          </a:xfrm>
          <a:prstGeom prst="rect">
            <a:avLst/>
          </a:prstGeom>
        </p:spPr>
      </p:pic>
      <p:graphicFrame>
        <p:nvGraphicFramePr>
          <p:cNvPr id="10" name="Table 9">
            <a:extLst>
              <a:ext uri="{FF2B5EF4-FFF2-40B4-BE49-F238E27FC236}">
                <a16:creationId xmlns:a16="http://schemas.microsoft.com/office/drawing/2014/main" id="{F84F1C7B-D4A4-2E96-4E37-12C8A5ECFF19}"/>
              </a:ext>
            </a:extLst>
          </p:cNvPr>
          <p:cNvGraphicFramePr>
            <a:graphicFrameLocks noGrp="1"/>
          </p:cNvGraphicFramePr>
          <p:nvPr>
            <p:extLst>
              <p:ext uri="{D42A27DB-BD31-4B8C-83A1-F6EECF244321}">
                <p14:modId xmlns:p14="http://schemas.microsoft.com/office/powerpoint/2010/main" val="2413912860"/>
              </p:ext>
            </p:extLst>
          </p:nvPr>
        </p:nvGraphicFramePr>
        <p:xfrm>
          <a:off x="616052" y="4431018"/>
          <a:ext cx="2790825" cy="2560320"/>
        </p:xfrm>
        <a:graphic>
          <a:graphicData uri="http://schemas.openxmlformats.org/drawingml/2006/table">
            <a:tbl>
              <a:tblPr/>
              <a:tblGrid>
                <a:gridCol w="2790825">
                  <a:extLst>
                    <a:ext uri="{9D8B030D-6E8A-4147-A177-3AD203B41FA5}">
                      <a16:colId xmlns:a16="http://schemas.microsoft.com/office/drawing/2014/main" val="1758875287"/>
                    </a:ext>
                  </a:extLst>
                </a:gridCol>
              </a:tblGrid>
              <a:tr h="0">
                <a:tc>
                  <a:txBody>
                    <a:bodyPr/>
                    <a:lstStyle/>
                    <a:p>
                      <a:pPr algn="l" fontAlgn="t">
                        <a:buNone/>
                      </a:pPr>
                      <a:r>
                        <a:rPr lang="en-US">
                          <a:effectLst/>
                        </a:rPr>
                        <a:t>{</a:t>
                      </a:r>
                    </a:p>
                  </a:txBody>
                  <a:tcPr marL="121920" marR="121920">
                    <a:lnL>
                      <a:noFill/>
                    </a:lnL>
                    <a:lnR>
                      <a:noFill/>
                    </a:lnR>
                    <a:lnT>
                      <a:noFill/>
                    </a:lnT>
                    <a:lnB>
                      <a:noFill/>
                    </a:lnB>
                    <a:noFill/>
                  </a:tcPr>
                </a:tc>
                <a:extLst>
                  <a:ext uri="{0D108BD9-81ED-4DB2-BD59-A6C34878D82A}">
                    <a16:rowId xmlns:a16="http://schemas.microsoft.com/office/drawing/2014/main" val="3216448882"/>
                  </a:ext>
                </a:extLst>
              </a:tr>
              <a:tr h="0">
                <a:tc>
                  <a:txBody>
                    <a:bodyPr/>
                    <a:lstStyle/>
                    <a:p>
                      <a:pPr algn="l" fontAlgn="t">
                        <a:buNone/>
                      </a:pPr>
                      <a:r>
                        <a:rPr lang="en-US">
                          <a:solidFill>
                            <a:srgbClr val="D83713"/>
                          </a:solidFill>
                          <a:effectLst/>
                        </a:rPr>
                        <a:t>field1</a:t>
                      </a:r>
                      <a:r>
                        <a:rPr lang="en-US">
                          <a:effectLst/>
                        </a:rPr>
                        <a:t>: value1,</a:t>
                      </a:r>
                    </a:p>
                  </a:txBody>
                  <a:tcPr marL="121920" marR="121920">
                    <a:lnL>
                      <a:noFill/>
                    </a:lnL>
                    <a:lnR>
                      <a:noFill/>
                    </a:lnR>
                    <a:lnT>
                      <a:noFill/>
                    </a:lnT>
                    <a:lnB>
                      <a:noFill/>
                    </a:lnB>
                    <a:noFill/>
                  </a:tcPr>
                </a:tc>
                <a:extLst>
                  <a:ext uri="{0D108BD9-81ED-4DB2-BD59-A6C34878D82A}">
                    <a16:rowId xmlns:a16="http://schemas.microsoft.com/office/drawing/2014/main" val="205562450"/>
                  </a:ext>
                </a:extLst>
              </a:tr>
              <a:tr h="0">
                <a:tc>
                  <a:txBody>
                    <a:bodyPr/>
                    <a:lstStyle/>
                    <a:p>
                      <a:pPr algn="l" fontAlgn="t">
                        <a:buNone/>
                      </a:pPr>
                      <a:r>
                        <a:rPr lang="en-US">
                          <a:solidFill>
                            <a:srgbClr val="D83713"/>
                          </a:solidFill>
                          <a:effectLst/>
                        </a:rPr>
                        <a:t>field2</a:t>
                      </a:r>
                      <a:r>
                        <a:rPr lang="en-US">
                          <a:effectLst/>
                        </a:rPr>
                        <a:t>: value2,</a:t>
                      </a:r>
                    </a:p>
                  </a:txBody>
                  <a:tcPr marL="121920" marR="121920">
                    <a:lnL>
                      <a:noFill/>
                    </a:lnL>
                    <a:lnR>
                      <a:noFill/>
                    </a:lnR>
                    <a:lnT>
                      <a:noFill/>
                    </a:lnT>
                    <a:lnB>
                      <a:noFill/>
                    </a:lnB>
                    <a:noFill/>
                  </a:tcPr>
                </a:tc>
                <a:extLst>
                  <a:ext uri="{0D108BD9-81ED-4DB2-BD59-A6C34878D82A}">
                    <a16:rowId xmlns:a16="http://schemas.microsoft.com/office/drawing/2014/main" val="3887800064"/>
                  </a:ext>
                </a:extLst>
              </a:tr>
              <a:tr h="0">
                <a:tc>
                  <a:txBody>
                    <a:bodyPr/>
                    <a:lstStyle/>
                    <a:p>
                      <a:pPr algn="l" fontAlgn="t">
                        <a:buNone/>
                      </a:pPr>
                      <a:r>
                        <a:rPr lang="en-US">
                          <a:solidFill>
                            <a:srgbClr val="D83713"/>
                          </a:solidFill>
                          <a:effectLst/>
                        </a:rPr>
                        <a:t>field3</a:t>
                      </a:r>
                      <a:r>
                        <a:rPr lang="en-US">
                          <a:effectLst/>
                        </a:rPr>
                        <a:t>: value3,</a:t>
                      </a:r>
                    </a:p>
                  </a:txBody>
                  <a:tcPr marL="121920" marR="121920">
                    <a:lnL>
                      <a:noFill/>
                    </a:lnL>
                    <a:lnR>
                      <a:noFill/>
                    </a:lnR>
                    <a:lnT>
                      <a:noFill/>
                    </a:lnT>
                    <a:lnB>
                      <a:noFill/>
                    </a:lnB>
                    <a:noFill/>
                  </a:tcPr>
                </a:tc>
                <a:extLst>
                  <a:ext uri="{0D108BD9-81ED-4DB2-BD59-A6C34878D82A}">
                    <a16:rowId xmlns:a16="http://schemas.microsoft.com/office/drawing/2014/main" val="2099070324"/>
                  </a:ext>
                </a:extLst>
              </a:tr>
              <a:tr h="0">
                <a:tc>
                  <a:txBody>
                    <a:bodyPr/>
                    <a:lstStyle/>
                    <a:p>
                      <a:pPr algn="l" fontAlgn="t">
                        <a:buNone/>
                      </a:pPr>
                      <a:r>
                        <a:rPr lang="en-US" dirty="0">
                          <a:effectLst/>
                        </a:rPr>
                        <a:t>...</a:t>
                      </a:r>
                    </a:p>
                  </a:txBody>
                  <a:tcPr marL="121920" marR="121920">
                    <a:lnL>
                      <a:noFill/>
                    </a:lnL>
                    <a:lnR>
                      <a:noFill/>
                    </a:lnR>
                    <a:lnT>
                      <a:noFill/>
                    </a:lnT>
                    <a:lnB>
                      <a:noFill/>
                    </a:lnB>
                    <a:noFill/>
                  </a:tcPr>
                </a:tc>
                <a:extLst>
                  <a:ext uri="{0D108BD9-81ED-4DB2-BD59-A6C34878D82A}">
                    <a16:rowId xmlns:a16="http://schemas.microsoft.com/office/drawing/2014/main" val="2196921213"/>
                  </a:ext>
                </a:extLst>
              </a:tr>
              <a:tr h="0">
                <a:tc>
                  <a:txBody>
                    <a:bodyPr/>
                    <a:lstStyle/>
                    <a:p>
                      <a:pPr algn="l" fontAlgn="t">
                        <a:buNone/>
                      </a:pPr>
                      <a:r>
                        <a:rPr lang="en-US">
                          <a:solidFill>
                            <a:srgbClr val="D83713"/>
                          </a:solidFill>
                          <a:effectLst/>
                        </a:rPr>
                        <a:t>fieldN</a:t>
                      </a:r>
                      <a:r>
                        <a:rPr lang="en-US">
                          <a:effectLst/>
                        </a:rPr>
                        <a:t>: valueN</a:t>
                      </a:r>
                    </a:p>
                  </a:txBody>
                  <a:tcPr marL="121920" marR="121920">
                    <a:lnL>
                      <a:noFill/>
                    </a:lnL>
                    <a:lnR>
                      <a:noFill/>
                    </a:lnR>
                    <a:lnT>
                      <a:noFill/>
                    </a:lnT>
                    <a:lnB>
                      <a:noFill/>
                    </a:lnB>
                    <a:noFill/>
                  </a:tcPr>
                </a:tc>
                <a:extLst>
                  <a:ext uri="{0D108BD9-81ED-4DB2-BD59-A6C34878D82A}">
                    <a16:rowId xmlns:a16="http://schemas.microsoft.com/office/drawing/2014/main" val="2427806380"/>
                  </a:ext>
                </a:extLst>
              </a:tr>
              <a:tr h="0">
                <a:tc>
                  <a:txBody>
                    <a:bodyPr/>
                    <a:lstStyle/>
                    <a:p>
                      <a:pPr algn="l" fontAlgn="t">
                        <a:buNone/>
                      </a:pPr>
                      <a:r>
                        <a:rPr lang="en-US" dirty="0">
                          <a:effectLst/>
                        </a:rPr>
                        <a:t>}</a:t>
                      </a:r>
                    </a:p>
                  </a:txBody>
                  <a:tcPr marL="121920" marR="121920">
                    <a:lnL>
                      <a:noFill/>
                    </a:lnL>
                    <a:lnR>
                      <a:noFill/>
                    </a:lnR>
                    <a:lnT>
                      <a:noFill/>
                    </a:lnT>
                    <a:lnB>
                      <a:noFill/>
                    </a:lnB>
                    <a:noFill/>
                  </a:tcPr>
                </a:tc>
                <a:extLst>
                  <a:ext uri="{0D108BD9-81ED-4DB2-BD59-A6C34878D82A}">
                    <a16:rowId xmlns:a16="http://schemas.microsoft.com/office/drawing/2014/main" val="2452510162"/>
                  </a:ext>
                </a:extLst>
              </a:tr>
            </a:tbl>
          </a:graphicData>
        </a:graphic>
      </p:graphicFrame>
      <p:sp>
        <p:nvSpPr>
          <p:cNvPr id="11" name="Rectangle 4">
            <a:extLst>
              <a:ext uri="{FF2B5EF4-FFF2-40B4-BE49-F238E27FC236}">
                <a16:creationId xmlns:a16="http://schemas.microsoft.com/office/drawing/2014/main" id="{DB40ED3F-8C64-BA25-0A63-A281EC03ABD9}"/>
              </a:ext>
            </a:extLst>
          </p:cNvPr>
          <p:cNvSpPr>
            <a:spLocks noChangeArrowheads="1"/>
          </p:cNvSpPr>
          <p:nvPr/>
        </p:nvSpPr>
        <p:spPr bwMode="auto">
          <a:xfrm>
            <a:off x="616052" y="3596373"/>
            <a:ext cx="6522167" cy="4616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E2B"/>
                </a:solidFill>
                <a:effectLst/>
                <a:latin typeface="Euclid Circular A"/>
              </a:rPr>
              <a:t>Document Structure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1E2B"/>
                </a:solidFill>
                <a:effectLst/>
                <a:latin typeface="Euclid Circular A"/>
              </a:rPr>
              <a:t>Documents are composed of field-value pairs and have the following structure:</a:t>
            </a:r>
            <a:endParaRPr kumimoji="0" lang="en-US" altLang="en-US" sz="600" b="0" i="0" u="none" strike="noStrike" cap="none" normalizeH="0" baseline="0" dirty="0">
              <a:ln>
                <a:noFill/>
              </a:ln>
              <a:solidFill>
                <a:schemeClr val="tx1"/>
              </a:solidFill>
              <a:effectLst/>
            </a:endParaRPr>
          </a:p>
        </p:txBody>
      </p:sp>
      <p:sp>
        <p:nvSpPr>
          <p:cNvPr id="13" name="TextBox 12">
            <a:extLst>
              <a:ext uri="{FF2B5EF4-FFF2-40B4-BE49-F238E27FC236}">
                <a16:creationId xmlns:a16="http://schemas.microsoft.com/office/drawing/2014/main" id="{739D4E4E-56AB-AB45-DD80-27A8F5E3122D}"/>
              </a:ext>
            </a:extLst>
          </p:cNvPr>
          <p:cNvSpPr txBox="1"/>
          <p:nvPr/>
        </p:nvSpPr>
        <p:spPr>
          <a:xfrm>
            <a:off x="4021396" y="4704734"/>
            <a:ext cx="4955458"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E2B"/>
                </a:solidFill>
                <a:effectLst/>
                <a:latin typeface="Euclid Circular A"/>
              </a:rPr>
              <a:t>The value of a field can be any of the BSON </a:t>
            </a:r>
            <a:r>
              <a:rPr kumimoji="0" lang="en-US" altLang="en-US" sz="1800" b="0" i="0" u="none" strike="noStrike" cap="none" normalizeH="0" baseline="0" dirty="0">
                <a:ln>
                  <a:noFill/>
                </a:ln>
                <a:solidFill>
                  <a:srgbClr val="016BF8"/>
                </a:solidFill>
                <a:effectLst/>
                <a:latin typeface="Euclid Circular A"/>
                <a:hlinkClick r:id="rId4"/>
              </a:rPr>
              <a:t>data types</a:t>
            </a:r>
            <a:r>
              <a:rPr kumimoji="0" lang="en-US" altLang="en-US" sz="1800" b="0" i="0" u="none" strike="noStrike" cap="none" normalizeH="0" baseline="0" dirty="0">
                <a:ln>
                  <a:noFill/>
                </a:ln>
                <a:solidFill>
                  <a:srgbClr val="001E2B"/>
                </a:solidFill>
                <a:effectLst/>
                <a:latin typeface="Euclid Circular A"/>
              </a:rPr>
              <a:t>, including other documents, arrays, and arrays of documents. For example, the following document contains values of varying types:</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2BAE703D-B671-491C-9BEA-A67C9BDF5C13}"/>
              </a:ext>
            </a:extLst>
          </p:cNvPr>
          <p:cNvSpPr txBox="1"/>
          <p:nvPr/>
        </p:nvSpPr>
        <p:spPr>
          <a:xfrm>
            <a:off x="6307392" y="1338642"/>
            <a:ext cx="4955458" cy="2862322"/>
          </a:xfrm>
          <a:prstGeom prst="rect">
            <a:avLst/>
          </a:prstGeom>
          <a:noFill/>
        </p:spPr>
        <p:txBody>
          <a:bodyPr wrap="square">
            <a:spAutoFit/>
          </a:bodyPr>
          <a:lstStyle/>
          <a:p>
            <a:r>
              <a:rPr lang="en-US" dirty="0"/>
              <a:t>var </a:t>
            </a:r>
            <a:r>
              <a:rPr lang="en-US" dirty="0" err="1"/>
              <a:t>mydoc</a:t>
            </a:r>
            <a:r>
              <a:rPr lang="en-US" dirty="0"/>
              <a:t> = {</a:t>
            </a:r>
          </a:p>
          <a:p>
            <a:r>
              <a:rPr lang="en-US" dirty="0"/>
              <a:t>               _id: </a:t>
            </a:r>
            <a:r>
              <a:rPr lang="en-US" dirty="0" err="1"/>
              <a:t>ObjectId</a:t>
            </a:r>
            <a:r>
              <a:rPr lang="en-US" dirty="0"/>
              <a:t>("5099803df3f4948bd2f98391"),</a:t>
            </a:r>
          </a:p>
          <a:p>
            <a:r>
              <a:rPr lang="en-US" dirty="0"/>
              <a:t>               name: { first: "Alan", last: "Turing" },</a:t>
            </a:r>
          </a:p>
          <a:p>
            <a:r>
              <a:rPr lang="en-US" dirty="0"/>
              <a:t>               birth: new Date('Jun 23, 1912'),</a:t>
            </a:r>
          </a:p>
          <a:p>
            <a:r>
              <a:rPr lang="en-US" dirty="0"/>
              <a:t>               death: new Date('Jun 07, 1954'),</a:t>
            </a:r>
          </a:p>
          <a:p>
            <a:r>
              <a:rPr lang="en-US" dirty="0"/>
              <a:t>               </a:t>
            </a:r>
            <a:r>
              <a:rPr lang="en-US" dirty="0" err="1"/>
              <a:t>contribs</a:t>
            </a:r>
            <a:r>
              <a:rPr lang="en-US" dirty="0"/>
              <a:t>: [ "Turing machine", "Turing test", "Turingery" ],</a:t>
            </a:r>
          </a:p>
          <a:p>
            <a:r>
              <a:rPr lang="en-US" dirty="0"/>
              <a:t>               views : Long(1250000)</a:t>
            </a:r>
          </a:p>
          <a:p>
            <a:r>
              <a:rPr lang="en-US" dirty="0"/>
              <a:t>            }</a:t>
            </a:r>
          </a:p>
        </p:txBody>
      </p:sp>
    </p:spTree>
    <p:extLst>
      <p:ext uri="{BB962C8B-B14F-4D97-AF65-F5344CB8AC3E}">
        <p14:creationId xmlns:p14="http://schemas.microsoft.com/office/powerpoint/2010/main" val="2145761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7B41F-6114-4AA2-952A-6083A34CF3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65375DA-C81E-7665-54AA-0BC77A4B888D}"/>
              </a:ext>
            </a:extLst>
          </p:cNvPr>
          <p:cNvSpPr txBox="1"/>
          <p:nvPr/>
        </p:nvSpPr>
        <p:spPr>
          <a:xfrm>
            <a:off x="398206" y="295436"/>
            <a:ext cx="4955458" cy="1990097"/>
          </a:xfrm>
          <a:prstGeom prst="rect">
            <a:avLst/>
          </a:prstGeom>
          <a:noFill/>
        </p:spPr>
        <p:txBody>
          <a:bodyPr wrap="square">
            <a:spAutoFit/>
          </a:bodyPr>
          <a:lstStyle/>
          <a:p>
            <a:pPr algn="l">
              <a:lnSpc>
                <a:spcPts val="2100"/>
              </a:lnSpc>
              <a:spcAft>
                <a:spcPts val="1200"/>
              </a:spcAft>
              <a:buNone/>
            </a:pPr>
            <a:r>
              <a:rPr lang="en-US" b="0" i="0" dirty="0">
                <a:solidFill>
                  <a:srgbClr val="001E2B"/>
                </a:solidFill>
                <a:effectLst/>
                <a:latin typeface="Euclid Circular A"/>
              </a:rPr>
              <a:t>The above fields have the following data types:</a:t>
            </a:r>
          </a:p>
          <a:p>
            <a:pPr algn="l">
              <a:lnSpc>
                <a:spcPts val="1500"/>
              </a:lnSpc>
              <a:spcAft>
                <a:spcPts val="600"/>
              </a:spcAft>
              <a:buFont typeface="Arial" panose="020B0604020202020204" pitchFamily="34" charset="0"/>
              <a:buChar char="•"/>
            </a:pPr>
            <a:r>
              <a:rPr lang="en-US" b="0" i="0" dirty="0">
                <a:solidFill>
                  <a:srgbClr val="001E2B"/>
                </a:solidFill>
                <a:effectLst/>
                <a:latin typeface="Source Code Pro" panose="020B0509030403020204" pitchFamily="49" charset="0"/>
              </a:rPr>
              <a:t>_id</a:t>
            </a:r>
            <a:r>
              <a:rPr lang="en-US" b="0" i="0" dirty="0">
                <a:solidFill>
                  <a:srgbClr val="001E2B"/>
                </a:solidFill>
                <a:effectLst/>
                <a:latin typeface="Euclid Circular A"/>
              </a:rPr>
              <a:t> holds an </a:t>
            </a:r>
            <a:r>
              <a:rPr lang="en-US" b="0" i="0" dirty="0" err="1">
                <a:solidFill>
                  <a:srgbClr val="016BF8"/>
                </a:solidFill>
                <a:effectLst/>
                <a:latin typeface="Euclid Circular A"/>
                <a:hlinkClick r:id="rId2"/>
              </a:rPr>
              <a:t>ObjectId</a:t>
            </a:r>
            <a:r>
              <a:rPr lang="en-US" b="0" i="0" dirty="0">
                <a:solidFill>
                  <a:srgbClr val="016BF8"/>
                </a:solidFill>
                <a:effectLst/>
                <a:latin typeface="Euclid Circular A"/>
                <a:hlinkClick r:id="rId2"/>
              </a:rPr>
              <a:t>.</a:t>
            </a:r>
            <a:endParaRPr lang="en-US" b="0" i="0" dirty="0">
              <a:solidFill>
                <a:srgbClr val="001E2B"/>
              </a:solidFill>
              <a:effectLst/>
              <a:latin typeface="Euclid Circular A"/>
            </a:endParaRPr>
          </a:p>
          <a:p>
            <a:pPr algn="l">
              <a:lnSpc>
                <a:spcPts val="1500"/>
              </a:lnSpc>
              <a:spcAft>
                <a:spcPts val="600"/>
              </a:spcAft>
              <a:buFont typeface="Arial" panose="020B0604020202020204" pitchFamily="34" charset="0"/>
              <a:buChar char="•"/>
            </a:pPr>
            <a:r>
              <a:rPr lang="en-US" b="0" i="0" dirty="0">
                <a:solidFill>
                  <a:srgbClr val="001E2B"/>
                </a:solidFill>
                <a:effectLst/>
                <a:latin typeface="Source Code Pro" panose="020B0509030403020204" pitchFamily="49" charset="0"/>
              </a:rPr>
              <a:t>name</a:t>
            </a:r>
            <a:r>
              <a:rPr lang="en-US" b="0" i="0" dirty="0">
                <a:solidFill>
                  <a:srgbClr val="001E2B"/>
                </a:solidFill>
                <a:effectLst/>
                <a:latin typeface="Euclid Circular A"/>
              </a:rPr>
              <a:t> holds an </a:t>
            </a:r>
            <a:r>
              <a:rPr lang="en-US" b="0" i="1" dirty="0">
                <a:solidFill>
                  <a:srgbClr val="001E2B"/>
                </a:solidFill>
                <a:effectLst/>
                <a:latin typeface="Euclid Circular A"/>
              </a:rPr>
              <a:t>embedded document</a:t>
            </a:r>
            <a:r>
              <a:rPr lang="en-US" b="0" i="0" dirty="0">
                <a:solidFill>
                  <a:srgbClr val="001E2B"/>
                </a:solidFill>
                <a:effectLst/>
                <a:latin typeface="Euclid Circular A"/>
              </a:rPr>
              <a:t> that contains the fields </a:t>
            </a:r>
            <a:r>
              <a:rPr lang="en-US" b="0" i="0" dirty="0">
                <a:solidFill>
                  <a:srgbClr val="001E2B"/>
                </a:solidFill>
                <a:effectLst/>
                <a:latin typeface="Source Code Pro" panose="020B0509030403020204" pitchFamily="49" charset="0"/>
              </a:rPr>
              <a:t>first</a:t>
            </a:r>
            <a:r>
              <a:rPr lang="en-US" b="0" i="0" dirty="0">
                <a:solidFill>
                  <a:srgbClr val="001E2B"/>
                </a:solidFill>
                <a:effectLst/>
                <a:latin typeface="Euclid Circular A"/>
              </a:rPr>
              <a:t> and </a:t>
            </a:r>
            <a:r>
              <a:rPr lang="en-US" b="0" i="0" dirty="0">
                <a:solidFill>
                  <a:srgbClr val="001E2B"/>
                </a:solidFill>
                <a:effectLst/>
                <a:latin typeface="Source Code Pro" panose="020B0509030403020204" pitchFamily="49" charset="0"/>
              </a:rPr>
              <a:t>last</a:t>
            </a:r>
            <a:r>
              <a:rPr lang="en-US" b="0" i="0" dirty="0">
                <a:solidFill>
                  <a:srgbClr val="001E2B"/>
                </a:solidFill>
                <a:effectLst/>
                <a:latin typeface="Euclid Circular A"/>
              </a:rPr>
              <a:t>.</a:t>
            </a:r>
          </a:p>
          <a:p>
            <a:pPr algn="l">
              <a:lnSpc>
                <a:spcPts val="1500"/>
              </a:lnSpc>
              <a:spcAft>
                <a:spcPts val="600"/>
              </a:spcAft>
              <a:buFont typeface="Arial" panose="020B0604020202020204" pitchFamily="34" charset="0"/>
              <a:buChar char="•"/>
            </a:pPr>
            <a:r>
              <a:rPr lang="en-US" b="0" i="0" dirty="0">
                <a:solidFill>
                  <a:srgbClr val="001E2B"/>
                </a:solidFill>
                <a:effectLst/>
                <a:latin typeface="Source Code Pro" panose="020B0509030403020204" pitchFamily="49" charset="0"/>
              </a:rPr>
              <a:t>birth</a:t>
            </a:r>
            <a:r>
              <a:rPr lang="en-US" b="0" i="0" dirty="0">
                <a:solidFill>
                  <a:srgbClr val="001E2B"/>
                </a:solidFill>
                <a:effectLst/>
                <a:latin typeface="Euclid Circular A"/>
              </a:rPr>
              <a:t> and </a:t>
            </a:r>
            <a:r>
              <a:rPr lang="en-US" b="0" i="0" dirty="0">
                <a:solidFill>
                  <a:srgbClr val="001E2B"/>
                </a:solidFill>
                <a:effectLst/>
                <a:latin typeface="Source Code Pro" panose="020B0509030403020204" pitchFamily="49" charset="0"/>
              </a:rPr>
              <a:t>death</a:t>
            </a:r>
            <a:r>
              <a:rPr lang="en-US" b="0" i="0" dirty="0">
                <a:solidFill>
                  <a:srgbClr val="001E2B"/>
                </a:solidFill>
                <a:effectLst/>
                <a:latin typeface="Euclid Circular A"/>
              </a:rPr>
              <a:t> hold values of the </a:t>
            </a:r>
            <a:r>
              <a:rPr lang="en-US" b="0" i="1" dirty="0">
                <a:solidFill>
                  <a:srgbClr val="001E2B"/>
                </a:solidFill>
                <a:effectLst/>
                <a:latin typeface="Euclid Circular A"/>
              </a:rPr>
              <a:t>Date</a:t>
            </a:r>
            <a:r>
              <a:rPr lang="en-US" b="0" i="0" dirty="0">
                <a:solidFill>
                  <a:srgbClr val="001E2B"/>
                </a:solidFill>
                <a:effectLst/>
                <a:latin typeface="Euclid Circular A"/>
              </a:rPr>
              <a:t> type.</a:t>
            </a:r>
          </a:p>
          <a:p>
            <a:pPr algn="l">
              <a:lnSpc>
                <a:spcPts val="1500"/>
              </a:lnSpc>
              <a:spcAft>
                <a:spcPts val="600"/>
              </a:spcAft>
              <a:buFont typeface="Arial" panose="020B0604020202020204" pitchFamily="34" charset="0"/>
              <a:buChar char="•"/>
            </a:pPr>
            <a:r>
              <a:rPr lang="en-US" b="0" i="0" dirty="0" err="1">
                <a:solidFill>
                  <a:srgbClr val="001E2B"/>
                </a:solidFill>
                <a:effectLst/>
                <a:latin typeface="Source Code Pro" panose="020B0509030403020204" pitchFamily="49" charset="0"/>
              </a:rPr>
              <a:t>contribs</a:t>
            </a:r>
            <a:r>
              <a:rPr lang="en-US" b="0" i="0" dirty="0">
                <a:solidFill>
                  <a:srgbClr val="001E2B"/>
                </a:solidFill>
                <a:effectLst/>
                <a:latin typeface="Euclid Circular A"/>
              </a:rPr>
              <a:t> holds an </a:t>
            </a:r>
            <a:r>
              <a:rPr lang="en-US" b="0" i="1" dirty="0">
                <a:solidFill>
                  <a:srgbClr val="001E2B"/>
                </a:solidFill>
                <a:effectLst/>
                <a:latin typeface="Euclid Circular A"/>
              </a:rPr>
              <a:t>array of strings</a:t>
            </a:r>
            <a:r>
              <a:rPr lang="en-US" b="0" i="0" dirty="0">
                <a:solidFill>
                  <a:srgbClr val="001E2B"/>
                </a:solidFill>
                <a:effectLst/>
                <a:latin typeface="Euclid Circular A"/>
              </a:rPr>
              <a:t>.</a:t>
            </a:r>
          </a:p>
          <a:p>
            <a:pPr algn="l">
              <a:lnSpc>
                <a:spcPts val="1500"/>
              </a:lnSpc>
              <a:spcAft>
                <a:spcPts val="600"/>
              </a:spcAft>
              <a:buFont typeface="Arial" panose="020B0604020202020204" pitchFamily="34" charset="0"/>
              <a:buChar char="•"/>
            </a:pPr>
            <a:r>
              <a:rPr lang="en-US" b="0" i="0" dirty="0">
                <a:solidFill>
                  <a:srgbClr val="001E2B"/>
                </a:solidFill>
                <a:effectLst/>
                <a:latin typeface="Source Code Pro" panose="020B0509030403020204" pitchFamily="49" charset="0"/>
              </a:rPr>
              <a:t>views</a:t>
            </a:r>
            <a:r>
              <a:rPr lang="en-US" b="0" i="0" dirty="0">
                <a:solidFill>
                  <a:srgbClr val="001E2B"/>
                </a:solidFill>
                <a:effectLst/>
                <a:latin typeface="Euclid Circular A"/>
              </a:rPr>
              <a:t> holds a value of the </a:t>
            </a:r>
            <a:r>
              <a:rPr lang="en-US" b="0" i="1" dirty="0" err="1">
                <a:solidFill>
                  <a:srgbClr val="001E2B"/>
                </a:solidFill>
                <a:effectLst/>
                <a:latin typeface="Euclid Circular A"/>
              </a:rPr>
              <a:t>NumberLong</a:t>
            </a:r>
            <a:r>
              <a:rPr lang="en-US" b="0" i="0" dirty="0">
                <a:solidFill>
                  <a:srgbClr val="001E2B"/>
                </a:solidFill>
                <a:effectLst/>
                <a:latin typeface="Euclid Circular A"/>
              </a:rPr>
              <a:t> type.</a:t>
            </a:r>
          </a:p>
        </p:txBody>
      </p:sp>
    </p:spTree>
    <p:extLst>
      <p:ext uri="{BB962C8B-B14F-4D97-AF65-F5344CB8AC3E}">
        <p14:creationId xmlns:p14="http://schemas.microsoft.com/office/powerpoint/2010/main" val="2555033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E068-DA3F-7C9A-61FF-2FCD6CDF2022}"/>
            </a:ext>
          </a:extLst>
        </p:cNvPr>
        <p:cNvGrpSpPr/>
        <p:nvPr/>
      </p:nvGrpSpPr>
      <p:grpSpPr>
        <a:xfrm>
          <a:off x="0" y="0"/>
          <a:ext cx="0" cy="0"/>
          <a:chOff x="0" y="0"/>
          <a:chExt cx="0" cy="0"/>
        </a:xfrm>
      </p:grpSpPr>
    </p:spTree>
    <p:extLst>
      <p:ext uri="{BB962C8B-B14F-4D97-AF65-F5344CB8AC3E}">
        <p14:creationId xmlns:p14="http://schemas.microsoft.com/office/powerpoint/2010/main" val="2168845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208D-0985-00C8-9982-1D94173FECE5}"/>
            </a:ext>
          </a:extLst>
        </p:cNvPr>
        <p:cNvGrpSpPr/>
        <p:nvPr/>
      </p:nvGrpSpPr>
      <p:grpSpPr>
        <a:xfrm>
          <a:off x="0" y="0"/>
          <a:ext cx="0" cy="0"/>
          <a:chOff x="0" y="0"/>
          <a:chExt cx="0" cy="0"/>
        </a:xfrm>
      </p:grpSpPr>
    </p:spTree>
    <p:extLst>
      <p:ext uri="{BB962C8B-B14F-4D97-AF65-F5344CB8AC3E}">
        <p14:creationId xmlns:p14="http://schemas.microsoft.com/office/powerpoint/2010/main" val="2026343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536A-EED8-A427-E116-F5A6BD812FAD}"/>
            </a:ext>
          </a:extLst>
        </p:cNvPr>
        <p:cNvGrpSpPr/>
        <p:nvPr/>
      </p:nvGrpSpPr>
      <p:grpSpPr>
        <a:xfrm>
          <a:off x="0" y="0"/>
          <a:ext cx="0" cy="0"/>
          <a:chOff x="0" y="0"/>
          <a:chExt cx="0" cy="0"/>
        </a:xfrm>
      </p:grpSpPr>
    </p:spTree>
    <p:extLst>
      <p:ext uri="{BB962C8B-B14F-4D97-AF65-F5344CB8AC3E}">
        <p14:creationId xmlns:p14="http://schemas.microsoft.com/office/powerpoint/2010/main" val="4249377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6295-F736-4541-E380-60D1680D5928}"/>
            </a:ext>
          </a:extLst>
        </p:cNvPr>
        <p:cNvGrpSpPr/>
        <p:nvPr/>
      </p:nvGrpSpPr>
      <p:grpSpPr>
        <a:xfrm>
          <a:off x="0" y="0"/>
          <a:ext cx="0" cy="0"/>
          <a:chOff x="0" y="0"/>
          <a:chExt cx="0" cy="0"/>
        </a:xfrm>
      </p:grpSpPr>
    </p:spTree>
    <p:extLst>
      <p:ext uri="{BB962C8B-B14F-4D97-AF65-F5344CB8AC3E}">
        <p14:creationId xmlns:p14="http://schemas.microsoft.com/office/powerpoint/2010/main" val="3227933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C126-04A2-CF97-FE38-E47FAAC339A9}"/>
            </a:ext>
          </a:extLst>
        </p:cNvPr>
        <p:cNvGrpSpPr/>
        <p:nvPr/>
      </p:nvGrpSpPr>
      <p:grpSpPr>
        <a:xfrm>
          <a:off x="0" y="0"/>
          <a:ext cx="0" cy="0"/>
          <a:chOff x="0" y="0"/>
          <a:chExt cx="0" cy="0"/>
        </a:xfrm>
      </p:grpSpPr>
    </p:spTree>
    <p:extLst>
      <p:ext uri="{BB962C8B-B14F-4D97-AF65-F5344CB8AC3E}">
        <p14:creationId xmlns:p14="http://schemas.microsoft.com/office/powerpoint/2010/main" val="248224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2B9A-8337-6E47-F8F4-F1FF3D654635}"/>
            </a:ext>
          </a:extLst>
        </p:cNvPr>
        <p:cNvGrpSpPr/>
        <p:nvPr/>
      </p:nvGrpSpPr>
      <p:grpSpPr>
        <a:xfrm>
          <a:off x="0" y="0"/>
          <a:ext cx="0" cy="0"/>
          <a:chOff x="0" y="0"/>
          <a:chExt cx="0" cy="0"/>
        </a:xfrm>
      </p:grpSpPr>
    </p:spTree>
    <p:extLst>
      <p:ext uri="{BB962C8B-B14F-4D97-AF65-F5344CB8AC3E}">
        <p14:creationId xmlns:p14="http://schemas.microsoft.com/office/powerpoint/2010/main" val="3982434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39D9-771D-1A99-8C9D-AF905F4171D5}"/>
            </a:ext>
          </a:extLst>
        </p:cNvPr>
        <p:cNvGrpSpPr/>
        <p:nvPr/>
      </p:nvGrpSpPr>
      <p:grpSpPr>
        <a:xfrm>
          <a:off x="0" y="0"/>
          <a:ext cx="0" cy="0"/>
          <a:chOff x="0" y="0"/>
          <a:chExt cx="0" cy="0"/>
        </a:xfrm>
      </p:grpSpPr>
    </p:spTree>
    <p:extLst>
      <p:ext uri="{BB962C8B-B14F-4D97-AF65-F5344CB8AC3E}">
        <p14:creationId xmlns:p14="http://schemas.microsoft.com/office/powerpoint/2010/main" val="3211495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51D3-0345-00B0-8AB0-A45023E7406D}"/>
            </a:ext>
          </a:extLst>
        </p:cNvPr>
        <p:cNvGrpSpPr/>
        <p:nvPr/>
      </p:nvGrpSpPr>
      <p:grpSpPr>
        <a:xfrm>
          <a:off x="0" y="0"/>
          <a:ext cx="0" cy="0"/>
          <a:chOff x="0" y="0"/>
          <a:chExt cx="0" cy="0"/>
        </a:xfrm>
      </p:grpSpPr>
    </p:spTree>
    <p:extLst>
      <p:ext uri="{BB962C8B-B14F-4D97-AF65-F5344CB8AC3E}">
        <p14:creationId xmlns:p14="http://schemas.microsoft.com/office/powerpoint/2010/main" val="3296601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5CCC6-E6E7-B7C6-6CCC-9091F85AE183}"/>
            </a:ext>
          </a:extLst>
        </p:cNvPr>
        <p:cNvGrpSpPr/>
        <p:nvPr/>
      </p:nvGrpSpPr>
      <p:grpSpPr>
        <a:xfrm>
          <a:off x="0" y="0"/>
          <a:ext cx="0" cy="0"/>
          <a:chOff x="0" y="0"/>
          <a:chExt cx="0" cy="0"/>
        </a:xfrm>
      </p:grpSpPr>
    </p:spTree>
    <p:extLst>
      <p:ext uri="{BB962C8B-B14F-4D97-AF65-F5344CB8AC3E}">
        <p14:creationId xmlns:p14="http://schemas.microsoft.com/office/powerpoint/2010/main" val="189434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98316-616B-E845-43AD-535703B1767E}"/>
            </a:ext>
          </a:extLst>
        </p:cNvPr>
        <p:cNvGrpSpPr/>
        <p:nvPr/>
      </p:nvGrpSpPr>
      <p:grpSpPr>
        <a:xfrm>
          <a:off x="0" y="0"/>
          <a:ext cx="0" cy="0"/>
          <a:chOff x="0" y="0"/>
          <a:chExt cx="0" cy="0"/>
        </a:xfrm>
      </p:grpSpPr>
    </p:spTree>
    <p:extLst>
      <p:ext uri="{BB962C8B-B14F-4D97-AF65-F5344CB8AC3E}">
        <p14:creationId xmlns:p14="http://schemas.microsoft.com/office/powerpoint/2010/main" val="4164324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C741-BE3B-1381-C1C3-531DD4C166C7}"/>
            </a:ext>
          </a:extLst>
        </p:cNvPr>
        <p:cNvGrpSpPr/>
        <p:nvPr/>
      </p:nvGrpSpPr>
      <p:grpSpPr>
        <a:xfrm>
          <a:off x="0" y="0"/>
          <a:ext cx="0" cy="0"/>
          <a:chOff x="0" y="0"/>
          <a:chExt cx="0" cy="0"/>
        </a:xfrm>
      </p:grpSpPr>
    </p:spTree>
    <p:extLst>
      <p:ext uri="{BB962C8B-B14F-4D97-AF65-F5344CB8AC3E}">
        <p14:creationId xmlns:p14="http://schemas.microsoft.com/office/powerpoint/2010/main" val="1980907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1F3F0-8E3C-9EC2-08A0-4468CCE58EC9}"/>
            </a:ext>
          </a:extLst>
        </p:cNvPr>
        <p:cNvGrpSpPr/>
        <p:nvPr/>
      </p:nvGrpSpPr>
      <p:grpSpPr>
        <a:xfrm>
          <a:off x="0" y="0"/>
          <a:ext cx="0" cy="0"/>
          <a:chOff x="0" y="0"/>
          <a:chExt cx="0" cy="0"/>
        </a:xfrm>
      </p:grpSpPr>
    </p:spTree>
    <p:extLst>
      <p:ext uri="{BB962C8B-B14F-4D97-AF65-F5344CB8AC3E}">
        <p14:creationId xmlns:p14="http://schemas.microsoft.com/office/powerpoint/2010/main" val="1029820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92F3-1F7B-EAA1-D24C-5CD66DFD5208}"/>
            </a:ext>
          </a:extLst>
        </p:cNvPr>
        <p:cNvGrpSpPr/>
        <p:nvPr/>
      </p:nvGrpSpPr>
      <p:grpSpPr>
        <a:xfrm>
          <a:off x="0" y="0"/>
          <a:ext cx="0" cy="0"/>
          <a:chOff x="0" y="0"/>
          <a:chExt cx="0" cy="0"/>
        </a:xfrm>
      </p:grpSpPr>
    </p:spTree>
    <p:extLst>
      <p:ext uri="{BB962C8B-B14F-4D97-AF65-F5344CB8AC3E}">
        <p14:creationId xmlns:p14="http://schemas.microsoft.com/office/powerpoint/2010/main" val="53744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4734-C1A0-211C-519C-3E66DD65852D}"/>
            </a:ext>
          </a:extLst>
        </p:cNvPr>
        <p:cNvGrpSpPr/>
        <p:nvPr/>
      </p:nvGrpSpPr>
      <p:grpSpPr>
        <a:xfrm>
          <a:off x="0" y="0"/>
          <a:ext cx="0" cy="0"/>
          <a:chOff x="0" y="0"/>
          <a:chExt cx="0" cy="0"/>
        </a:xfrm>
      </p:grpSpPr>
    </p:spTree>
    <p:extLst>
      <p:ext uri="{BB962C8B-B14F-4D97-AF65-F5344CB8AC3E}">
        <p14:creationId xmlns:p14="http://schemas.microsoft.com/office/powerpoint/2010/main" val="4268402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A05F5-03AA-D92D-60A8-B08A3E4A0CFC}"/>
            </a:ext>
          </a:extLst>
        </p:cNvPr>
        <p:cNvGrpSpPr/>
        <p:nvPr/>
      </p:nvGrpSpPr>
      <p:grpSpPr>
        <a:xfrm>
          <a:off x="0" y="0"/>
          <a:ext cx="0" cy="0"/>
          <a:chOff x="0" y="0"/>
          <a:chExt cx="0" cy="0"/>
        </a:xfrm>
      </p:grpSpPr>
    </p:spTree>
    <p:extLst>
      <p:ext uri="{BB962C8B-B14F-4D97-AF65-F5344CB8AC3E}">
        <p14:creationId xmlns:p14="http://schemas.microsoft.com/office/powerpoint/2010/main" val="4077645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9E505-40D9-4ED7-D016-8A821BFA1015}"/>
            </a:ext>
          </a:extLst>
        </p:cNvPr>
        <p:cNvGrpSpPr/>
        <p:nvPr/>
      </p:nvGrpSpPr>
      <p:grpSpPr>
        <a:xfrm>
          <a:off x="0" y="0"/>
          <a:ext cx="0" cy="0"/>
          <a:chOff x="0" y="0"/>
          <a:chExt cx="0" cy="0"/>
        </a:xfrm>
      </p:grpSpPr>
    </p:spTree>
    <p:extLst>
      <p:ext uri="{BB962C8B-B14F-4D97-AF65-F5344CB8AC3E}">
        <p14:creationId xmlns:p14="http://schemas.microsoft.com/office/powerpoint/2010/main" val="3528220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9C2D-F040-78E6-DD9B-00AC84CAA3AB}"/>
            </a:ext>
          </a:extLst>
        </p:cNvPr>
        <p:cNvGrpSpPr/>
        <p:nvPr/>
      </p:nvGrpSpPr>
      <p:grpSpPr>
        <a:xfrm>
          <a:off x="0" y="0"/>
          <a:ext cx="0" cy="0"/>
          <a:chOff x="0" y="0"/>
          <a:chExt cx="0" cy="0"/>
        </a:xfrm>
      </p:grpSpPr>
    </p:spTree>
    <p:extLst>
      <p:ext uri="{BB962C8B-B14F-4D97-AF65-F5344CB8AC3E}">
        <p14:creationId xmlns:p14="http://schemas.microsoft.com/office/powerpoint/2010/main" val="125007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263D5-F352-EAA7-74F0-A6DE67CBD075}"/>
            </a:ext>
          </a:extLst>
        </p:cNvPr>
        <p:cNvGrpSpPr/>
        <p:nvPr/>
      </p:nvGrpSpPr>
      <p:grpSpPr>
        <a:xfrm>
          <a:off x="0" y="0"/>
          <a:ext cx="0" cy="0"/>
          <a:chOff x="0" y="0"/>
          <a:chExt cx="0" cy="0"/>
        </a:xfrm>
      </p:grpSpPr>
    </p:spTree>
    <p:extLst>
      <p:ext uri="{BB962C8B-B14F-4D97-AF65-F5344CB8AC3E}">
        <p14:creationId xmlns:p14="http://schemas.microsoft.com/office/powerpoint/2010/main" val="763064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B1E5E-CDE1-A6B0-BC87-662752729A8D}"/>
            </a:ext>
          </a:extLst>
        </p:cNvPr>
        <p:cNvGrpSpPr/>
        <p:nvPr/>
      </p:nvGrpSpPr>
      <p:grpSpPr>
        <a:xfrm>
          <a:off x="0" y="0"/>
          <a:ext cx="0" cy="0"/>
          <a:chOff x="0" y="0"/>
          <a:chExt cx="0" cy="0"/>
        </a:xfrm>
      </p:grpSpPr>
    </p:spTree>
    <p:extLst>
      <p:ext uri="{BB962C8B-B14F-4D97-AF65-F5344CB8AC3E}">
        <p14:creationId xmlns:p14="http://schemas.microsoft.com/office/powerpoint/2010/main" val="21651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157C-7E71-00DD-B11C-77BDBC4BF8C5}"/>
            </a:ext>
          </a:extLst>
        </p:cNvPr>
        <p:cNvGrpSpPr/>
        <p:nvPr/>
      </p:nvGrpSpPr>
      <p:grpSpPr>
        <a:xfrm>
          <a:off x="0" y="0"/>
          <a:ext cx="0" cy="0"/>
          <a:chOff x="0" y="0"/>
          <a:chExt cx="0" cy="0"/>
        </a:xfrm>
      </p:grpSpPr>
    </p:spTree>
    <p:extLst>
      <p:ext uri="{BB962C8B-B14F-4D97-AF65-F5344CB8AC3E}">
        <p14:creationId xmlns:p14="http://schemas.microsoft.com/office/powerpoint/2010/main" val="2623613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3A60-7F4A-4075-E419-85EE761A0B16}"/>
            </a:ext>
          </a:extLst>
        </p:cNvPr>
        <p:cNvGrpSpPr/>
        <p:nvPr/>
      </p:nvGrpSpPr>
      <p:grpSpPr>
        <a:xfrm>
          <a:off x="0" y="0"/>
          <a:ext cx="0" cy="0"/>
          <a:chOff x="0" y="0"/>
          <a:chExt cx="0" cy="0"/>
        </a:xfrm>
      </p:grpSpPr>
    </p:spTree>
    <p:extLst>
      <p:ext uri="{BB962C8B-B14F-4D97-AF65-F5344CB8AC3E}">
        <p14:creationId xmlns:p14="http://schemas.microsoft.com/office/powerpoint/2010/main" val="1008188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2FCAA-5208-4115-0033-78F3F505C61C}"/>
            </a:ext>
          </a:extLst>
        </p:cNvPr>
        <p:cNvGrpSpPr/>
        <p:nvPr/>
      </p:nvGrpSpPr>
      <p:grpSpPr>
        <a:xfrm>
          <a:off x="0" y="0"/>
          <a:ext cx="0" cy="0"/>
          <a:chOff x="0" y="0"/>
          <a:chExt cx="0" cy="0"/>
        </a:xfrm>
      </p:grpSpPr>
    </p:spTree>
    <p:extLst>
      <p:ext uri="{BB962C8B-B14F-4D97-AF65-F5344CB8AC3E}">
        <p14:creationId xmlns:p14="http://schemas.microsoft.com/office/powerpoint/2010/main" val="2335781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0856-9563-310D-DEF0-85E9C971EA8A}"/>
            </a:ext>
          </a:extLst>
        </p:cNvPr>
        <p:cNvGrpSpPr/>
        <p:nvPr/>
      </p:nvGrpSpPr>
      <p:grpSpPr>
        <a:xfrm>
          <a:off x="0" y="0"/>
          <a:ext cx="0" cy="0"/>
          <a:chOff x="0" y="0"/>
          <a:chExt cx="0" cy="0"/>
        </a:xfrm>
      </p:grpSpPr>
    </p:spTree>
    <p:extLst>
      <p:ext uri="{BB962C8B-B14F-4D97-AF65-F5344CB8AC3E}">
        <p14:creationId xmlns:p14="http://schemas.microsoft.com/office/powerpoint/2010/main" val="2726483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E893-EB80-1190-5E28-1A084D7EEC17}"/>
            </a:ext>
          </a:extLst>
        </p:cNvPr>
        <p:cNvGrpSpPr/>
        <p:nvPr/>
      </p:nvGrpSpPr>
      <p:grpSpPr>
        <a:xfrm>
          <a:off x="0" y="0"/>
          <a:ext cx="0" cy="0"/>
          <a:chOff x="0" y="0"/>
          <a:chExt cx="0" cy="0"/>
        </a:xfrm>
      </p:grpSpPr>
    </p:spTree>
    <p:extLst>
      <p:ext uri="{BB962C8B-B14F-4D97-AF65-F5344CB8AC3E}">
        <p14:creationId xmlns:p14="http://schemas.microsoft.com/office/powerpoint/2010/main" val="2551614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B80D-341B-56C8-4F0C-D26AC95F9B09}"/>
            </a:ext>
          </a:extLst>
        </p:cNvPr>
        <p:cNvGrpSpPr/>
        <p:nvPr/>
      </p:nvGrpSpPr>
      <p:grpSpPr>
        <a:xfrm>
          <a:off x="0" y="0"/>
          <a:ext cx="0" cy="0"/>
          <a:chOff x="0" y="0"/>
          <a:chExt cx="0" cy="0"/>
        </a:xfrm>
      </p:grpSpPr>
    </p:spTree>
    <p:extLst>
      <p:ext uri="{BB962C8B-B14F-4D97-AF65-F5344CB8AC3E}">
        <p14:creationId xmlns:p14="http://schemas.microsoft.com/office/powerpoint/2010/main" val="1750804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34C0-6502-085A-59CD-B3BA280ADDC1}"/>
            </a:ext>
          </a:extLst>
        </p:cNvPr>
        <p:cNvGrpSpPr/>
        <p:nvPr/>
      </p:nvGrpSpPr>
      <p:grpSpPr>
        <a:xfrm>
          <a:off x="0" y="0"/>
          <a:ext cx="0" cy="0"/>
          <a:chOff x="0" y="0"/>
          <a:chExt cx="0" cy="0"/>
        </a:xfrm>
      </p:grpSpPr>
    </p:spTree>
    <p:extLst>
      <p:ext uri="{BB962C8B-B14F-4D97-AF65-F5344CB8AC3E}">
        <p14:creationId xmlns:p14="http://schemas.microsoft.com/office/powerpoint/2010/main" val="4130117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51C90-DE80-B1CD-912A-A7A37C5C7530}"/>
            </a:ext>
          </a:extLst>
        </p:cNvPr>
        <p:cNvGrpSpPr/>
        <p:nvPr/>
      </p:nvGrpSpPr>
      <p:grpSpPr>
        <a:xfrm>
          <a:off x="0" y="0"/>
          <a:ext cx="0" cy="0"/>
          <a:chOff x="0" y="0"/>
          <a:chExt cx="0" cy="0"/>
        </a:xfrm>
      </p:grpSpPr>
    </p:spTree>
    <p:extLst>
      <p:ext uri="{BB962C8B-B14F-4D97-AF65-F5344CB8AC3E}">
        <p14:creationId xmlns:p14="http://schemas.microsoft.com/office/powerpoint/2010/main" val="1523195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7C93-02CB-83DE-E1F8-98A3723CEC10}"/>
            </a:ext>
          </a:extLst>
        </p:cNvPr>
        <p:cNvGrpSpPr/>
        <p:nvPr/>
      </p:nvGrpSpPr>
      <p:grpSpPr>
        <a:xfrm>
          <a:off x="0" y="0"/>
          <a:ext cx="0" cy="0"/>
          <a:chOff x="0" y="0"/>
          <a:chExt cx="0" cy="0"/>
        </a:xfrm>
      </p:grpSpPr>
    </p:spTree>
    <p:extLst>
      <p:ext uri="{BB962C8B-B14F-4D97-AF65-F5344CB8AC3E}">
        <p14:creationId xmlns:p14="http://schemas.microsoft.com/office/powerpoint/2010/main" val="3958588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CB1A1-0DEC-6A82-7852-7AC16BEECE90}"/>
            </a:ext>
          </a:extLst>
        </p:cNvPr>
        <p:cNvGrpSpPr/>
        <p:nvPr/>
      </p:nvGrpSpPr>
      <p:grpSpPr>
        <a:xfrm>
          <a:off x="0" y="0"/>
          <a:ext cx="0" cy="0"/>
          <a:chOff x="0" y="0"/>
          <a:chExt cx="0" cy="0"/>
        </a:xfrm>
      </p:grpSpPr>
    </p:spTree>
    <p:extLst>
      <p:ext uri="{BB962C8B-B14F-4D97-AF65-F5344CB8AC3E}">
        <p14:creationId xmlns:p14="http://schemas.microsoft.com/office/powerpoint/2010/main" val="31339317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61950-3DA7-C568-07AB-C3FB6F741BC1}"/>
            </a:ext>
          </a:extLst>
        </p:cNvPr>
        <p:cNvGrpSpPr/>
        <p:nvPr/>
      </p:nvGrpSpPr>
      <p:grpSpPr>
        <a:xfrm>
          <a:off x="0" y="0"/>
          <a:ext cx="0" cy="0"/>
          <a:chOff x="0" y="0"/>
          <a:chExt cx="0" cy="0"/>
        </a:xfrm>
      </p:grpSpPr>
    </p:spTree>
    <p:extLst>
      <p:ext uri="{BB962C8B-B14F-4D97-AF65-F5344CB8AC3E}">
        <p14:creationId xmlns:p14="http://schemas.microsoft.com/office/powerpoint/2010/main" val="2848079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8FA2-6EE9-149C-BAA5-4FFE22C58CCF}"/>
            </a:ext>
          </a:extLst>
        </p:cNvPr>
        <p:cNvGrpSpPr/>
        <p:nvPr/>
      </p:nvGrpSpPr>
      <p:grpSpPr>
        <a:xfrm>
          <a:off x="0" y="0"/>
          <a:ext cx="0" cy="0"/>
          <a:chOff x="0" y="0"/>
          <a:chExt cx="0" cy="0"/>
        </a:xfrm>
      </p:grpSpPr>
    </p:spTree>
    <p:extLst>
      <p:ext uri="{BB962C8B-B14F-4D97-AF65-F5344CB8AC3E}">
        <p14:creationId xmlns:p14="http://schemas.microsoft.com/office/powerpoint/2010/main" val="2366702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97DF-8BB5-DE2D-7CE6-B2DAADF3E5C4}"/>
            </a:ext>
          </a:extLst>
        </p:cNvPr>
        <p:cNvGrpSpPr/>
        <p:nvPr/>
      </p:nvGrpSpPr>
      <p:grpSpPr>
        <a:xfrm>
          <a:off x="0" y="0"/>
          <a:ext cx="0" cy="0"/>
          <a:chOff x="0" y="0"/>
          <a:chExt cx="0" cy="0"/>
        </a:xfrm>
      </p:grpSpPr>
    </p:spTree>
    <p:extLst>
      <p:ext uri="{BB962C8B-B14F-4D97-AF65-F5344CB8AC3E}">
        <p14:creationId xmlns:p14="http://schemas.microsoft.com/office/powerpoint/2010/main" val="24405599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24DFC-0410-FAEF-2FD3-2EFE4E34CF5B}"/>
            </a:ext>
          </a:extLst>
        </p:cNvPr>
        <p:cNvGrpSpPr/>
        <p:nvPr/>
      </p:nvGrpSpPr>
      <p:grpSpPr>
        <a:xfrm>
          <a:off x="0" y="0"/>
          <a:ext cx="0" cy="0"/>
          <a:chOff x="0" y="0"/>
          <a:chExt cx="0" cy="0"/>
        </a:xfrm>
      </p:grpSpPr>
    </p:spTree>
    <p:extLst>
      <p:ext uri="{BB962C8B-B14F-4D97-AF65-F5344CB8AC3E}">
        <p14:creationId xmlns:p14="http://schemas.microsoft.com/office/powerpoint/2010/main" val="470143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DD83-FC48-35DC-EE12-F4F024213B44}"/>
            </a:ext>
          </a:extLst>
        </p:cNvPr>
        <p:cNvGrpSpPr/>
        <p:nvPr/>
      </p:nvGrpSpPr>
      <p:grpSpPr>
        <a:xfrm>
          <a:off x="0" y="0"/>
          <a:ext cx="0" cy="0"/>
          <a:chOff x="0" y="0"/>
          <a:chExt cx="0" cy="0"/>
        </a:xfrm>
      </p:grpSpPr>
    </p:spTree>
    <p:extLst>
      <p:ext uri="{BB962C8B-B14F-4D97-AF65-F5344CB8AC3E}">
        <p14:creationId xmlns:p14="http://schemas.microsoft.com/office/powerpoint/2010/main" val="4103662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5D96C-C62F-EB3B-7E8E-E40D8A48B135}"/>
            </a:ext>
          </a:extLst>
        </p:cNvPr>
        <p:cNvGrpSpPr/>
        <p:nvPr/>
      </p:nvGrpSpPr>
      <p:grpSpPr>
        <a:xfrm>
          <a:off x="0" y="0"/>
          <a:ext cx="0" cy="0"/>
          <a:chOff x="0" y="0"/>
          <a:chExt cx="0" cy="0"/>
        </a:xfrm>
      </p:grpSpPr>
    </p:spTree>
    <p:extLst>
      <p:ext uri="{BB962C8B-B14F-4D97-AF65-F5344CB8AC3E}">
        <p14:creationId xmlns:p14="http://schemas.microsoft.com/office/powerpoint/2010/main" val="2393153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EA5B-5860-8236-5200-570E159930BD}"/>
            </a:ext>
          </a:extLst>
        </p:cNvPr>
        <p:cNvGrpSpPr/>
        <p:nvPr/>
      </p:nvGrpSpPr>
      <p:grpSpPr>
        <a:xfrm>
          <a:off x="0" y="0"/>
          <a:ext cx="0" cy="0"/>
          <a:chOff x="0" y="0"/>
          <a:chExt cx="0" cy="0"/>
        </a:xfrm>
      </p:grpSpPr>
    </p:spTree>
    <p:extLst>
      <p:ext uri="{BB962C8B-B14F-4D97-AF65-F5344CB8AC3E}">
        <p14:creationId xmlns:p14="http://schemas.microsoft.com/office/powerpoint/2010/main" val="2079682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7591-80CB-26EA-34F3-73F841B64F47}"/>
            </a:ext>
          </a:extLst>
        </p:cNvPr>
        <p:cNvGrpSpPr/>
        <p:nvPr/>
      </p:nvGrpSpPr>
      <p:grpSpPr>
        <a:xfrm>
          <a:off x="0" y="0"/>
          <a:ext cx="0" cy="0"/>
          <a:chOff x="0" y="0"/>
          <a:chExt cx="0" cy="0"/>
        </a:xfrm>
      </p:grpSpPr>
    </p:spTree>
    <p:extLst>
      <p:ext uri="{BB962C8B-B14F-4D97-AF65-F5344CB8AC3E}">
        <p14:creationId xmlns:p14="http://schemas.microsoft.com/office/powerpoint/2010/main" val="1291932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29448-9945-8A2D-3E98-C1980A160BE0}"/>
            </a:ext>
          </a:extLst>
        </p:cNvPr>
        <p:cNvGrpSpPr/>
        <p:nvPr/>
      </p:nvGrpSpPr>
      <p:grpSpPr>
        <a:xfrm>
          <a:off x="0" y="0"/>
          <a:ext cx="0" cy="0"/>
          <a:chOff x="0" y="0"/>
          <a:chExt cx="0" cy="0"/>
        </a:xfrm>
      </p:grpSpPr>
    </p:spTree>
    <p:extLst>
      <p:ext uri="{BB962C8B-B14F-4D97-AF65-F5344CB8AC3E}">
        <p14:creationId xmlns:p14="http://schemas.microsoft.com/office/powerpoint/2010/main" val="8707807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25CC-42D1-6EEB-DB87-1B280C3ED41D}"/>
            </a:ext>
          </a:extLst>
        </p:cNvPr>
        <p:cNvGrpSpPr/>
        <p:nvPr/>
      </p:nvGrpSpPr>
      <p:grpSpPr>
        <a:xfrm>
          <a:off x="0" y="0"/>
          <a:ext cx="0" cy="0"/>
          <a:chOff x="0" y="0"/>
          <a:chExt cx="0" cy="0"/>
        </a:xfrm>
      </p:grpSpPr>
    </p:spTree>
    <p:extLst>
      <p:ext uri="{BB962C8B-B14F-4D97-AF65-F5344CB8AC3E}">
        <p14:creationId xmlns:p14="http://schemas.microsoft.com/office/powerpoint/2010/main" val="39548803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30842-FD4D-9C8C-D56A-B4C3542A74B6}"/>
            </a:ext>
          </a:extLst>
        </p:cNvPr>
        <p:cNvGrpSpPr/>
        <p:nvPr/>
      </p:nvGrpSpPr>
      <p:grpSpPr>
        <a:xfrm>
          <a:off x="0" y="0"/>
          <a:ext cx="0" cy="0"/>
          <a:chOff x="0" y="0"/>
          <a:chExt cx="0" cy="0"/>
        </a:xfrm>
      </p:grpSpPr>
    </p:spTree>
    <p:extLst>
      <p:ext uri="{BB962C8B-B14F-4D97-AF65-F5344CB8AC3E}">
        <p14:creationId xmlns:p14="http://schemas.microsoft.com/office/powerpoint/2010/main" val="14352370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AC70-F469-28D6-0E0E-BA1071CB9FDC}"/>
            </a:ext>
          </a:extLst>
        </p:cNvPr>
        <p:cNvGrpSpPr/>
        <p:nvPr/>
      </p:nvGrpSpPr>
      <p:grpSpPr>
        <a:xfrm>
          <a:off x="0" y="0"/>
          <a:ext cx="0" cy="0"/>
          <a:chOff x="0" y="0"/>
          <a:chExt cx="0" cy="0"/>
        </a:xfrm>
      </p:grpSpPr>
    </p:spTree>
    <p:extLst>
      <p:ext uri="{BB962C8B-B14F-4D97-AF65-F5344CB8AC3E}">
        <p14:creationId xmlns:p14="http://schemas.microsoft.com/office/powerpoint/2010/main" val="243527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6E0F-50CD-3B11-1DFD-FC72990330F6}"/>
            </a:ext>
          </a:extLst>
        </p:cNvPr>
        <p:cNvGrpSpPr/>
        <p:nvPr/>
      </p:nvGrpSpPr>
      <p:grpSpPr>
        <a:xfrm>
          <a:off x="0" y="0"/>
          <a:ext cx="0" cy="0"/>
          <a:chOff x="0" y="0"/>
          <a:chExt cx="0" cy="0"/>
        </a:xfrm>
      </p:grpSpPr>
    </p:spTree>
    <p:extLst>
      <p:ext uri="{BB962C8B-B14F-4D97-AF65-F5344CB8AC3E}">
        <p14:creationId xmlns:p14="http://schemas.microsoft.com/office/powerpoint/2010/main" val="26230847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1B39-F064-775A-9411-E73929C1D279}"/>
            </a:ext>
          </a:extLst>
        </p:cNvPr>
        <p:cNvGrpSpPr/>
        <p:nvPr/>
      </p:nvGrpSpPr>
      <p:grpSpPr>
        <a:xfrm>
          <a:off x="0" y="0"/>
          <a:ext cx="0" cy="0"/>
          <a:chOff x="0" y="0"/>
          <a:chExt cx="0" cy="0"/>
        </a:xfrm>
      </p:grpSpPr>
    </p:spTree>
    <p:extLst>
      <p:ext uri="{BB962C8B-B14F-4D97-AF65-F5344CB8AC3E}">
        <p14:creationId xmlns:p14="http://schemas.microsoft.com/office/powerpoint/2010/main" val="281360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5BB2-BFB1-CCC2-B55F-CF392C3DE129}"/>
            </a:ext>
          </a:extLst>
        </p:cNvPr>
        <p:cNvGrpSpPr/>
        <p:nvPr/>
      </p:nvGrpSpPr>
      <p:grpSpPr>
        <a:xfrm>
          <a:off x="0" y="0"/>
          <a:ext cx="0" cy="0"/>
          <a:chOff x="0" y="0"/>
          <a:chExt cx="0" cy="0"/>
        </a:xfrm>
      </p:grpSpPr>
    </p:spTree>
    <p:extLst>
      <p:ext uri="{BB962C8B-B14F-4D97-AF65-F5344CB8AC3E}">
        <p14:creationId xmlns:p14="http://schemas.microsoft.com/office/powerpoint/2010/main" val="3254852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86E9-3127-3EDA-6557-CEF76A86D7F9}"/>
            </a:ext>
          </a:extLst>
        </p:cNvPr>
        <p:cNvGrpSpPr/>
        <p:nvPr/>
      </p:nvGrpSpPr>
      <p:grpSpPr>
        <a:xfrm>
          <a:off x="0" y="0"/>
          <a:ext cx="0" cy="0"/>
          <a:chOff x="0" y="0"/>
          <a:chExt cx="0" cy="0"/>
        </a:xfrm>
      </p:grpSpPr>
    </p:spTree>
    <p:extLst>
      <p:ext uri="{BB962C8B-B14F-4D97-AF65-F5344CB8AC3E}">
        <p14:creationId xmlns:p14="http://schemas.microsoft.com/office/powerpoint/2010/main" val="7415128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79DE-BA72-F671-6D57-9F372D222487}"/>
            </a:ext>
          </a:extLst>
        </p:cNvPr>
        <p:cNvGrpSpPr/>
        <p:nvPr/>
      </p:nvGrpSpPr>
      <p:grpSpPr>
        <a:xfrm>
          <a:off x="0" y="0"/>
          <a:ext cx="0" cy="0"/>
          <a:chOff x="0" y="0"/>
          <a:chExt cx="0" cy="0"/>
        </a:xfrm>
      </p:grpSpPr>
    </p:spTree>
    <p:extLst>
      <p:ext uri="{BB962C8B-B14F-4D97-AF65-F5344CB8AC3E}">
        <p14:creationId xmlns:p14="http://schemas.microsoft.com/office/powerpoint/2010/main" val="26190612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9F7E-9983-7851-B4B5-4B43F29EA470}"/>
            </a:ext>
          </a:extLst>
        </p:cNvPr>
        <p:cNvGrpSpPr/>
        <p:nvPr/>
      </p:nvGrpSpPr>
      <p:grpSpPr>
        <a:xfrm>
          <a:off x="0" y="0"/>
          <a:ext cx="0" cy="0"/>
          <a:chOff x="0" y="0"/>
          <a:chExt cx="0" cy="0"/>
        </a:xfrm>
      </p:grpSpPr>
    </p:spTree>
    <p:extLst>
      <p:ext uri="{BB962C8B-B14F-4D97-AF65-F5344CB8AC3E}">
        <p14:creationId xmlns:p14="http://schemas.microsoft.com/office/powerpoint/2010/main" val="22578588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CDBD1-6A27-5F93-91B3-91C2B7F6AC20}"/>
            </a:ext>
          </a:extLst>
        </p:cNvPr>
        <p:cNvGrpSpPr/>
        <p:nvPr/>
      </p:nvGrpSpPr>
      <p:grpSpPr>
        <a:xfrm>
          <a:off x="0" y="0"/>
          <a:ext cx="0" cy="0"/>
          <a:chOff x="0" y="0"/>
          <a:chExt cx="0" cy="0"/>
        </a:xfrm>
      </p:grpSpPr>
    </p:spTree>
    <p:extLst>
      <p:ext uri="{BB962C8B-B14F-4D97-AF65-F5344CB8AC3E}">
        <p14:creationId xmlns:p14="http://schemas.microsoft.com/office/powerpoint/2010/main" val="15510496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AA9C-661F-B1F3-C775-9B8565CE5B90}"/>
            </a:ext>
          </a:extLst>
        </p:cNvPr>
        <p:cNvGrpSpPr/>
        <p:nvPr/>
      </p:nvGrpSpPr>
      <p:grpSpPr>
        <a:xfrm>
          <a:off x="0" y="0"/>
          <a:ext cx="0" cy="0"/>
          <a:chOff x="0" y="0"/>
          <a:chExt cx="0" cy="0"/>
        </a:xfrm>
      </p:grpSpPr>
    </p:spTree>
    <p:extLst>
      <p:ext uri="{BB962C8B-B14F-4D97-AF65-F5344CB8AC3E}">
        <p14:creationId xmlns:p14="http://schemas.microsoft.com/office/powerpoint/2010/main" val="30713279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A5E3-BD05-87C9-6C1C-F7FAAF33BE18}"/>
            </a:ext>
          </a:extLst>
        </p:cNvPr>
        <p:cNvGrpSpPr/>
        <p:nvPr/>
      </p:nvGrpSpPr>
      <p:grpSpPr>
        <a:xfrm>
          <a:off x="0" y="0"/>
          <a:ext cx="0" cy="0"/>
          <a:chOff x="0" y="0"/>
          <a:chExt cx="0" cy="0"/>
        </a:xfrm>
      </p:grpSpPr>
    </p:spTree>
    <p:extLst>
      <p:ext uri="{BB962C8B-B14F-4D97-AF65-F5344CB8AC3E}">
        <p14:creationId xmlns:p14="http://schemas.microsoft.com/office/powerpoint/2010/main" val="157045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9677-3E7F-9607-7299-044FAC57B403}"/>
            </a:ext>
          </a:extLst>
        </p:cNvPr>
        <p:cNvGrpSpPr/>
        <p:nvPr/>
      </p:nvGrpSpPr>
      <p:grpSpPr>
        <a:xfrm>
          <a:off x="0" y="0"/>
          <a:ext cx="0" cy="0"/>
          <a:chOff x="0" y="0"/>
          <a:chExt cx="0" cy="0"/>
        </a:xfrm>
      </p:grpSpPr>
    </p:spTree>
    <p:extLst>
      <p:ext uri="{BB962C8B-B14F-4D97-AF65-F5344CB8AC3E}">
        <p14:creationId xmlns:p14="http://schemas.microsoft.com/office/powerpoint/2010/main" val="10884244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AF79C-90CB-21CE-4937-EB56E77B59F5}"/>
            </a:ext>
          </a:extLst>
        </p:cNvPr>
        <p:cNvGrpSpPr/>
        <p:nvPr/>
      </p:nvGrpSpPr>
      <p:grpSpPr>
        <a:xfrm>
          <a:off x="0" y="0"/>
          <a:ext cx="0" cy="0"/>
          <a:chOff x="0" y="0"/>
          <a:chExt cx="0" cy="0"/>
        </a:xfrm>
      </p:grpSpPr>
    </p:spTree>
    <p:extLst>
      <p:ext uri="{BB962C8B-B14F-4D97-AF65-F5344CB8AC3E}">
        <p14:creationId xmlns:p14="http://schemas.microsoft.com/office/powerpoint/2010/main" val="39775751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F3B4-10A3-F97C-DE8D-A21ED2B1B493}"/>
            </a:ext>
          </a:extLst>
        </p:cNvPr>
        <p:cNvGrpSpPr/>
        <p:nvPr/>
      </p:nvGrpSpPr>
      <p:grpSpPr>
        <a:xfrm>
          <a:off x="0" y="0"/>
          <a:ext cx="0" cy="0"/>
          <a:chOff x="0" y="0"/>
          <a:chExt cx="0" cy="0"/>
        </a:xfrm>
      </p:grpSpPr>
    </p:spTree>
    <p:extLst>
      <p:ext uri="{BB962C8B-B14F-4D97-AF65-F5344CB8AC3E}">
        <p14:creationId xmlns:p14="http://schemas.microsoft.com/office/powerpoint/2010/main" val="18625177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B5A51-AA7F-ECAF-41AE-666585F46A71}"/>
            </a:ext>
          </a:extLst>
        </p:cNvPr>
        <p:cNvGrpSpPr/>
        <p:nvPr/>
      </p:nvGrpSpPr>
      <p:grpSpPr>
        <a:xfrm>
          <a:off x="0" y="0"/>
          <a:ext cx="0" cy="0"/>
          <a:chOff x="0" y="0"/>
          <a:chExt cx="0" cy="0"/>
        </a:xfrm>
      </p:grpSpPr>
    </p:spTree>
    <p:extLst>
      <p:ext uri="{BB962C8B-B14F-4D97-AF65-F5344CB8AC3E}">
        <p14:creationId xmlns:p14="http://schemas.microsoft.com/office/powerpoint/2010/main" val="20199127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408AB-3FEA-D9E8-2260-D0EB5D4029D6}"/>
            </a:ext>
          </a:extLst>
        </p:cNvPr>
        <p:cNvGrpSpPr/>
        <p:nvPr/>
      </p:nvGrpSpPr>
      <p:grpSpPr>
        <a:xfrm>
          <a:off x="0" y="0"/>
          <a:ext cx="0" cy="0"/>
          <a:chOff x="0" y="0"/>
          <a:chExt cx="0" cy="0"/>
        </a:xfrm>
      </p:grpSpPr>
    </p:spTree>
    <p:extLst>
      <p:ext uri="{BB962C8B-B14F-4D97-AF65-F5344CB8AC3E}">
        <p14:creationId xmlns:p14="http://schemas.microsoft.com/office/powerpoint/2010/main" val="16776248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11B9-028C-5DD4-A32D-5F68742A9264}"/>
            </a:ext>
          </a:extLst>
        </p:cNvPr>
        <p:cNvGrpSpPr/>
        <p:nvPr/>
      </p:nvGrpSpPr>
      <p:grpSpPr>
        <a:xfrm>
          <a:off x="0" y="0"/>
          <a:ext cx="0" cy="0"/>
          <a:chOff x="0" y="0"/>
          <a:chExt cx="0" cy="0"/>
        </a:xfrm>
      </p:grpSpPr>
    </p:spTree>
    <p:extLst>
      <p:ext uri="{BB962C8B-B14F-4D97-AF65-F5344CB8AC3E}">
        <p14:creationId xmlns:p14="http://schemas.microsoft.com/office/powerpoint/2010/main" val="29966819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33DC-6598-AE34-6561-657045E651C2}"/>
            </a:ext>
          </a:extLst>
        </p:cNvPr>
        <p:cNvGrpSpPr/>
        <p:nvPr/>
      </p:nvGrpSpPr>
      <p:grpSpPr>
        <a:xfrm>
          <a:off x="0" y="0"/>
          <a:ext cx="0" cy="0"/>
          <a:chOff x="0" y="0"/>
          <a:chExt cx="0" cy="0"/>
        </a:xfrm>
      </p:grpSpPr>
    </p:spTree>
    <p:extLst>
      <p:ext uri="{BB962C8B-B14F-4D97-AF65-F5344CB8AC3E}">
        <p14:creationId xmlns:p14="http://schemas.microsoft.com/office/powerpoint/2010/main" val="29060760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9814-5741-BF68-57BD-61191B08B0D3}"/>
            </a:ext>
          </a:extLst>
        </p:cNvPr>
        <p:cNvGrpSpPr/>
        <p:nvPr/>
      </p:nvGrpSpPr>
      <p:grpSpPr>
        <a:xfrm>
          <a:off x="0" y="0"/>
          <a:ext cx="0" cy="0"/>
          <a:chOff x="0" y="0"/>
          <a:chExt cx="0" cy="0"/>
        </a:xfrm>
      </p:grpSpPr>
    </p:spTree>
    <p:extLst>
      <p:ext uri="{BB962C8B-B14F-4D97-AF65-F5344CB8AC3E}">
        <p14:creationId xmlns:p14="http://schemas.microsoft.com/office/powerpoint/2010/main" val="40264529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12D9-7743-8E75-BF87-F74CE415798D}"/>
            </a:ext>
          </a:extLst>
        </p:cNvPr>
        <p:cNvGrpSpPr/>
        <p:nvPr/>
      </p:nvGrpSpPr>
      <p:grpSpPr>
        <a:xfrm>
          <a:off x="0" y="0"/>
          <a:ext cx="0" cy="0"/>
          <a:chOff x="0" y="0"/>
          <a:chExt cx="0" cy="0"/>
        </a:xfrm>
      </p:grpSpPr>
    </p:spTree>
    <p:extLst>
      <p:ext uri="{BB962C8B-B14F-4D97-AF65-F5344CB8AC3E}">
        <p14:creationId xmlns:p14="http://schemas.microsoft.com/office/powerpoint/2010/main" val="23174730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C3C42-195E-1AA6-666E-9DDDDC7291C4}"/>
            </a:ext>
          </a:extLst>
        </p:cNvPr>
        <p:cNvGrpSpPr/>
        <p:nvPr/>
      </p:nvGrpSpPr>
      <p:grpSpPr>
        <a:xfrm>
          <a:off x="0" y="0"/>
          <a:ext cx="0" cy="0"/>
          <a:chOff x="0" y="0"/>
          <a:chExt cx="0" cy="0"/>
        </a:xfrm>
      </p:grpSpPr>
    </p:spTree>
    <p:extLst>
      <p:ext uri="{BB962C8B-B14F-4D97-AF65-F5344CB8AC3E}">
        <p14:creationId xmlns:p14="http://schemas.microsoft.com/office/powerpoint/2010/main" val="5201467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CFC9-20DE-11FF-066F-212F321A7C1B}"/>
            </a:ext>
          </a:extLst>
        </p:cNvPr>
        <p:cNvGrpSpPr/>
        <p:nvPr/>
      </p:nvGrpSpPr>
      <p:grpSpPr>
        <a:xfrm>
          <a:off x="0" y="0"/>
          <a:ext cx="0" cy="0"/>
          <a:chOff x="0" y="0"/>
          <a:chExt cx="0" cy="0"/>
        </a:xfrm>
      </p:grpSpPr>
    </p:spTree>
    <p:extLst>
      <p:ext uri="{BB962C8B-B14F-4D97-AF65-F5344CB8AC3E}">
        <p14:creationId xmlns:p14="http://schemas.microsoft.com/office/powerpoint/2010/main" val="7537654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B9AB-DD08-57A9-3937-3178F40B8ABB}"/>
            </a:ext>
          </a:extLst>
        </p:cNvPr>
        <p:cNvGrpSpPr/>
        <p:nvPr/>
      </p:nvGrpSpPr>
      <p:grpSpPr>
        <a:xfrm>
          <a:off x="0" y="0"/>
          <a:ext cx="0" cy="0"/>
          <a:chOff x="0" y="0"/>
          <a:chExt cx="0" cy="0"/>
        </a:xfrm>
      </p:grpSpPr>
    </p:spTree>
    <p:extLst>
      <p:ext uri="{BB962C8B-B14F-4D97-AF65-F5344CB8AC3E}">
        <p14:creationId xmlns:p14="http://schemas.microsoft.com/office/powerpoint/2010/main" val="40820340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31B59-6FFA-DE4E-A87E-7C2F448F358F}"/>
            </a:ext>
          </a:extLst>
        </p:cNvPr>
        <p:cNvGrpSpPr/>
        <p:nvPr/>
      </p:nvGrpSpPr>
      <p:grpSpPr>
        <a:xfrm>
          <a:off x="0" y="0"/>
          <a:ext cx="0" cy="0"/>
          <a:chOff x="0" y="0"/>
          <a:chExt cx="0" cy="0"/>
        </a:xfrm>
      </p:grpSpPr>
    </p:spTree>
    <p:extLst>
      <p:ext uri="{BB962C8B-B14F-4D97-AF65-F5344CB8AC3E}">
        <p14:creationId xmlns:p14="http://schemas.microsoft.com/office/powerpoint/2010/main" val="15893815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4660-17B1-E4B5-CE8C-A6BA4F033429}"/>
            </a:ext>
          </a:extLst>
        </p:cNvPr>
        <p:cNvGrpSpPr/>
        <p:nvPr/>
      </p:nvGrpSpPr>
      <p:grpSpPr>
        <a:xfrm>
          <a:off x="0" y="0"/>
          <a:ext cx="0" cy="0"/>
          <a:chOff x="0" y="0"/>
          <a:chExt cx="0" cy="0"/>
        </a:xfrm>
      </p:grpSpPr>
    </p:spTree>
    <p:extLst>
      <p:ext uri="{BB962C8B-B14F-4D97-AF65-F5344CB8AC3E}">
        <p14:creationId xmlns:p14="http://schemas.microsoft.com/office/powerpoint/2010/main" val="20308453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92DC-5F54-1150-3E2B-D0217D6B462B}"/>
            </a:ext>
          </a:extLst>
        </p:cNvPr>
        <p:cNvGrpSpPr/>
        <p:nvPr/>
      </p:nvGrpSpPr>
      <p:grpSpPr>
        <a:xfrm>
          <a:off x="0" y="0"/>
          <a:ext cx="0" cy="0"/>
          <a:chOff x="0" y="0"/>
          <a:chExt cx="0" cy="0"/>
        </a:xfrm>
      </p:grpSpPr>
    </p:spTree>
    <p:extLst>
      <p:ext uri="{BB962C8B-B14F-4D97-AF65-F5344CB8AC3E}">
        <p14:creationId xmlns:p14="http://schemas.microsoft.com/office/powerpoint/2010/main" val="9394175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69C64-8DDE-13EF-04ED-E030FEAF9144}"/>
            </a:ext>
          </a:extLst>
        </p:cNvPr>
        <p:cNvGrpSpPr/>
        <p:nvPr/>
      </p:nvGrpSpPr>
      <p:grpSpPr>
        <a:xfrm>
          <a:off x="0" y="0"/>
          <a:ext cx="0" cy="0"/>
          <a:chOff x="0" y="0"/>
          <a:chExt cx="0" cy="0"/>
        </a:xfrm>
      </p:grpSpPr>
    </p:spTree>
    <p:extLst>
      <p:ext uri="{BB962C8B-B14F-4D97-AF65-F5344CB8AC3E}">
        <p14:creationId xmlns:p14="http://schemas.microsoft.com/office/powerpoint/2010/main" val="5196493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08D3A-A235-1877-D051-FCC3A9ADADB6}"/>
            </a:ext>
          </a:extLst>
        </p:cNvPr>
        <p:cNvGrpSpPr/>
        <p:nvPr/>
      </p:nvGrpSpPr>
      <p:grpSpPr>
        <a:xfrm>
          <a:off x="0" y="0"/>
          <a:ext cx="0" cy="0"/>
          <a:chOff x="0" y="0"/>
          <a:chExt cx="0" cy="0"/>
        </a:xfrm>
      </p:grpSpPr>
    </p:spTree>
    <p:extLst>
      <p:ext uri="{BB962C8B-B14F-4D97-AF65-F5344CB8AC3E}">
        <p14:creationId xmlns:p14="http://schemas.microsoft.com/office/powerpoint/2010/main" val="18976342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6905-7CCD-FCB2-1A7E-E8BB36BCA071}"/>
            </a:ext>
          </a:extLst>
        </p:cNvPr>
        <p:cNvGrpSpPr/>
        <p:nvPr/>
      </p:nvGrpSpPr>
      <p:grpSpPr>
        <a:xfrm>
          <a:off x="0" y="0"/>
          <a:ext cx="0" cy="0"/>
          <a:chOff x="0" y="0"/>
          <a:chExt cx="0" cy="0"/>
        </a:xfrm>
      </p:grpSpPr>
    </p:spTree>
    <p:extLst>
      <p:ext uri="{BB962C8B-B14F-4D97-AF65-F5344CB8AC3E}">
        <p14:creationId xmlns:p14="http://schemas.microsoft.com/office/powerpoint/2010/main" val="16542573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6F266-AAFE-19DB-00DC-19E75491FCA9}"/>
            </a:ext>
          </a:extLst>
        </p:cNvPr>
        <p:cNvGrpSpPr/>
        <p:nvPr/>
      </p:nvGrpSpPr>
      <p:grpSpPr>
        <a:xfrm>
          <a:off x="0" y="0"/>
          <a:ext cx="0" cy="0"/>
          <a:chOff x="0" y="0"/>
          <a:chExt cx="0" cy="0"/>
        </a:xfrm>
      </p:grpSpPr>
    </p:spTree>
    <p:extLst>
      <p:ext uri="{BB962C8B-B14F-4D97-AF65-F5344CB8AC3E}">
        <p14:creationId xmlns:p14="http://schemas.microsoft.com/office/powerpoint/2010/main" val="7932197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D1BF-A172-3FF0-903F-2AD081E8C22D}"/>
            </a:ext>
          </a:extLst>
        </p:cNvPr>
        <p:cNvGrpSpPr/>
        <p:nvPr/>
      </p:nvGrpSpPr>
      <p:grpSpPr>
        <a:xfrm>
          <a:off x="0" y="0"/>
          <a:ext cx="0" cy="0"/>
          <a:chOff x="0" y="0"/>
          <a:chExt cx="0" cy="0"/>
        </a:xfrm>
      </p:grpSpPr>
    </p:spTree>
    <p:extLst>
      <p:ext uri="{BB962C8B-B14F-4D97-AF65-F5344CB8AC3E}">
        <p14:creationId xmlns:p14="http://schemas.microsoft.com/office/powerpoint/2010/main" val="3454037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0E42-E71B-A766-657B-A4466062A4CE}"/>
            </a:ext>
          </a:extLst>
        </p:cNvPr>
        <p:cNvGrpSpPr/>
        <p:nvPr/>
      </p:nvGrpSpPr>
      <p:grpSpPr>
        <a:xfrm>
          <a:off x="0" y="0"/>
          <a:ext cx="0" cy="0"/>
          <a:chOff x="0" y="0"/>
          <a:chExt cx="0" cy="0"/>
        </a:xfrm>
      </p:grpSpPr>
    </p:spTree>
    <p:extLst>
      <p:ext uri="{BB962C8B-B14F-4D97-AF65-F5344CB8AC3E}">
        <p14:creationId xmlns:p14="http://schemas.microsoft.com/office/powerpoint/2010/main" val="10158201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7962-935A-C6CA-3B98-1DCA176402AB}"/>
            </a:ext>
          </a:extLst>
        </p:cNvPr>
        <p:cNvGrpSpPr/>
        <p:nvPr/>
      </p:nvGrpSpPr>
      <p:grpSpPr>
        <a:xfrm>
          <a:off x="0" y="0"/>
          <a:ext cx="0" cy="0"/>
          <a:chOff x="0" y="0"/>
          <a:chExt cx="0" cy="0"/>
        </a:xfrm>
      </p:grpSpPr>
    </p:spTree>
    <p:extLst>
      <p:ext uri="{BB962C8B-B14F-4D97-AF65-F5344CB8AC3E}">
        <p14:creationId xmlns:p14="http://schemas.microsoft.com/office/powerpoint/2010/main" val="18148183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C3D3E-7A80-5937-D445-0BC611F6D275}"/>
            </a:ext>
          </a:extLst>
        </p:cNvPr>
        <p:cNvGrpSpPr/>
        <p:nvPr/>
      </p:nvGrpSpPr>
      <p:grpSpPr>
        <a:xfrm>
          <a:off x="0" y="0"/>
          <a:ext cx="0" cy="0"/>
          <a:chOff x="0" y="0"/>
          <a:chExt cx="0" cy="0"/>
        </a:xfrm>
      </p:grpSpPr>
    </p:spTree>
    <p:extLst>
      <p:ext uri="{BB962C8B-B14F-4D97-AF65-F5344CB8AC3E}">
        <p14:creationId xmlns:p14="http://schemas.microsoft.com/office/powerpoint/2010/main" val="23590527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39288-3934-3EE8-8DA0-8B55FB44D752}"/>
            </a:ext>
          </a:extLst>
        </p:cNvPr>
        <p:cNvGrpSpPr/>
        <p:nvPr/>
      </p:nvGrpSpPr>
      <p:grpSpPr>
        <a:xfrm>
          <a:off x="0" y="0"/>
          <a:ext cx="0" cy="0"/>
          <a:chOff x="0" y="0"/>
          <a:chExt cx="0" cy="0"/>
        </a:xfrm>
      </p:grpSpPr>
    </p:spTree>
    <p:extLst>
      <p:ext uri="{BB962C8B-B14F-4D97-AF65-F5344CB8AC3E}">
        <p14:creationId xmlns:p14="http://schemas.microsoft.com/office/powerpoint/2010/main" val="29035611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44358-7458-9EBA-410C-00B1A20E7B47}"/>
            </a:ext>
          </a:extLst>
        </p:cNvPr>
        <p:cNvGrpSpPr/>
        <p:nvPr/>
      </p:nvGrpSpPr>
      <p:grpSpPr>
        <a:xfrm>
          <a:off x="0" y="0"/>
          <a:ext cx="0" cy="0"/>
          <a:chOff x="0" y="0"/>
          <a:chExt cx="0" cy="0"/>
        </a:xfrm>
      </p:grpSpPr>
    </p:spTree>
    <p:extLst>
      <p:ext uri="{BB962C8B-B14F-4D97-AF65-F5344CB8AC3E}">
        <p14:creationId xmlns:p14="http://schemas.microsoft.com/office/powerpoint/2010/main" val="18827607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74C8-E1F0-54A0-7DB7-A4F186252A1E}"/>
            </a:ext>
          </a:extLst>
        </p:cNvPr>
        <p:cNvGrpSpPr/>
        <p:nvPr/>
      </p:nvGrpSpPr>
      <p:grpSpPr>
        <a:xfrm>
          <a:off x="0" y="0"/>
          <a:ext cx="0" cy="0"/>
          <a:chOff x="0" y="0"/>
          <a:chExt cx="0" cy="0"/>
        </a:xfrm>
      </p:grpSpPr>
    </p:spTree>
    <p:extLst>
      <p:ext uri="{BB962C8B-B14F-4D97-AF65-F5344CB8AC3E}">
        <p14:creationId xmlns:p14="http://schemas.microsoft.com/office/powerpoint/2010/main" val="22274136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8BA5F-0737-1C9E-B34A-C8D0C6CC18C7}"/>
            </a:ext>
          </a:extLst>
        </p:cNvPr>
        <p:cNvGrpSpPr/>
        <p:nvPr/>
      </p:nvGrpSpPr>
      <p:grpSpPr>
        <a:xfrm>
          <a:off x="0" y="0"/>
          <a:ext cx="0" cy="0"/>
          <a:chOff x="0" y="0"/>
          <a:chExt cx="0" cy="0"/>
        </a:xfrm>
      </p:grpSpPr>
    </p:spTree>
    <p:extLst>
      <p:ext uri="{BB962C8B-B14F-4D97-AF65-F5344CB8AC3E}">
        <p14:creationId xmlns:p14="http://schemas.microsoft.com/office/powerpoint/2010/main" val="7536260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D7587-E788-2173-9FCE-ABF5926BAC41}"/>
            </a:ext>
          </a:extLst>
        </p:cNvPr>
        <p:cNvGrpSpPr/>
        <p:nvPr/>
      </p:nvGrpSpPr>
      <p:grpSpPr>
        <a:xfrm>
          <a:off x="0" y="0"/>
          <a:ext cx="0" cy="0"/>
          <a:chOff x="0" y="0"/>
          <a:chExt cx="0" cy="0"/>
        </a:xfrm>
      </p:grpSpPr>
    </p:spTree>
    <p:extLst>
      <p:ext uri="{BB962C8B-B14F-4D97-AF65-F5344CB8AC3E}">
        <p14:creationId xmlns:p14="http://schemas.microsoft.com/office/powerpoint/2010/main" val="17286601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10DC-3F44-09D6-0EF4-E117C7AFB14D}"/>
            </a:ext>
          </a:extLst>
        </p:cNvPr>
        <p:cNvGrpSpPr/>
        <p:nvPr/>
      </p:nvGrpSpPr>
      <p:grpSpPr>
        <a:xfrm>
          <a:off x="0" y="0"/>
          <a:ext cx="0" cy="0"/>
          <a:chOff x="0" y="0"/>
          <a:chExt cx="0" cy="0"/>
        </a:xfrm>
      </p:grpSpPr>
    </p:spTree>
    <p:extLst>
      <p:ext uri="{BB962C8B-B14F-4D97-AF65-F5344CB8AC3E}">
        <p14:creationId xmlns:p14="http://schemas.microsoft.com/office/powerpoint/2010/main" val="20082233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AB0F-A5F4-4582-FC01-5E689CFFF87F}"/>
            </a:ext>
          </a:extLst>
        </p:cNvPr>
        <p:cNvGrpSpPr/>
        <p:nvPr/>
      </p:nvGrpSpPr>
      <p:grpSpPr>
        <a:xfrm>
          <a:off x="0" y="0"/>
          <a:ext cx="0" cy="0"/>
          <a:chOff x="0" y="0"/>
          <a:chExt cx="0" cy="0"/>
        </a:xfrm>
      </p:grpSpPr>
    </p:spTree>
    <p:extLst>
      <p:ext uri="{BB962C8B-B14F-4D97-AF65-F5344CB8AC3E}">
        <p14:creationId xmlns:p14="http://schemas.microsoft.com/office/powerpoint/2010/main" val="25299871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84FF4-E87B-CEE7-4340-4A8CF2BFB654}"/>
            </a:ext>
          </a:extLst>
        </p:cNvPr>
        <p:cNvGrpSpPr/>
        <p:nvPr/>
      </p:nvGrpSpPr>
      <p:grpSpPr>
        <a:xfrm>
          <a:off x="0" y="0"/>
          <a:ext cx="0" cy="0"/>
          <a:chOff x="0" y="0"/>
          <a:chExt cx="0" cy="0"/>
        </a:xfrm>
      </p:grpSpPr>
    </p:spTree>
    <p:extLst>
      <p:ext uri="{BB962C8B-B14F-4D97-AF65-F5344CB8AC3E}">
        <p14:creationId xmlns:p14="http://schemas.microsoft.com/office/powerpoint/2010/main" val="119127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E2-575B-DE05-1E7C-0285A3ECC8D1}"/>
            </a:ext>
          </a:extLst>
        </p:cNvPr>
        <p:cNvGrpSpPr/>
        <p:nvPr/>
      </p:nvGrpSpPr>
      <p:grpSpPr>
        <a:xfrm>
          <a:off x="0" y="0"/>
          <a:ext cx="0" cy="0"/>
          <a:chOff x="0" y="0"/>
          <a:chExt cx="0" cy="0"/>
        </a:xfrm>
      </p:grpSpPr>
    </p:spTree>
    <p:extLst>
      <p:ext uri="{BB962C8B-B14F-4D97-AF65-F5344CB8AC3E}">
        <p14:creationId xmlns:p14="http://schemas.microsoft.com/office/powerpoint/2010/main" val="20203731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C7C7E-2D31-F5DA-2FCC-908AF031C200}"/>
            </a:ext>
          </a:extLst>
        </p:cNvPr>
        <p:cNvGrpSpPr/>
        <p:nvPr/>
      </p:nvGrpSpPr>
      <p:grpSpPr>
        <a:xfrm>
          <a:off x="0" y="0"/>
          <a:ext cx="0" cy="0"/>
          <a:chOff x="0" y="0"/>
          <a:chExt cx="0" cy="0"/>
        </a:xfrm>
      </p:grpSpPr>
    </p:spTree>
    <p:extLst>
      <p:ext uri="{BB962C8B-B14F-4D97-AF65-F5344CB8AC3E}">
        <p14:creationId xmlns:p14="http://schemas.microsoft.com/office/powerpoint/2010/main" val="40490989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CCDD-1A76-AF1A-CCB5-9A78AF6F8424}"/>
            </a:ext>
          </a:extLst>
        </p:cNvPr>
        <p:cNvGrpSpPr/>
        <p:nvPr/>
      </p:nvGrpSpPr>
      <p:grpSpPr>
        <a:xfrm>
          <a:off x="0" y="0"/>
          <a:ext cx="0" cy="0"/>
          <a:chOff x="0" y="0"/>
          <a:chExt cx="0" cy="0"/>
        </a:xfrm>
      </p:grpSpPr>
    </p:spTree>
    <p:extLst>
      <p:ext uri="{BB962C8B-B14F-4D97-AF65-F5344CB8AC3E}">
        <p14:creationId xmlns:p14="http://schemas.microsoft.com/office/powerpoint/2010/main" val="39098925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685A-5937-3C52-2F3B-74955B1FF06D}"/>
            </a:ext>
          </a:extLst>
        </p:cNvPr>
        <p:cNvGrpSpPr/>
        <p:nvPr/>
      </p:nvGrpSpPr>
      <p:grpSpPr>
        <a:xfrm>
          <a:off x="0" y="0"/>
          <a:ext cx="0" cy="0"/>
          <a:chOff x="0" y="0"/>
          <a:chExt cx="0" cy="0"/>
        </a:xfrm>
      </p:grpSpPr>
    </p:spTree>
    <p:extLst>
      <p:ext uri="{BB962C8B-B14F-4D97-AF65-F5344CB8AC3E}">
        <p14:creationId xmlns:p14="http://schemas.microsoft.com/office/powerpoint/2010/main" val="2945056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9A74E-5113-4DFD-160C-4238D2609F56}"/>
            </a:ext>
          </a:extLst>
        </p:cNvPr>
        <p:cNvGrpSpPr/>
        <p:nvPr/>
      </p:nvGrpSpPr>
      <p:grpSpPr>
        <a:xfrm>
          <a:off x="0" y="0"/>
          <a:ext cx="0" cy="0"/>
          <a:chOff x="0" y="0"/>
          <a:chExt cx="0" cy="0"/>
        </a:xfrm>
      </p:grpSpPr>
    </p:spTree>
    <p:extLst>
      <p:ext uri="{BB962C8B-B14F-4D97-AF65-F5344CB8AC3E}">
        <p14:creationId xmlns:p14="http://schemas.microsoft.com/office/powerpoint/2010/main" val="9688610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1383-6B34-E468-1316-F7BB6A02D075}"/>
            </a:ext>
          </a:extLst>
        </p:cNvPr>
        <p:cNvGrpSpPr/>
        <p:nvPr/>
      </p:nvGrpSpPr>
      <p:grpSpPr>
        <a:xfrm>
          <a:off x="0" y="0"/>
          <a:ext cx="0" cy="0"/>
          <a:chOff x="0" y="0"/>
          <a:chExt cx="0" cy="0"/>
        </a:xfrm>
      </p:grpSpPr>
    </p:spTree>
    <p:extLst>
      <p:ext uri="{BB962C8B-B14F-4D97-AF65-F5344CB8AC3E}">
        <p14:creationId xmlns:p14="http://schemas.microsoft.com/office/powerpoint/2010/main" val="12100757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D463-FC14-8CA8-6D2C-26A46C3531EB}"/>
            </a:ext>
          </a:extLst>
        </p:cNvPr>
        <p:cNvGrpSpPr/>
        <p:nvPr/>
      </p:nvGrpSpPr>
      <p:grpSpPr>
        <a:xfrm>
          <a:off x="0" y="0"/>
          <a:ext cx="0" cy="0"/>
          <a:chOff x="0" y="0"/>
          <a:chExt cx="0" cy="0"/>
        </a:xfrm>
      </p:grpSpPr>
    </p:spTree>
    <p:extLst>
      <p:ext uri="{BB962C8B-B14F-4D97-AF65-F5344CB8AC3E}">
        <p14:creationId xmlns:p14="http://schemas.microsoft.com/office/powerpoint/2010/main" val="3926847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045A3-7F9A-3D1E-9952-CB829B42141B}"/>
            </a:ext>
          </a:extLst>
        </p:cNvPr>
        <p:cNvGrpSpPr/>
        <p:nvPr/>
      </p:nvGrpSpPr>
      <p:grpSpPr>
        <a:xfrm>
          <a:off x="0" y="0"/>
          <a:ext cx="0" cy="0"/>
          <a:chOff x="0" y="0"/>
          <a:chExt cx="0" cy="0"/>
        </a:xfrm>
      </p:grpSpPr>
    </p:spTree>
    <p:extLst>
      <p:ext uri="{BB962C8B-B14F-4D97-AF65-F5344CB8AC3E}">
        <p14:creationId xmlns:p14="http://schemas.microsoft.com/office/powerpoint/2010/main" val="19777060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D669-6DBE-F77D-D40F-7C6D96C5C19D}"/>
            </a:ext>
          </a:extLst>
        </p:cNvPr>
        <p:cNvGrpSpPr/>
        <p:nvPr/>
      </p:nvGrpSpPr>
      <p:grpSpPr>
        <a:xfrm>
          <a:off x="0" y="0"/>
          <a:ext cx="0" cy="0"/>
          <a:chOff x="0" y="0"/>
          <a:chExt cx="0" cy="0"/>
        </a:xfrm>
      </p:grpSpPr>
    </p:spTree>
    <p:extLst>
      <p:ext uri="{BB962C8B-B14F-4D97-AF65-F5344CB8AC3E}">
        <p14:creationId xmlns:p14="http://schemas.microsoft.com/office/powerpoint/2010/main" val="17367196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25A9-6E07-F074-80C0-B8D1E6741BC1}"/>
            </a:ext>
          </a:extLst>
        </p:cNvPr>
        <p:cNvGrpSpPr/>
        <p:nvPr/>
      </p:nvGrpSpPr>
      <p:grpSpPr>
        <a:xfrm>
          <a:off x="0" y="0"/>
          <a:ext cx="0" cy="0"/>
          <a:chOff x="0" y="0"/>
          <a:chExt cx="0" cy="0"/>
        </a:xfrm>
      </p:grpSpPr>
    </p:spTree>
    <p:extLst>
      <p:ext uri="{BB962C8B-B14F-4D97-AF65-F5344CB8AC3E}">
        <p14:creationId xmlns:p14="http://schemas.microsoft.com/office/powerpoint/2010/main" val="38732128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965A7-8CF5-3E06-19C9-4886680E1B18}"/>
            </a:ext>
          </a:extLst>
        </p:cNvPr>
        <p:cNvGrpSpPr/>
        <p:nvPr/>
      </p:nvGrpSpPr>
      <p:grpSpPr>
        <a:xfrm>
          <a:off x="0" y="0"/>
          <a:ext cx="0" cy="0"/>
          <a:chOff x="0" y="0"/>
          <a:chExt cx="0" cy="0"/>
        </a:xfrm>
      </p:grpSpPr>
    </p:spTree>
    <p:extLst>
      <p:ext uri="{BB962C8B-B14F-4D97-AF65-F5344CB8AC3E}">
        <p14:creationId xmlns:p14="http://schemas.microsoft.com/office/powerpoint/2010/main" val="2313166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E8E8-9926-55CC-14D3-10A08BDEC077}"/>
            </a:ext>
          </a:extLst>
        </p:cNvPr>
        <p:cNvGrpSpPr/>
        <p:nvPr/>
      </p:nvGrpSpPr>
      <p:grpSpPr>
        <a:xfrm>
          <a:off x="0" y="0"/>
          <a:ext cx="0" cy="0"/>
          <a:chOff x="0" y="0"/>
          <a:chExt cx="0" cy="0"/>
        </a:xfrm>
      </p:grpSpPr>
    </p:spTree>
    <p:extLst>
      <p:ext uri="{BB962C8B-B14F-4D97-AF65-F5344CB8AC3E}">
        <p14:creationId xmlns:p14="http://schemas.microsoft.com/office/powerpoint/2010/main" val="15579513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8A96-9E7C-76A2-3967-042D834D1CF9}"/>
            </a:ext>
          </a:extLst>
        </p:cNvPr>
        <p:cNvGrpSpPr/>
        <p:nvPr/>
      </p:nvGrpSpPr>
      <p:grpSpPr>
        <a:xfrm>
          <a:off x="0" y="0"/>
          <a:ext cx="0" cy="0"/>
          <a:chOff x="0" y="0"/>
          <a:chExt cx="0" cy="0"/>
        </a:xfrm>
      </p:grpSpPr>
    </p:spTree>
    <p:extLst>
      <p:ext uri="{BB962C8B-B14F-4D97-AF65-F5344CB8AC3E}">
        <p14:creationId xmlns:p14="http://schemas.microsoft.com/office/powerpoint/2010/main" val="40308874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AA9C-307F-F804-9057-56F9D987339A}"/>
            </a:ext>
          </a:extLst>
        </p:cNvPr>
        <p:cNvGrpSpPr/>
        <p:nvPr/>
      </p:nvGrpSpPr>
      <p:grpSpPr>
        <a:xfrm>
          <a:off x="0" y="0"/>
          <a:ext cx="0" cy="0"/>
          <a:chOff x="0" y="0"/>
          <a:chExt cx="0" cy="0"/>
        </a:xfrm>
      </p:grpSpPr>
    </p:spTree>
    <p:extLst>
      <p:ext uri="{BB962C8B-B14F-4D97-AF65-F5344CB8AC3E}">
        <p14:creationId xmlns:p14="http://schemas.microsoft.com/office/powerpoint/2010/main" val="3116626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435</TotalTime>
  <Words>920</Words>
  <Application>Microsoft Office PowerPoint</Application>
  <PresentationFormat>A4 Paper (210x297 mm)</PresentationFormat>
  <Paragraphs>84</Paragraphs>
  <Slides>104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104</vt:i4>
      </vt:variant>
    </vt:vector>
  </HeadingPairs>
  <TitlesOfParts>
    <vt:vector size="111" baseType="lpstr">
      <vt:lpstr>Aptos</vt:lpstr>
      <vt:lpstr>Aptos Display</vt:lpstr>
      <vt:lpstr>Arial</vt:lpstr>
      <vt:lpstr>Euclid Circular A</vt:lpstr>
      <vt:lpstr>MongoDB Value Serif</vt:lpstr>
      <vt:lpstr>Source Code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umalavanya7@gmail.com</dc:creator>
  <cp:lastModifiedBy>umalavanya7@gmail.com</cp:lastModifiedBy>
  <cp:revision>53</cp:revision>
  <dcterms:created xsi:type="dcterms:W3CDTF">2026-02-06T21:19:28Z</dcterms:created>
  <dcterms:modified xsi:type="dcterms:W3CDTF">2026-02-28T03:36:31Z</dcterms:modified>
</cp:coreProperties>
</file>