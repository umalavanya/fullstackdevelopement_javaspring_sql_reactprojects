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3">
  <p:sldMasterIdLst>
    <p:sldMasterId id="2147483660" r:id="rId1"/>
  </p:sldMasterIdLst>
  <p:notesMasterIdLst>
    <p:notesMasterId r:id="rId137"/>
  </p:notesMasterIdLst>
  <p:sldIdLst>
    <p:sldId id="256" r:id="rId2"/>
    <p:sldId id="391" r:id="rId3"/>
    <p:sldId id="379" r:id="rId4"/>
    <p:sldId id="257" r:id="rId5"/>
    <p:sldId id="258" r:id="rId6"/>
    <p:sldId id="259" r:id="rId7"/>
    <p:sldId id="360" r:id="rId8"/>
    <p:sldId id="260" r:id="rId9"/>
    <p:sldId id="361" r:id="rId10"/>
    <p:sldId id="261" r:id="rId11"/>
    <p:sldId id="362" r:id="rId12"/>
    <p:sldId id="363" r:id="rId13"/>
    <p:sldId id="364" r:id="rId14"/>
    <p:sldId id="365" r:id="rId15"/>
    <p:sldId id="366" r:id="rId16"/>
    <p:sldId id="378" r:id="rId17"/>
    <p:sldId id="367" r:id="rId18"/>
    <p:sldId id="380" r:id="rId19"/>
    <p:sldId id="368" r:id="rId20"/>
    <p:sldId id="369" r:id="rId21"/>
    <p:sldId id="370" r:id="rId22"/>
    <p:sldId id="371" r:id="rId23"/>
    <p:sldId id="372" r:id="rId24"/>
    <p:sldId id="373" r:id="rId25"/>
    <p:sldId id="374" r:id="rId26"/>
    <p:sldId id="375" r:id="rId27"/>
    <p:sldId id="376" r:id="rId28"/>
    <p:sldId id="377" r:id="rId29"/>
    <p:sldId id="262" r:id="rId30"/>
    <p:sldId id="263" r:id="rId31"/>
    <p:sldId id="381" r:id="rId32"/>
    <p:sldId id="382" r:id="rId33"/>
    <p:sldId id="383" r:id="rId34"/>
    <p:sldId id="384" r:id="rId35"/>
    <p:sldId id="385" r:id="rId36"/>
    <p:sldId id="386" r:id="rId37"/>
    <p:sldId id="387" r:id="rId38"/>
    <p:sldId id="388" r:id="rId39"/>
    <p:sldId id="389" r:id="rId40"/>
    <p:sldId id="264" r:id="rId41"/>
    <p:sldId id="265" r:id="rId42"/>
    <p:sldId id="266" r:id="rId43"/>
    <p:sldId id="267" r:id="rId44"/>
    <p:sldId id="268" r:id="rId45"/>
    <p:sldId id="269" r:id="rId46"/>
    <p:sldId id="270" r:id="rId47"/>
    <p:sldId id="271" r:id="rId48"/>
    <p:sldId id="272" r:id="rId49"/>
    <p:sldId id="273" r:id="rId50"/>
    <p:sldId id="274" r:id="rId51"/>
    <p:sldId id="275" r:id="rId52"/>
    <p:sldId id="276" r:id="rId53"/>
    <p:sldId id="277" r:id="rId54"/>
    <p:sldId id="278" r:id="rId55"/>
    <p:sldId id="279" r:id="rId56"/>
    <p:sldId id="280" r:id="rId57"/>
    <p:sldId id="281" r:id="rId58"/>
    <p:sldId id="282" r:id="rId59"/>
    <p:sldId id="283" r:id="rId60"/>
    <p:sldId id="284" r:id="rId61"/>
    <p:sldId id="285" r:id="rId62"/>
    <p:sldId id="286" r:id="rId63"/>
    <p:sldId id="287" r:id="rId64"/>
    <p:sldId id="288" r:id="rId65"/>
    <p:sldId id="289" r:id="rId66"/>
    <p:sldId id="290" r:id="rId67"/>
    <p:sldId id="291" r:id="rId68"/>
    <p:sldId id="292" r:id="rId69"/>
    <p:sldId id="293" r:id="rId70"/>
    <p:sldId id="294" r:id="rId71"/>
    <p:sldId id="295" r:id="rId72"/>
    <p:sldId id="296" r:id="rId73"/>
    <p:sldId id="297" r:id="rId74"/>
    <p:sldId id="298" r:id="rId75"/>
    <p:sldId id="299" r:id="rId76"/>
    <p:sldId id="300" r:id="rId77"/>
    <p:sldId id="301" r:id="rId78"/>
    <p:sldId id="302" r:id="rId79"/>
    <p:sldId id="303" r:id="rId80"/>
    <p:sldId id="304" r:id="rId81"/>
    <p:sldId id="305" r:id="rId82"/>
    <p:sldId id="306" r:id="rId83"/>
    <p:sldId id="307" r:id="rId84"/>
    <p:sldId id="308" r:id="rId85"/>
    <p:sldId id="309" r:id="rId86"/>
    <p:sldId id="310" r:id="rId87"/>
    <p:sldId id="311" r:id="rId88"/>
    <p:sldId id="312" r:id="rId89"/>
    <p:sldId id="313" r:id="rId90"/>
    <p:sldId id="314" r:id="rId91"/>
    <p:sldId id="315" r:id="rId92"/>
    <p:sldId id="316" r:id="rId93"/>
    <p:sldId id="317" r:id="rId94"/>
    <p:sldId id="318" r:id="rId95"/>
    <p:sldId id="319" r:id="rId96"/>
    <p:sldId id="320" r:id="rId97"/>
    <p:sldId id="321" r:id="rId98"/>
    <p:sldId id="322" r:id="rId99"/>
    <p:sldId id="323" r:id="rId100"/>
    <p:sldId id="324" r:id="rId101"/>
    <p:sldId id="325" r:id="rId102"/>
    <p:sldId id="326" r:id="rId103"/>
    <p:sldId id="327" r:id="rId104"/>
    <p:sldId id="328" r:id="rId105"/>
    <p:sldId id="329" r:id="rId106"/>
    <p:sldId id="330" r:id="rId107"/>
    <p:sldId id="331" r:id="rId108"/>
    <p:sldId id="332" r:id="rId109"/>
    <p:sldId id="333" r:id="rId110"/>
    <p:sldId id="334" r:id="rId111"/>
    <p:sldId id="335" r:id="rId112"/>
    <p:sldId id="336" r:id="rId113"/>
    <p:sldId id="337" r:id="rId114"/>
    <p:sldId id="338" r:id="rId115"/>
    <p:sldId id="339" r:id="rId116"/>
    <p:sldId id="340" r:id="rId117"/>
    <p:sldId id="341" r:id="rId118"/>
    <p:sldId id="342" r:id="rId119"/>
    <p:sldId id="343" r:id="rId120"/>
    <p:sldId id="344" r:id="rId121"/>
    <p:sldId id="345" r:id="rId122"/>
    <p:sldId id="346" r:id="rId123"/>
    <p:sldId id="347" r:id="rId124"/>
    <p:sldId id="348" r:id="rId125"/>
    <p:sldId id="349" r:id="rId126"/>
    <p:sldId id="350" r:id="rId127"/>
    <p:sldId id="351" r:id="rId128"/>
    <p:sldId id="352" r:id="rId129"/>
    <p:sldId id="353" r:id="rId130"/>
    <p:sldId id="354" r:id="rId131"/>
    <p:sldId id="355" r:id="rId132"/>
    <p:sldId id="356" r:id="rId133"/>
    <p:sldId id="357" r:id="rId134"/>
    <p:sldId id="358" r:id="rId135"/>
    <p:sldId id="359" r:id="rId136"/>
  </p:sldIdLst>
  <p:sldSz cx="9906000" cy="6858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35552"/>
    <a:srgbClr val="1A381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285" autoAdjust="0"/>
    <p:restoredTop sz="94660"/>
  </p:normalViewPr>
  <p:slideViewPr>
    <p:cSldViewPr snapToGrid="0">
      <p:cViewPr varScale="1">
        <p:scale>
          <a:sx n="56" d="100"/>
          <a:sy n="56" d="100"/>
        </p:scale>
        <p:origin x="58" y="34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presProps" Target="pres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viewProps" Target="view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0464E1F-87C5-4944-821C-E8B5E8EB4992}" type="datetimeFigureOut">
              <a:rPr lang="en-US" smtClean="0"/>
              <a:t>2/28/2026</a:t>
            </a:fld>
            <a:endParaRPr lang="en-US"/>
          </a:p>
        </p:txBody>
      </p:sp>
      <p:sp>
        <p:nvSpPr>
          <p:cNvPr id="4" name="Slide Image Placeholder 3"/>
          <p:cNvSpPr>
            <a:spLocks noGrp="1" noRot="1" noChangeAspect="1"/>
          </p:cNvSpPr>
          <p:nvPr>
            <p:ph type="sldImg" idx="2"/>
          </p:nvPr>
        </p:nvSpPr>
        <p:spPr>
          <a:xfrm>
            <a:off x="1200150" y="1143000"/>
            <a:ext cx="44577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B0CFF4-5968-4E4A-A755-C9D0221DB054}" type="slidenum">
              <a:rPr lang="en-US" smtClean="0"/>
              <a:t>‹#›</a:t>
            </a:fld>
            <a:endParaRPr lang="en-US"/>
          </a:p>
        </p:txBody>
      </p:sp>
    </p:spTree>
    <p:extLst>
      <p:ext uri="{BB962C8B-B14F-4D97-AF65-F5344CB8AC3E}">
        <p14:creationId xmlns:p14="http://schemas.microsoft.com/office/powerpoint/2010/main" val="28347437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DB0CFF4-5968-4E4A-A755-C9D0221DB054}" type="slidenum">
              <a:rPr lang="en-US" smtClean="0"/>
              <a:t>32</a:t>
            </a:fld>
            <a:endParaRPr lang="en-US"/>
          </a:p>
        </p:txBody>
      </p:sp>
    </p:spTree>
    <p:extLst>
      <p:ext uri="{BB962C8B-B14F-4D97-AF65-F5344CB8AC3E}">
        <p14:creationId xmlns:p14="http://schemas.microsoft.com/office/powerpoint/2010/main" val="29710238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1122363"/>
            <a:ext cx="84201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91057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7574479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5879" y="1709740"/>
            <a:ext cx="8543925"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75879" y="4589465"/>
            <a:ext cx="8543925"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D1FB5FC-1629-4A0D-9573-785FAC7ED015}" type="datetimeFigureOut">
              <a:rPr lang="en-US" smtClean="0"/>
              <a:t>2/28/2026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2808332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1038" y="1825625"/>
            <a:ext cx="42100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14913" y="1825625"/>
            <a:ext cx="42100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D1FB5FC-1629-4A0D-9573-785FAC7ED015}" type="datetimeFigureOut">
              <a:rPr lang="en-US" smtClean="0"/>
              <a:t>2/28/2026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286600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82328" y="365127"/>
            <a:ext cx="8543925"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82329" y="1681163"/>
            <a:ext cx="419070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2329" y="2505075"/>
            <a:ext cx="4190702"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14913" y="1681163"/>
            <a:ext cx="4211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14913" y="2505075"/>
            <a:ext cx="4211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D1FB5FC-1629-4A0D-9573-785FAC7ED015}" type="datetimeFigureOut">
              <a:rPr lang="en-US" smtClean="0"/>
              <a:t>2/28/2026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11073811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D1FB5FC-1629-4A0D-9573-785FAC7ED015}" type="datetimeFigureOut">
              <a:rPr lang="en-US" smtClean="0"/>
              <a:t>2/28/2026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5120241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D1FB5FC-1629-4A0D-9573-785FAC7ED015}" type="datetimeFigureOut">
              <a:rPr lang="en-US" smtClean="0"/>
              <a:t>2/28/2026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38202246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4211340" y="987427"/>
            <a:ext cx="501491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D1FB5FC-1629-4A0D-9573-785FAC7ED015}" type="datetimeFigureOut">
              <a:rPr lang="en-US" smtClean="0"/>
              <a:t>2/28/2026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1791197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211340" y="987427"/>
            <a:ext cx="5014913"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D1FB5FC-1629-4A0D-9573-785FAC7ED015}" type="datetimeFigureOut">
              <a:rPr lang="en-US" smtClean="0"/>
              <a:t>2/28/2026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4536138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6136143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088982" y="365125"/>
            <a:ext cx="2135981"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1038" y="365125"/>
            <a:ext cx="6284119"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1696502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lumMod val="50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1038" y="365127"/>
            <a:ext cx="8543925"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81038" y="6356352"/>
            <a:ext cx="222885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D1FB5FC-1629-4A0D-9573-785FAC7ED015}" type="datetimeFigureOut">
              <a:rPr lang="en-US" smtClean="0"/>
              <a:t>2/28/2026</a:t>
            </a:fld>
            <a:endParaRPr lang="en-US"/>
          </a:p>
        </p:txBody>
      </p:sp>
      <p:sp>
        <p:nvSpPr>
          <p:cNvPr id="5" name="Footer Placeholder 4"/>
          <p:cNvSpPr>
            <a:spLocks noGrp="1"/>
          </p:cNvSpPr>
          <p:nvPr>
            <p:ph type="ftr" sz="quarter" idx="3"/>
          </p:nvPr>
        </p:nvSpPr>
        <p:spPr>
          <a:xfrm>
            <a:off x="3281363" y="6356352"/>
            <a:ext cx="3343275"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996113" y="6356352"/>
            <a:ext cx="222885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483C504-7F0E-4585-832D-B71C6D96FE19}" type="slidenum">
              <a:rPr lang="en-US" smtClean="0"/>
              <a:t>‹#›</a:t>
            </a:fld>
            <a:endParaRPr lang="en-US"/>
          </a:p>
        </p:txBody>
      </p:sp>
    </p:spTree>
    <p:extLst>
      <p:ext uri="{BB962C8B-B14F-4D97-AF65-F5344CB8AC3E}">
        <p14:creationId xmlns:p14="http://schemas.microsoft.com/office/powerpoint/2010/main" val="209040606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D633E7B5-302F-334C-4938-E983040A76A4}"/>
              </a:ext>
            </a:extLst>
          </p:cNvPr>
          <p:cNvSpPr txBox="1"/>
          <p:nvPr/>
        </p:nvSpPr>
        <p:spPr>
          <a:xfrm>
            <a:off x="716770" y="694605"/>
            <a:ext cx="1508875" cy="5227521"/>
          </a:xfrm>
          <a:prstGeom prst="rect">
            <a:avLst/>
          </a:prstGeom>
          <a:noFill/>
        </p:spPr>
        <p:txBody>
          <a:bodyPr wrap="none" rtlCol="0">
            <a:spAutoFit/>
          </a:bodyPr>
          <a:lstStyle/>
          <a:p>
            <a:pPr marL="342900" indent="-342900">
              <a:lnSpc>
                <a:spcPct val="150000"/>
              </a:lnSpc>
              <a:buAutoNum type="arabicPeriod"/>
            </a:pPr>
            <a:r>
              <a:rPr lang="en-US" sz="1600" dirty="0">
                <a:solidFill>
                  <a:srgbClr val="FFFF00"/>
                </a:solidFill>
              </a:rPr>
              <a:t>$match</a:t>
            </a:r>
          </a:p>
          <a:p>
            <a:pPr marL="342900" indent="-342900">
              <a:lnSpc>
                <a:spcPct val="150000"/>
              </a:lnSpc>
              <a:buAutoNum type="arabicPeriod"/>
            </a:pPr>
            <a:r>
              <a:rPr lang="en-US" sz="1600" dirty="0">
                <a:solidFill>
                  <a:srgbClr val="FFFF00"/>
                </a:solidFill>
              </a:rPr>
              <a:t>$project</a:t>
            </a:r>
          </a:p>
          <a:p>
            <a:pPr marL="342900" indent="-342900">
              <a:lnSpc>
                <a:spcPct val="150000"/>
              </a:lnSpc>
              <a:buAutoNum type="arabicPeriod"/>
            </a:pPr>
            <a:r>
              <a:rPr lang="en-US" sz="1600" dirty="0">
                <a:solidFill>
                  <a:srgbClr val="FFFF00"/>
                </a:solidFill>
              </a:rPr>
              <a:t>$group</a:t>
            </a:r>
          </a:p>
          <a:p>
            <a:pPr marL="342900" indent="-342900">
              <a:lnSpc>
                <a:spcPct val="150000"/>
              </a:lnSpc>
              <a:buAutoNum type="arabicPeriod"/>
            </a:pPr>
            <a:r>
              <a:rPr lang="en-US" sz="1600" dirty="0">
                <a:solidFill>
                  <a:srgbClr val="FFFF00"/>
                </a:solidFill>
              </a:rPr>
              <a:t>$sort</a:t>
            </a:r>
          </a:p>
          <a:p>
            <a:pPr marL="342900" indent="-342900">
              <a:lnSpc>
                <a:spcPct val="150000"/>
              </a:lnSpc>
              <a:buAutoNum type="arabicPeriod"/>
            </a:pPr>
            <a:r>
              <a:rPr lang="en-US" sz="1600" dirty="0">
                <a:solidFill>
                  <a:srgbClr val="FFFF00"/>
                </a:solidFill>
              </a:rPr>
              <a:t>$limit</a:t>
            </a:r>
          </a:p>
          <a:p>
            <a:pPr marL="342900" indent="-342900">
              <a:lnSpc>
                <a:spcPct val="150000"/>
              </a:lnSpc>
              <a:buAutoNum type="arabicPeriod"/>
            </a:pPr>
            <a:r>
              <a:rPr lang="en-US" sz="1600" dirty="0">
                <a:solidFill>
                  <a:srgbClr val="FFFF00"/>
                </a:solidFill>
              </a:rPr>
              <a:t>$unwind</a:t>
            </a:r>
          </a:p>
          <a:p>
            <a:pPr marL="342900" indent="-342900">
              <a:lnSpc>
                <a:spcPct val="150000"/>
              </a:lnSpc>
              <a:buAutoNum type="arabicPeriod"/>
            </a:pPr>
            <a:r>
              <a:rPr lang="en-US" sz="1600" dirty="0">
                <a:solidFill>
                  <a:srgbClr val="FFFF00"/>
                </a:solidFill>
              </a:rPr>
              <a:t>$lookup</a:t>
            </a:r>
          </a:p>
          <a:p>
            <a:pPr marL="342900" indent="-342900">
              <a:lnSpc>
                <a:spcPct val="150000"/>
              </a:lnSpc>
              <a:buAutoNum type="arabicPeriod"/>
            </a:pPr>
            <a:r>
              <a:rPr lang="en-US" sz="1600" dirty="0">
                <a:solidFill>
                  <a:srgbClr val="FFFF00"/>
                </a:solidFill>
              </a:rPr>
              <a:t>$count</a:t>
            </a:r>
          </a:p>
          <a:p>
            <a:pPr marL="342900" indent="-342900">
              <a:lnSpc>
                <a:spcPct val="150000"/>
              </a:lnSpc>
              <a:buAutoNum type="arabicPeriod"/>
            </a:pPr>
            <a:r>
              <a:rPr lang="en-US" sz="1600" dirty="0">
                <a:solidFill>
                  <a:srgbClr val="FFFF00"/>
                </a:solidFill>
              </a:rPr>
              <a:t>$</a:t>
            </a:r>
            <a:r>
              <a:rPr lang="en-US" sz="1600" dirty="0" err="1">
                <a:solidFill>
                  <a:srgbClr val="FFFF00"/>
                </a:solidFill>
              </a:rPr>
              <a:t>addFields</a:t>
            </a:r>
            <a:endParaRPr lang="en-US" sz="1600" dirty="0">
              <a:solidFill>
                <a:srgbClr val="FFFF00"/>
              </a:solidFill>
            </a:endParaRPr>
          </a:p>
          <a:p>
            <a:pPr marL="342900" indent="-342900">
              <a:lnSpc>
                <a:spcPct val="150000"/>
              </a:lnSpc>
              <a:buAutoNum type="arabicPeriod"/>
            </a:pPr>
            <a:r>
              <a:rPr lang="en-US" sz="1600" dirty="0">
                <a:solidFill>
                  <a:srgbClr val="FFFF00"/>
                </a:solidFill>
              </a:rPr>
              <a:t>$expr</a:t>
            </a:r>
          </a:p>
          <a:p>
            <a:pPr marL="342900" indent="-342900">
              <a:lnSpc>
                <a:spcPct val="150000"/>
              </a:lnSpc>
              <a:buAutoNum type="arabicPeriod"/>
            </a:pPr>
            <a:r>
              <a:rPr lang="en-US" sz="1600" dirty="0">
                <a:solidFill>
                  <a:srgbClr val="FFFF00"/>
                </a:solidFill>
              </a:rPr>
              <a:t>$</a:t>
            </a:r>
            <a:r>
              <a:rPr lang="en-US" sz="1600" dirty="0" err="1">
                <a:solidFill>
                  <a:srgbClr val="FFFF00"/>
                </a:solidFill>
              </a:rPr>
              <a:t>cond</a:t>
            </a:r>
            <a:endParaRPr lang="en-US" sz="1600" dirty="0">
              <a:solidFill>
                <a:srgbClr val="FFFF00"/>
              </a:solidFill>
            </a:endParaRPr>
          </a:p>
          <a:p>
            <a:pPr marL="342900" indent="-342900">
              <a:lnSpc>
                <a:spcPct val="150000"/>
              </a:lnSpc>
              <a:buAutoNum type="arabicPeriod"/>
            </a:pPr>
            <a:r>
              <a:rPr lang="en-US" sz="1600" dirty="0">
                <a:solidFill>
                  <a:srgbClr val="FFFF00"/>
                </a:solidFill>
              </a:rPr>
              <a:t>$facet</a:t>
            </a:r>
          </a:p>
          <a:p>
            <a:pPr marL="342900" indent="-342900">
              <a:lnSpc>
                <a:spcPct val="150000"/>
              </a:lnSpc>
              <a:buAutoNum type="arabicPeriod"/>
            </a:pPr>
            <a:endParaRPr lang="en-US" sz="1600" dirty="0">
              <a:solidFill>
                <a:srgbClr val="FFFF00"/>
              </a:solidFill>
            </a:endParaRPr>
          </a:p>
          <a:p>
            <a:pPr marL="342900" indent="-342900">
              <a:lnSpc>
                <a:spcPct val="150000"/>
              </a:lnSpc>
              <a:buAutoNum type="arabicPeriod"/>
            </a:pPr>
            <a:endParaRPr lang="en-US" sz="1600" dirty="0">
              <a:solidFill>
                <a:srgbClr val="FFFF00"/>
              </a:solidFill>
            </a:endParaRPr>
          </a:p>
        </p:txBody>
      </p:sp>
      <p:sp>
        <p:nvSpPr>
          <p:cNvPr id="11" name="TextBox 10">
            <a:extLst>
              <a:ext uri="{FF2B5EF4-FFF2-40B4-BE49-F238E27FC236}">
                <a16:creationId xmlns:a16="http://schemas.microsoft.com/office/drawing/2014/main" id="{D2ACC54A-47DC-FD1D-12A7-B88EF679C371}"/>
              </a:ext>
            </a:extLst>
          </p:cNvPr>
          <p:cNvSpPr txBox="1"/>
          <p:nvPr/>
        </p:nvSpPr>
        <p:spPr>
          <a:xfrm>
            <a:off x="3405117" y="339763"/>
            <a:ext cx="2804615" cy="5596853"/>
          </a:xfrm>
          <a:prstGeom prst="rect">
            <a:avLst/>
          </a:prstGeom>
          <a:noFill/>
        </p:spPr>
        <p:txBody>
          <a:bodyPr wrap="square">
            <a:spAutoFit/>
          </a:bodyPr>
          <a:lstStyle/>
          <a:p>
            <a:pPr marL="342900" indent="-342900">
              <a:lnSpc>
                <a:spcPct val="150000"/>
              </a:lnSpc>
              <a:buFont typeface="+mj-lt"/>
              <a:buAutoNum type="arabicPeriod" startAt="13"/>
            </a:pPr>
            <a:r>
              <a:rPr lang="en-US" sz="1600" dirty="0">
                <a:solidFill>
                  <a:srgbClr val="FFFF00"/>
                </a:solidFill>
              </a:rPr>
              <a:t>$bucket</a:t>
            </a:r>
          </a:p>
          <a:p>
            <a:pPr marL="342900" indent="-342900">
              <a:lnSpc>
                <a:spcPct val="150000"/>
              </a:lnSpc>
              <a:buAutoNum type="arabicPeriod" startAt="13"/>
            </a:pPr>
            <a:r>
              <a:rPr lang="en-US" sz="1600" dirty="0">
                <a:solidFill>
                  <a:srgbClr val="FFFF00"/>
                </a:solidFill>
              </a:rPr>
              <a:t>$</a:t>
            </a:r>
            <a:r>
              <a:rPr lang="en-US" sz="1600" dirty="0" err="1">
                <a:solidFill>
                  <a:srgbClr val="FFFF00"/>
                </a:solidFill>
              </a:rPr>
              <a:t>bucketAuto</a:t>
            </a:r>
            <a:endParaRPr lang="en-US" sz="1600" dirty="0">
              <a:solidFill>
                <a:srgbClr val="FFFF00"/>
              </a:solidFill>
            </a:endParaRPr>
          </a:p>
          <a:p>
            <a:pPr marL="342900" indent="-342900">
              <a:lnSpc>
                <a:spcPct val="150000"/>
              </a:lnSpc>
              <a:buAutoNum type="arabicPeriod" startAt="13"/>
            </a:pPr>
            <a:r>
              <a:rPr lang="en-US" sz="1600" dirty="0">
                <a:solidFill>
                  <a:srgbClr val="FFFF00"/>
                </a:solidFill>
              </a:rPr>
              <a:t>$</a:t>
            </a:r>
            <a:r>
              <a:rPr lang="en-US" sz="1600" dirty="0" err="1">
                <a:solidFill>
                  <a:srgbClr val="FFFF00"/>
                </a:solidFill>
              </a:rPr>
              <a:t>regexMatch</a:t>
            </a:r>
            <a:endParaRPr lang="en-US" sz="1600" dirty="0">
              <a:solidFill>
                <a:srgbClr val="FFFF00"/>
              </a:solidFill>
            </a:endParaRPr>
          </a:p>
          <a:p>
            <a:pPr marL="342900" indent="-342900">
              <a:lnSpc>
                <a:spcPct val="150000"/>
              </a:lnSpc>
              <a:buAutoNum type="arabicPeriod" startAt="13"/>
            </a:pPr>
            <a:r>
              <a:rPr lang="en-US" sz="1600" dirty="0">
                <a:solidFill>
                  <a:srgbClr val="FFFF00"/>
                </a:solidFill>
              </a:rPr>
              <a:t>$text</a:t>
            </a:r>
          </a:p>
          <a:p>
            <a:pPr marL="342900" indent="-342900">
              <a:lnSpc>
                <a:spcPct val="150000"/>
              </a:lnSpc>
              <a:buAutoNum type="arabicPeriod" startAt="13"/>
            </a:pPr>
            <a:r>
              <a:rPr lang="en-US" sz="1600" dirty="0">
                <a:solidFill>
                  <a:srgbClr val="FFFF00"/>
                </a:solidFill>
              </a:rPr>
              <a:t>$year</a:t>
            </a:r>
          </a:p>
          <a:p>
            <a:pPr marL="342900" indent="-342900">
              <a:lnSpc>
                <a:spcPct val="150000"/>
              </a:lnSpc>
              <a:buAutoNum type="arabicPeriod" startAt="13"/>
            </a:pPr>
            <a:r>
              <a:rPr lang="en-US" sz="1600" dirty="0">
                <a:solidFill>
                  <a:srgbClr val="FFFF00"/>
                </a:solidFill>
              </a:rPr>
              <a:t>$month</a:t>
            </a:r>
          </a:p>
          <a:p>
            <a:pPr marL="342900" indent="-342900">
              <a:lnSpc>
                <a:spcPct val="150000"/>
              </a:lnSpc>
              <a:buAutoNum type="arabicPeriod" startAt="13"/>
            </a:pPr>
            <a:r>
              <a:rPr lang="en-US" sz="1600" dirty="0">
                <a:solidFill>
                  <a:srgbClr val="FFFF00"/>
                </a:solidFill>
              </a:rPr>
              <a:t>$map</a:t>
            </a:r>
          </a:p>
          <a:p>
            <a:pPr marL="342900" indent="-342900">
              <a:lnSpc>
                <a:spcPct val="150000"/>
              </a:lnSpc>
              <a:buAutoNum type="arabicPeriod" startAt="13"/>
            </a:pPr>
            <a:r>
              <a:rPr lang="en-US" sz="1600" dirty="0">
                <a:solidFill>
                  <a:srgbClr val="FFFF00"/>
                </a:solidFill>
              </a:rPr>
              <a:t>$filter</a:t>
            </a:r>
          </a:p>
          <a:p>
            <a:pPr marL="342900" indent="-342900">
              <a:lnSpc>
                <a:spcPct val="150000"/>
              </a:lnSpc>
              <a:buAutoNum type="arabicPeriod" startAt="13"/>
            </a:pPr>
            <a:r>
              <a:rPr lang="en-US" sz="1600" dirty="0">
                <a:solidFill>
                  <a:srgbClr val="FFFF00"/>
                </a:solidFill>
              </a:rPr>
              <a:t>$reduce</a:t>
            </a:r>
          </a:p>
          <a:p>
            <a:pPr marL="342900" indent="-342900">
              <a:lnSpc>
                <a:spcPct val="150000"/>
              </a:lnSpc>
              <a:buAutoNum type="arabicPeriod" startAt="13"/>
            </a:pPr>
            <a:r>
              <a:rPr lang="en-US" sz="1600" dirty="0">
                <a:solidFill>
                  <a:srgbClr val="FFFF00"/>
                </a:solidFill>
              </a:rPr>
              <a:t>$</a:t>
            </a:r>
            <a:r>
              <a:rPr lang="en-US" sz="1600" dirty="0" err="1">
                <a:solidFill>
                  <a:srgbClr val="FFFF00"/>
                </a:solidFill>
              </a:rPr>
              <a:t>geoNear</a:t>
            </a:r>
            <a:endParaRPr lang="en-US" sz="1600" dirty="0">
              <a:solidFill>
                <a:srgbClr val="FFFF00"/>
              </a:solidFill>
            </a:endParaRPr>
          </a:p>
          <a:p>
            <a:pPr marL="342900" indent="-342900">
              <a:lnSpc>
                <a:spcPct val="150000"/>
              </a:lnSpc>
              <a:buAutoNum type="arabicPeriod" startAt="13"/>
            </a:pPr>
            <a:r>
              <a:rPr lang="en-US" sz="1600" dirty="0">
                <a:solidFill>
                  <a:srgbClr val="FFFF00"/>
                </a:solidFill>
              </a:rPr>
              <a:t>$function</a:t>
            </a:r>
          </a:p>
          <a:p>
            <a:pPr marL="342900" indent="-342900">
              <a:lnSpc>
                <a:spcPct val="150000"/>
              </a:lnSpc>
              <a:buAutoNum type="arabicPeriod" startAt="13"/>
            </a:pPr>
            <a:r>
              <a:rPr lang="en-US" sz="1600" dirty="0">
                <a:solidFill>
                  <a:srgbClr val="FFFF00"/>
                </a:solidFill>
              </a:rPr>
              <a:t>$merge</a:t>
            </a:r>
          </a:p>
          <a:p>
            <a:pPr marL="342900" indent="-342900">
              <a:lnSpc>
                <a:spcPct val="150000"/>
              </a:lnSpc>
              <a:buAutoNum type="arabicPeriod" startAt="13"/>
            </a:pPr>
            <a:r>
              <a:rPr lang="en-US" sz="1600" dirty="0">
                <a:solidFill>
                  <a:srgbClr val="FFFF00"/>
                </a:solidFill>
              </a:rPr>
              <a:t>$redact</a:t>
            </a:r>
          </a:p>
          <a:p>
            <a:pPr marL="342900" indent="-342900">
              <a:lnSpc>
                <a:spcPct val="150000"/>
              </a:lnSpc>
              <a:buAutoNum type="arabicPeriod" startAt="13"/>
            </a:pPr>
            <a:r>
              <a:rPr lang="en-US" sz="1600" dirty="0">
                <a:solidFill>
                  <a:srgbClr val="FFFF00"/>
                </a:solidFill>
              </a:rPr>
              <a:t>$</a:t>
            </a:r>
            <a:r>
              <a:rPr lang="en-US" sz="1600" dirty="0" err="1">
                <a:solidFill>
                  <a:srgbClr val="FFFF00"/>
                </a:solidFill>
              </a:rPr>
              <a:t>mini_report</a:t>
            </a:r>
            <a:endParaRPr lang="en-US" sz="1600" dirty="0">
              <a:solidFill>
                <a:srgbClr val="FFFF00"/>
              </a:solidFill>
            </a:endParaRPr>
          </a:p>
          <a:p>
            <a:pPr marL="342900" indent="-342900">
              <a:lnSpc>
                <a:spcPct val="150000"/>
              </a:lnSpc>
              <a:buAutoNum type="arabicPeriod" startAt="13"/>
            </a:pPr>
            <a:r>
              <a:rPr lang="en-US" sz="1600" dirty="0">
                <a:solidFill>
                  <a:srgbClr val="FFFF00"/>
                </a:solidFill>
              </a:rPr>
              <a:t>$out</a:t>
            </a:r>
          </a:p>
        </p:txBody>
      </p:sp>
    </p:spTree>
    <p:extLst>
      <p:ext uri="{BB962C8B-B14F-4D97-AF65-F5344CB8AC3E}">
        <p14:creationId xmlns:p14="http://schemas.microsoft.com/office/powerpoint/2010/main" val="6867814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4BC2D9-3A64-97D9-FD71-0995AAF36C91}"/>
              </a:ext>
            </a:extLst>
          </p:cNvPr>
          <p:cNvSpPr txBox="1"/>
          <p:nvPr/>
        </p:nvSpPr>
        <p:spPr>
          <a:xfrm>
            <a:off x="5065595" y="1102578"/>
            <a:ext cx="4840405" cy="5755422"/>
          </a:xfrm>
          <a:prstGeom prst="rect">
            <a:avLst/>
          </a:prstGeom>
          <a:noFill/>
        </p:spPr>
        <p:txBody>
          <a:bodyPr wrap="square">
            <a:spAutoFit/>
          </a:bodyPr>
          <a:lstStyle/>
          <a:p>
            <a:pPr>
              <a:buNone/>
            </a:pPr>
            <a:br>
              <a:rPr lang="en-US" sz="800" b="0" dirty="0">
                <a:solidFill>
                  <a:schemeClr val="accent4">
                    <a:lumMod val="40000"/>
                    <a:lumOff val="60000"/>
                  </a:schemeClr>
                </a:solidFill>
                <a:effectLst/>
                <a:latin typeface="quote-cjk-patch"/>
              </a:rPr>
            </a:br>
            <a:endParaRPr lang="en-US" sz="800" b="0" dirty="0">
              <a:solidFill>
                <a:schemeClr val="accent4">
                  <a:lumMod val="40000"/>
                  <a:lumOff val="60000"/>
                </a:schemeClr>
              </a:solidFill>
              <a:effectLst/>
              <a:latin typeface="quote-cjk-patch"/>
            </a:endParaRPr>
          </a:p>
          <a:p>
            <a:pPr>
              <a:buNone/>
            </a:pPr>
            <a:r>
              <a:rPr lang="en-US" sz="800" b="1" dirty="0">
                <a:solidFill>
                  <a:schemeClr val="accent4">
                    <a:lumMod val="40000"/>
                    <a:lumOff val="60000"/>
                  </a:schemeClr>
                </a:solidFill>
                <a:effectLst/>
                <a:latin typeface="quote-cjk-patch"/>
              </a:rPr>
              <a:t>Chapter 7: Special Searches</a:t>
            </a:r>
            <a:endParaRPr lang="en-US" sz="800" b="0" dirty="0">
              <a:solidFill>
                <a:schemeClr val="accent4">
                  <a:lumMod val="40000"/>
                  <a:lumOff val="60000"/>
                </a:schemeClr>
              </a:solidFill>
              <a:effectLst/>
              <a:latin typeface="quote-cjk-patch"/>
            </a:endParaRPr>
          </a:p>
          <a:p>
            <a:pPr>
              <a:buNone/>
            </a:pPr>
            <a:r>
              <a:rPr lang="en-US" sz="800" b="0" dirty="0">
                <a:solidFill>
                  <a:schemeClr val="accent4">
                    <a:lumMod val="40000"/>
                    <a:lumOff val="60000"/>
                  </a:schemeClr>
                </a:solidFill>
                <a:effectLst/>
                <a:latin typeface="quote-cjk-patch"/>
              </a:rPr>
              <a:t>"Find me performers whose names start with 'C'!" </a:t>
            </a:r>
            <a:r>
              <a:rPr lang="en-US" sz="800" b="1" dirty="0">
                <a:solidFill>
                  <a:schemeClr val="accent4">
                    <a:lumMod val="40000"/>
                    <a:lumOff val="60000"/>
                  </a:schemeClr>
                </a:solidFill>
                <a:effectLst/>
                <a:latin typeface="quote-cjk-patch"/>
              </a:rPr>
              <a:t>$</a:t>
            </a:r>
            <a:r>
              <a:rPr lang="en-US" sz="800" b="1" dirty="0" err="1">
                <a:solidFill>
                  <a:schemeClr val="accent4">
                    <a:lumMod val="40000"/>
                    <a:lumOff val="60000"/>
                  </a:schemeClr>
                </a:solidFill>
                <a:effectLst/>
                <a:latin typeface="quote-cjk-patch"/>
              </a:rPr>
              <a:t>regexMatch</a:t>
            </a:r>
            <a:r>
              <a:rPr lang="en-US" sz="800" b="0" dirty="0">
                <a:solidFill>
                  <a:schemeClr val="accent4">
                    <a:lumMod val="40000"/>
                    <a:lumOff val="60000"/>
                  </a:schemeClr>
                </a:solidFill>
                <a:effectLst/>
                <a:latin typeface="quote-cjk-patch"/>
              </a:rPr>
              <a:t>! 🔤</a:t>
            </a:r>
            <a:br>
              <a:rPr lang="en-US" sz="800" b="0" dirty="0">
                <a:solidFill>
                  <a:schemeClr val="accent4">
                    <a:lumMod val="40000"/>
                    <a:lumOff val="60000"/>
                  </a:schemeClr>
                </a:solidFill>
                <a:effectLst/>
                <a:latin typeface="quote-cjk-patch"/>
              </a:rPr>
            </a:br>
            <a:r>
              <a:rPr lang="en-US" sz="800" b="0" i="1" dirty="0">
                <a:solidFill>
                  <a:schemeClr val="accent4">
                    <a:lumMod val="40000"/>
                    <a:lumOff val="60000"/>
                  </a:schemeClr>
                </a:solidFill>
                <a:effectLst/>
                <a:latin typeface="quote-cjk-patch"/>
              </a:rPr>
              <a:t>(Like a word search puzzle!)</a:t>
            </a:r>
            <a:endParaRPr lang="en-US" sz="800" b="0" dirty="0">
              <a:solidFill>
                <a:schemeClr val="accent4">
                  <a:lumMod val="40000"/>
                  <a:lumOff val="60000"/>
                </a:schemeClr>
              </a:solidFill>
              <a:effectLst/>
              <a:latin typeface="quote-cjk-patch"/>
            </a:endParaRPr>
          </a:p>
          <a:p>
            <a:pPr>
              <a:buNone/>
            </a:pPr>
            <a:r>
              <a:rPr lang="en-US" sz="800" b="0" dirty="0">
                <a:solidFill>
                  <a:schemeClr val="accent4">
                    <a:lumMod val="40000"/>
                    <a:lumOff val="60000"/>
                  </a:schemeClr>
                </a:solidFill>
                <a:effectLst/>
                <a:latin typeface="quote-cjk-patch"/>
              </a:rPr>
              <a:t>"Find anyone talking about elephants!" </a:t>
            </a:r>
            <a:r>
              <a:rPr lang="en-US" sz="800" b="1" dirty="0">
                <a:solidFill>
                  <a:schemeClr val="accent4">
                    <a:lumMod val="40000"/>
                    <a:lumOff val="60000"/>
                  </a:schemeClr>
                </a:solidFill>
                <a:effectLst/>
                <a:latin typeface="quote-cjk-patch"/>
              </a:rPr>
              <a:t>$text</a:t>
            </a:r>
            <a:r>
              <a:rPr lang="en-US" sz="800" b="0" dirty="0">
                <a:solidFill>
                  <a:schemeClr val="accent4">
                    <a:lumMod val="40000"/>
                    <a:lumOff val="60000"/>
                  </a:schemeClr>
                </a:solidFill>
                <a:effectLst/>
                <a:latin typeface="quote-cjk-patch"/>
              </a:rPr>
              <a:t>! 📝</a:t>
            </a:r>
            <a:br>
              <a:rPr lang="en-US" sz="800" b="0" dirty="0">
                <a:solidFill>
                  <a:schemeClr val="accent4">
                    <a:lumMod val="40000"/>
                    <a:lumOff val="60000"/>
                  </a:schemeClr>
                </a:solidFill>
                <a:effectLst/>
                <a:latin typeface="quote-cjk-patch"/>
              </a:rPr>
            </a:br>
            <a:r>
              <a:rPr lang="en-US" sz="800" b="0" i="1" dirty="0">
                <a:solidFill>
                  <a:schemeClr val="accent4">
                    <a:lumMod val="40000"/>
                    <a:lumOff val="60000"/>
                  </a:schemeClr>
                </a:solidFill>
                <a:effectLst/>
                <a:latin typeface="quote-cjk-patch"/>
              </a:rPr>
              <a:t>(Search through all their stories!)</a:t>
            </a:r>
            <a:endParaRPr lang="en-US" sz="800" b="0" dirty="0">
              <a:solidFill>
                <a:schemeClr val="accent4">
                  <a:lumMod val="40000"/>
                  <a:lumOff val="60000"/>
                </a:schemeClr>
              </a:solidFill>
              <a:effectLst/>
              <a:latin typeface="quote-cjk-patch"/>
            </a:endParaRPr>
          </a:p>
          <a:p>
            <a:pPr>
              <a:buNone/>
            </a:pPr>
            <a:br>
              <a:rPr lang="en-US" sz="800" b="0" dirty="0">
                <a:solidFill>
                  <a:schemeClr val="accent4">
                    <a:lumMod val="40000"/>
                    <a:lumOff val="60000"/>
                  </a:schemeClr>
                </a:solidFill>
                <a:effectLst/>
                <a:latin typeface="quote-cjk-patch"/>
              </a:rPr>
            </a:br>
            <a:endParaRPr lang="en-US" sz="800" b="0" dirty="0">
              <a:solidFill>
                <a:schemeClr val="accent4">
                  <a:lumMod val="40000"/>
                  <a:lumOff val="60000"/>
                </a:schemeClr>
              </a:solidFill>
              <a:effectLst/>
              <a:latin typeface="quote-cjk-patch"/>
            </a:endParaRPr>
          </a:p>
          <a:p>
            <a:pPr>
              <a:buNone/>
            </a:pPr>
            <a:r>
              <a:rPr lang="en-US" sz="800" b="1" dirty="0">
                <a:solidFill>
                  <a:schemeClr val="accent4">
                    <a:lumMod val="40000"/>
                    <a:lumOff val="60000"/>
                  </a:schemeClr>
                </a:solidFill>
                <a:effectLst/>
                <a:latin typeface="quote-cjk-patch"/>
              </a:rPr>
              <a:t>Chapter 8: Time Travel</a:t>
            </a:r>
            <a:endParaRPr lang="en-US" sz="800" b="0" dirty="0">
              <a:solidFill>
                <a:schemeClr val="accent4">
                  <a:lumMod val="40000"/>
                  <a:lumOff val="60000"/>
                </a:schemeClr>
              </a:solidFill>
              <a:effectLst/>
              <a:latin typeface="quote-cjk-patch"/>
            </a:endParaRPr>
          </a:p>
          <a:p>
            <a:pPr>
              <a:buNone/>
            </a:pPr>
            <a:r>
              <a:rPr lang="en-US" sz="800" b="0" dirty="0">
                <a:solidFill>
                  <a:schemeClr val="accent4">
                    <a:lumMod val="40000"/>
                    <a:lumOff val="60000"/>
                  </a:schemeClr>
                </a:solidFill>
                <a:effectLst/>
                <a:latin typeface="quote-cjk-patch"/>
              </a:rPr>
              <a:t>The circus traveled through time! </a:t>
            </a:r>
            <a:r>
              <a:rPr lang="en-US" sz="800" b="1" dirty="0">
                <a:solidFill>
                  <a:schemeClr val="accent4">
                    <a:lumMod val="40000"/>
                    <a:lumOff val="60000"/>
                  </a:schemeClr>
                </a:solidFill>
                <a:effectLst/>
                <a:latin typeface="quote-cjk-patch"/>
              </a:rPr>
              <a:t>$year</a:t>
            </a:r>
            <a:r>
              <a:rPr lang="en-US" sz="800" b="0" dirty="0">
                <a:solidFill>
                  <a:schemeClr val="accent4">
                    <a:lumMod val="40000"/>
                    <a:lumOff val="60000"/>
                  </a:schemeClr>
                </a:solidFill>
                <a:effectLst/>
                <a:latin typeface="quote-cjk-patch"/>
              </a:rPr>
              <a:t>! 📅 </a:t>
            </a:r>
            <a:r>
              <a:rPr lang="en-US" sz="800" b="0" i="1" dirty="0">
                <a:solidFill>
                  <a:schemeClr val="accent4">
                    <a:lumMod val="40000"/>
                    <a:lumOff val="60000"/>
                  </a:schemeClr>
                </a:solidFill>
                <a:effectLst/>
                <a:latin typeface="quote-cjk-patch"/>
              </a:rPr>
              <a:t>(Show me performers from 2023!)</a:t>
            </a:r>
            <a:br>
              <a:rPr lang="en-US" sz="800" b="0" dirty="0">
                <a:solidFill>
                  <a:schemeClr val="accent4">
                    <a:lumMod val="40000"/>
                    <a:lumOff val="60000"/>
                  </a:schemeClr>
                </a:solidFill>
                <a:effectLst/>
                <a:latin typeface="quote-cjk-patch"/>
              </a:rPr>
            </a:br>
            <a:r>
              <a:rPr lang="en-US" sz="800" b="1" dirty="0">
                <a:solidFill>
                  <a:schemeClr val="accent4">
                    <a:lumMod val="40000"/>
                    <a:lumOff val="60000"/>
                  </a:schemeClr>
                </a:solidFill>
                <a:effectLst/>
                <a:latin typeface="quote-cjk-patch"/>
              </a:rPr>
              <a:t>$month</a:t>
            </a:r>
            <a:r>
              <a:rPr lang="en-US" sz="800" b="0" dirty="0">
                <a:solidFill>
                  <a:schemeClr val="accent4">
                    <a:lumMod val="40000"/>
                    <a:lumOff val="60000"/>
                  </a:schemeClr>
                </a:solidFill>
                <a:effectLst/>
                <a:latin typeface="quote-cjk-patch"/>
              </a:rPr>
              <a:t>! 🗓️ </a:t>
            </a:r>
            <a:r>
              <a:rPr lang="en-US" sz="800" b="0" i="1" dirty="0">
                <a:solidFill>
                  <a:schemeClr val="accent4">
                    <a:lumMod val="40000"/>
                    <a:lumOff val="60000"/>
                  </a:schemeClr>
                </a:solidFill>
                <a:effectLst/>
                <a:latin typeface="quote-cjk-patch"/>
              </a:rPr>
              <a:t>(Who joined in December?)</a:t>
            </a:r>
            <a:endParaRPr lang="en-US" sz="800" b="0" dirty="0">
              <a:solidFill>
                <a:schemeClr val="accent4">
                  <a:lumMod val="40000"/>
                  <a:lumOff val="60000"/>
                </a:schemeClr>
              </a:solidFill>
              <a:effectLst/>
              <a:latin typeface="quote-cjk-patch"/>
            </a:endParaRPr>
          </a:p>
          <a:p>
            <a:pPr>
              <a:buNone/>
            </a:pPr>
            <a:br>
              <a:rPr lang="en-US" sz="800" b="0" dirty="0">
                <a:solidFill>
                  <a:schemeClr val="accent4">
                    <a:lumMod val="40000"/>
                    <a:lumOff val="60000"/>
                  </a:schemeClr>
                </a:solidFill>
                <a:effectLst/>
                <a:latin typeface="quote-cjk-patch"/>
              </a:rPr>
            </a:br>
            <a:endParaRPr lang="en-US" sz="800" b="0" dirty="0">
              <a:solidFill>
                <a:schemeClr val="accent4">
                  <a:lumMod val="40000"/>
                  <a:lumOff val="60000"/>
                </a:schemeClr>
              </a:solidFill>
              <a:effectLst/>
              <a:latin typeface="quote-cjk-patch"/>
            </a:endParaRPr>
          </a:p>
          <a:p>
            <a:pPr>
              <a:buNone/>
            </a:pPr>
            <a:r>
              <a:rPr lang="en-US" sz="800" b="1" dirty="0">
                <a:solidFill>
                  <a:schemeClr val="accent4">
                    <a:lumMod val="40000"/>
                    <a:lumOff val="60000"/>
                  </a:schemeClr>
                </a:solidFill>
                <a:effectLst/>
                <a:latin typeface="quote-cjk-patch"/>
              </a:rPr>
              <a:t>Chapter 9: Transforming Things</a:t>
            </a:r>
            <a:endParaRPr lang="en-US" sz="800" b="0" dirty="0">
              <a:solidFill>
                <a:schemeClr val="accent4">
                  <a:lumMod val="40000"/>
                  <a:lumOff val="60000"/>
                </a:schemeClr>
              </a:solidFill>
              <a:effectLst/>
              <a:latin typeface="quote-cjk-patch"/>
            </a:endParaRPr>
          </a:p>
          <a:p>
            <a:pPr>
              <a:buNone/>
            </a:pPr>
            <a:r>
              <a:rPr lang="en-US" sz="800" b="0" dirty="0">
                <a:solidFill>
                  <a:schemeClr val="accent4">
                    <a:lumMod val="40000"/>
                    <a:lumOff val="60000"/>
                  </a:schemeClr>
                </a:solidFill>
                <a:effectLst/>
                <a:latin typeface="quote-cjk-patch"/>
              </a:rPr>
              <a:t>The ringmaster wanted to change the clown names: </a:t>
            </a:r>
            <a:r>
              <a:rPr lang="en-US" sz="800" b="1" dirty="0">
                <a:solidFill>
                  <a:schemeClr val="accent4">
                    <a:lumMod val="40000"/>
                    <a:lumOff val="60000"/>
                  </a:schemeClr>
                </a:solidFill>
                <a:effectLst/>
                <a:latin typeface="quote-cjk-patch"/>
              </a:rPr>
              <a:t>$map</a:t>
            </a:r>
            <a:r>
              <a:rPr lang="en-US" sz="800" b="0" dirty="0">
                <a:solidFill>
                  <a:schemeClr val="accent4">
                    <a:lumMod val="40000"/>
                    <a:lumOff val="60000"/>
                  </a:schemeClr>
                </a:solidFill>
                <a:effectLst/>
                <a:latin typeface="quote-cjk-patch"/>
              </a:rPr>
              <a:t>! 🗺️</a:t>
            </a:r>
            <a:br>
              <a:rPr lang="en-US" sz="800" b="0" dirty="0">
                <a:solidFill>
                  <a:schemeClr val="accent4">
                    <a:lumMod val="40000"/>
                    <a:lumOff val="60000"/>
                  </a:schemeClr>
                </a:solidFill>
                <a:effectLst/>
                <a:latin typeface="quote-cjk-patch"/>
              </a:rPr>
            </a:br>
            <a:r>
              <a:rPr lang="en-US" sz="800" b="0" i="1" dirty="0">
                <a:solidFill>
                  <a:schemeClr val="accent4">
                    <a:lumMod val="40000"/>
                    <a:lumOff val="60000"/>
                  </a:schemeClr>
                </a:solidFill>
                <a:effectLst/>
                <a:latin typeface="quote-cjk-patch"/>
              </a:rPr>
              <a:t>(Make all their names uppercase!)</a:t>
            </a:r>
            <a:endParaRPr lang="en-US" sz="800" b="0" dirty="0">
              <a:solidFill>
                <a:schemeClr val="accent4">
                  <a:lumMod val="40000"/>
                  <a:lumOff val="60000"/>
                </a:schemeClr>
              </a:solidFill>
              <a:effectLst/>
              <a:latin typeface="quote-cjk-patch"/>
            </a:endParaRPr>
          </a:p>
          <a:p>
            <a:pPr>
              <a:buNone/>
            </a:pPr>
            <a:r>
              <a:rPr lang="en-US" sz="800" b="0" dirty="0">
                <a:solidFill>
                  <a:schemeClr val="accent4">
                    <a:lumMod val="40000"/>
                    <a:lumOff val="60000"/>
                  </a:schemeClr>
                </a:solidFill>
                <a:effectLst/>
                <a:latin typeface="quote-cjk-patch"/>
              </a:rPr>
              <a:t>Filter out the smelly animals: </a:t>
            </a:r>
            <a:r>
              <a:rPr lang="en-US" sz="800" b="1" dirty="0">
                <a:solidFill>
                  <a:schemeClr val="accent4">
                    <a:lumMod val="40000"/>
                    <a:lumOff val="60000"/>
                  </a:schemeClr>
                </a:solidFill>
                <a:effectLst/>
                <a:latin typeface="quote-cjk-patch"/>
              </a:rPr>
              <a:t>$filter</a:t>
            </a:r>
            <a:r>
              <a:rPr lang="en-US" sz="800" b="0" dirty="0">
                <a:solidFill>
                  <a:schemeClr val="accent4">
                    <a:lumMod val="40000"/>
                    <a:lumOff val="60000"/>
                  </a:schemeClr>
                </a:solidFill>
                <a:effectLst/>
                <a:latin typeface="quote-cjk-patch"/>
              </a:rPr>
              <a:t>! 🦁</a:t>
            </a:r>
            <a:br>
              <a:rPr lang="en-US" sz="800" b="0" dirty="0">
                <a:solidFill>
                  <a:schemeClr val="accent4">
                    <a:lumMod val="40000"/>
                    <a:lumOff val="60000"/>
                  </a:schemeClr>
                </a:solidFill>
                <a:effectLst/>
                <a:latin typeface="quote-cjk-patch"/>
              </a:rPr>
            </a:br>
            <a:r>
              <a:rPr lang="en-US" sz="800" b="0" i="1" dirty="0">
                <a:solidFill>
                  <a:schemeClr val="accent4">
                    <a:lumMod val="40000"/>
                    <a:lumOff val="60000"/>
                  </a:schemeClr>
                </a:solidFill>
                <a:effectLst/>
                <a:latin typeface="quote-cjk-patch"/>
              </a:rPr>
              <a:t>(Only keep the ones who had a bath!)</a:t>
            </a:r>
            <a:endParaRPr lang="en-US" sz="800" b="0" dirty="0">
              <a:solidFill>
                <a:schemeClr val="accent4">
                  <a:lumMod val="40000"/>
                  <a:lumOff val="60000"/>
                </a:schemeClr>
              </a:solidFill>
              <a:effectLst/>
              <a:latin typeface="quote-cjk-patch"/>
            </a:endParaRPr>
          </a:p>
          <a:p>
            <a:pPr>
              <a:buNone/>
            </a:pPr>
            <a:r>
              <a:rPr lang="en-US" sz="800" b="0" dirty="0">
                <a:solidFill>
                  <a:schemeClr val="accent4">
                    <a:lumMod val="40000"/>
                    <a:lumOff val="60000"/>
                  </a:schemeClr>
                </a:solidFill>
                <a:effectLst/>
                <a:latin typeface="quote-cjk-patch"/>
              </a:rPr>
              <a:t>Make the elephants smaller: </a:t>
            </a:r>
            <a:r>
              <a:rPr lang="en-US" sz="800" b="1" dirty="0">
                <a:solidFill>
                  <a:schemeClr val="accent4">
                    <a:lumMod val="40000"/>
                    <a:lumOff val="60000"/>
                  </a:schemeClr>
                </a:solidFill>
                <a:effectLst/>
                <a:latin typeface="quote-cjk-patch"/>
              </a:rPr>
              <a:t>$reduce</a:t>
            </a:r>
            <a:r>
              <a:rPr lang="en-US" sz="800" b="0" dirty="0">
                <a:solidFill>
                  <a:schemeClr val="accent4">
                    <a:lumMod val="40000"/>
                    <a:lumOff val="60000"/>
                  </a:schemeClr>
                </a:solidFill>
                <a:effectLst/>
                <a:latin typeface="quote-cjk-patch"/>
              </a:rPr>
              <a:t>! 🐘</a:t>
            </a:r>
            <a:br>
              <a:rPr lang="en-US" sz="800" b="0" dirty="0">
                <a:solidFill>
                  <a:schemeClr val="accent4">
                    <a:lumMod val="40000"/>
                    <a:lumOff val="60000"/>
                  </a:schemeClr>
                </a:solidFill>
                <a:effectLst/>
                <a:latin typeface="quote-cjk-patch"/>
              </a:rPr>
            </a:br>
            <a:r>
              <a:rPr lang="en-US" sz="800" b="0" i="1" dirty="0">
                <a:solidFill>
                  <a:schemeClr val="accent4">
                    <a:lumMod val="40000"/>
                    <a:lumOff val="60000"/>
                  </a:schemeClr>
                </a:solidFill>
                <a:effectLst/>
                <a:latin typeface="quote-cjk-patch"/>
              </a:rPr>
              <a:t>(Combine all their peanuts into one giant pile!)</a:t>
            </a:r>
            <a:endParaRPr lang="en-US" sz="800" b="0" dirty="0">
              <a:solidFill>
                <a:schemeClr val="accent4">
                  <a:lumMod val="40000"/>
                  <a:lumOff val="60000"/>
                </a:schemeClr>
              </a:solidFill>
              <a:effectLst/>
              <a:latin typeface="quote-cjk-patch"/>
            </a:endParaRPr>
          </a:p>
          <a:p>
            <a:pPr>
              <a:buNone/>
            </a:pPr>
            <a:br>
              <a:rPr lang="en-US" sz="800" b="0" dirty="0">
                <a:solidFill>
                  <a:schemeClr val="accent4">
                    <a:lumMod val="40000"/>
                    <a:lumOff val="60000"/>
                  </a:schemeClr>
                </a:solidFill>
                <a:effectLst/>
                <a:latin typeface="quote-cjk-patch"/>
              </a:rPr>
            </a:br>
            <a:endParaRPr lang="en-US" sz="800" b="0" dirty="0">
              <a:solidFill>
                <a:schemeClr val="accent4">
                  <a:lumMod val="40000"/>
                  <a:lumOff val="60000"/>
                </a:schemeClr>
              </a:solidFill>
              <a:effectLst/>
              <a:latin typeface="quote-cjk-patch"/>
            </a:endParaRPr>
          </a:p>
          <a:p>
            <a:pPr>
              <a:buNone/>
            </a:pPr>
            <a:r>
              <a:rPr lang="en-US" sz="800" b="1" dirty="0">
                <a:solidFill>
                  <a:schemeClr val="accent4">
                    <a:lumMod val="40000"/>
                    <a:lumOff val="60000"/>
                  </a:schemeClr>
                </a:solidFill>
                <a:effectLst/>
                <a:latin typeface="quote-cjk-patch"/>
              </a:rPr>
              <a:t>Chapter 10: Location and Special Powers</a:t>
            </a:r>
            <a:endParaRPr lang="en-US" sz="800" b="0" dirty="0">
              <a:solidFill>
                <a:schemeClr val="accent4">
                  <a:lumMod val="40000"/>
                  <a:lumOff val="60000"/>
                </a:schemeClr>
              </a:solidFill>
              <a:effectLst/>
              <a:latin typeface="quote-cjk-patch"/>
            </a:endParaRPr>
          </a:p>
          <a:p>
            <a:pPr>
              <a:buNone/>
            </a:pPr>
            <a:r>
              <a:rPr lang="en-US" sz="800" b="0" dirty="0">
                <a:solidFill>
                  <a:schemeClr val="accent4">
                    <a:lumMod val="40000"/>
                    <a:lumOff val="60000"/>
                  </a:schemeClr>
                </a:solidFill>
                <a:effectLst/>
                <a:latin typeface="quote-cjk-patch"/>
              </a:rPr>
              <a:t>The circus got lost! </a:t>
            </a:r>
            <a:r>
              <a:rPr lang="en-US" sz="800" b="1" dirty="0">
                <a:solidFill>
                  <a:schemeClr val="accent4">
                    <a:lumMod val="40000"/>
                    <a:lumOff val="60000"/>
                  </a:schemeClr>
                </a:solidFill>
                <a:effectLst/>
                <a:latin typeface="quote-cjk-patch"/>
              </a:rPr>
              <a:t>$</a:t>
            </a:r>
            <a:r>
              <a:rPr lang="en-US" sz="800" b="1" dirty="0" err="1">
                <a:solidFill>
                  <a:schemeClr val="accent4">
                    <a:lumMod val="40000"/>
                    <a:lumOff val="60000"/>
                  </a:schemeClr>
                </a:solidFill>
                <a:effectLst/>
                <a:latin typeface="quote-cjk-patch"/>
              </a:rPr>
              <a:t>geoNear</a:t>
            </a:r>
            <a:r>
              <a:rPr lang="en-US" sz="800" b="0" dirty="0">
                <a:solidFill>
                  <a:schemeClr val="accent4">
                    <a:lumMod val="40000"/>
                    <a:lumOff val="60000"/>
                  </a:schemeClr>
                </a:solidFill>
                <a:effectLst/>
                <a:latin typeface="quote-cjk-patch"/>
              </a:rPr>
              <a:t>! 🧭</a:t>
            </a:r>
            <a:br>
              <a:rPr lang="en-US" sz="800" b="0" dirty="0">
                <a:solidFill>
                  <a:schemeClr val="accent4">
                    <a:lumMod val="40000"/>
                    <a:lumOff val="60000"/>
                  </a:schemeClr>
                </a:solidFill>
                <a:effectLst/>
                <a:latin typeface="quote-cjk-patch"/>
              </a:rPr>
            </a:br>
            <a:r>
              <a:rPr lang="en-US" sz="800" b="0" i="1" dirty="0">
                <a:solidFill>
                  <a:schemeClr val="accent4">
                    <a:lumMod val="40000"/>
                    <a:lumOff val="60000"/>
                  </a:schemeClr>
                </a:solidFill>
                <a:effectLst/>
                <a:latin typeface="quote-cjk-patch"/>
              </a:rPr>
              <a:t>(Find the circus nearest to the big city!)</a:t>
            </a:r>
            <a:endParaRPr lang="en-US" sz="800" b="0" dirty="0">
              <a:solidFill>
                <a:schemeClr val="accent4">
                  <a:lumMod val="40000"/>
                  <a:lumOff val="60000"/>
                </a:schemeClr>
              </a:solidFill>
              <a:effectLst/>
              <a:latin typeface="quote-cjk-patch"/>
            </a:endParaRPr>
          </a:p>
          <a:p>
            <a:pPr>
              <a:buNone/>
            </a:pPr>
            <a:r>
              <a:rPr lang="en-US" sz="800" b="0" dirty="0">
                <a:solidFill>
                  <a:schemeClr val="accent4">
                    <a:lumMod val="40000"/>
                    <a:lumOff val="60000"/>
                  </a:schemeClr>
                </a:solidFill>
                <a:effectLst/>
                <a:latin typeface="quote-cjk-patch"/>
              </a:rPr>
              <a:t>For magical transformations: </a:t>
            </a:r>
            <a:r>
              <a:rPr lang="en-US" sz="800" b="1" dirty="0">
                <a:solidFill>
                  <a:schemeClr val="accent4">
                    <a:lumMod val="40000"/>
                    <a:lumOff val="60000"/>
                  </a:schemeClr>
                </a:solidFill>
                <a:effectLst/>
                <a:latin typeface="quote-cjk-patch"/>
              </a:rPr>
              <a:t>$function</a:t>
            </a:r>
            <a:r>
              <a:rPr lang="en-US" sz="800" b="0" dirty="0">
                <a:solidFill>
                  <a:schemeClr val="accent4">
                    <a:lumMod val="40000"/>
                    <a:lumOff val="60000"/>
                  </a:schemeClr>
                </a:solidFill>
                <a:effectLst/>
                <a:latin typeface="quote-cjk-patch"/>
              </a:rPr>
              <a:t>! ✨</a:t>
            </a:r>
            <a:br>
              <a:rPr lang="en-US" sz="800" b="0" dirty="0">
                <a:solidFill>
                  <a:schemeClr val="accent4">
                    <a:lumMod val="40000"/>
                    <a:lumOff val="60000"/>
                  </a:schemeClr>
                </a:solidFill>
                <a:effectLst/>
                <a:latin typeface="quote-cjk-patch"/>
              </a:rPr>
            </a:br>
            <a:r>
              <a:rPr lang="en-US" sz="800" b="0" i="1" dirty="0">
                <a:solidFill>
                  <a:schemeClr val="accent4">
                    <a:lumMod val="40000"/>
                    <a:lumOff val="60000"/>
                  </a:schemeClr>
                </a:solidFill>
                <a:effectLst/>
                <a:latin typeface="quote-cjk-patch"/>
              </a:rPr>
              <a:t>(Write a custom spell to turn clowns into magicians!)</a:t>
            </a:r>
            <a:endParaRPr lang="en-US" sz="800" b="0" dirty="0">
              <a:solidFill>
                <a:schemeClr val="accent4">
                  <a:lumMod val="40000"/>
                  <a:lumOff val="60000"/>
                </a:schemeClr>
              </a:solidFill>
              <a:effectLst/>
              <a:latin typeface="quote-cjk-patch"/>
            </a:endParaRPr>
          </a:p>
          <a:p>
            <a:pPr>
              <a:buNone/>
            </a:pPr>
            <a:br>
              <a:rPr lang="en-US" sz="800" b="0" dirty="0">
                <a:solidFill>
                  <a:schemeClr val="accent4">
                    <a:lumMod val="40000"/>
                    <a:lumOff val="60000"/>
                  </a:schemeClr>
                </a:solidFill>
                <a:effectLst/>
                <a:latin typeface="quote-cjk-patch"/>
              </a:rPr>
            </a:br>
            <a:endParaRPr lang="en-US" sz="800" b="0" dirty="0">
              <a:solidFill>
                <a:schemeClr val="accent4">
                  <a:lumMod val="40000"/>
                  <a:lumOff val="60000"/>
                </a:schemeClr>
              </a:solidFill>
              <a:effectLst/>
              <a:latin typeface="quote-cjk-patch"/>
            </a:endParaRPr>
          </a:p>
          <a:p>
            <a:pPr>
              <a:buNone/>
            </a:pPr>
            <a:r>
              <a:rPr lang="en-US" sz="800" b="1" dirty="0">
                <a:solidFill>
                  <a:schemeClr val="accent4">
                    <a:lumMod val="40000"/>
                    <a:lumOff val="60000"/>
                  </a:schemeClr>
                </a:solidFill>
                <a:effectLst/>
                <a:latin typeface="quote-cjk-patch"/>
              </a:rPr>
              <a:t>Chapter 11: The End of the Show</a:t>
            </a:r>
            <a:endParaRPr lang="en-US" sz="800" b="0" dirty="0">
              <a:solidFill>
                <a:schemeClr val="accent4">
                  <a:lumMod val="40000"/>
                  <a:lumOff val="60000"/>
                </a:schemeClr>
              </a:solidFill>
              <a:effectLst/>
              <a:latin typeface="quote-cjk-patch"/>
            </a:endParaRPr>
          </a:p>
          <a:p>
            <a:pPr>
              <a:buNone/>
            </a:pPr>
            <a:r>
              <a:rPr lang="en-US" sz="800" b="0" dirty="0">
                <a:solidFill>
                  <a:schemeClr val="accent4">
                    <a:lumMod val="40000"/>
                    <a:lumOff val="60000"/>
                  </a:schemeClr>
                </a:solidFill>
                <a:effectLst/>
                <a:latin typeface="quote-cjk-patch"/>
              </a:rPr>
              <a:t>Time to combine with another circus: </a:t>
            </a:r>
            <a:r>
              <a:rPr lang="en-US" sz="800" b="1" dirty="0">
                <a:solidFill>
                  <a:schemeClr val="accent4">
                    <a:lumMod val="40000"/>
                    <a:lumOff val="60000"/>
                  </a:schemeClr>
                </a:solidFill>
                <a:effectLst/>
                <a:latin typeface="quote-cjk-patch"/>
              </a:rPr>
              <a:t>$merge</a:t>
            </a:r>
            <a:r>
              <a:rPr lang="en-US" sz="800" b="0" dirty="0">
                <a:solidFill>
                  <a:schemeClr val="accent4">
                    <a:lumMod val="40000"/>
                    <a:lumOff val="60000"/>
                  </a:schemeClr>
                </a:solidFill>
                <a:effectLst/>
                <a:latin typeface="quote-cjk-patch"/>
              </a:rPr>
              <a:t>! 🤝</a:t>
            </a:r>
            <a:br>
              <a:rPr lang="en-US" sz="800" b="0" dirty="0">
                <a:solidFill>
                  <a:schemeClr val="accent4">
                    <a:lumMod val="40000"/>
                    <a:lumOff val="60000"/>
                  </a:schemeClr>
                </a:solidFill>
                <a:effectLst/>
                <a:latin typeface="quote-cjk-patch"/>
              </a:rPr>
            </a:br>
            <a:r>
              <a:rPr lang="en-US" sz="800" b="0" i="1" dirty="0">
                <a:solidFill>
                  <a:schemeClr val="accent4">
                    <a:lumMod val="40000"/>
                    <a:lumOff val="60000"/>
                  </a:schemeClr>
                </a:solidFill>
                <a:effectLst/>
                <a:latin typeface="quote-cjk-patch"/>
              </a:rPr>
              <a:t>(Put all our performers together!)</a:t>
            </a:r>
            <a:endParaRPr lang="en-US" sz="800" b="0" dirty="0">
              <a:solidFill>
                <a:schemeClr val="accent4">
                  <a:lumMod val="40000"/>
                  <a:lumOff val="60000"/>
                </a:schemeClr>
              </a:solidFill>
              <a:effectLst/>
              <a:latin typeface="quote-cjk-patch"/>
            </a:endParaRPr>
          </a:p>
          <a:p>
            <a:pPr>
              <a:buNone/>
            </a:pPr>
            <a:r>
              <a:rPr lang="en-US" sz="800" b="0" dirty="0">
                <a:solidFill>
                  <a:schemeClr val="accent4">
                    <a:lumMod val="40000"/>
                    <a:lumOff val="60000"/>
                  </a:schemeClr>
                </a:solidFill>
                <a:effectLst/>
                <a:latin typeface="quote-cjk-patch"/>
              </a:rPr>
              <a:t>Hide the boring parts: </a:t>
            </a:r>
            <a:r>
              <a:rPr lang="en-US" sz="800" b="1" dirty="0">
                <a:solidFill>
                  <a:schemeClr val="accent4">
                    <a:lumMod val="40000"/>
                    <a:lumOff val="60000"/>
                  </a:schemeClr>
                </a:solidFill>
                <a:effectLst/>
                <a:latin typeface="quote-cjk-patch"/>
              </a:rPr>
              <a:t>$redact</a:t>
            </a:r>
            <a:r>
              <a:rPr lang="en-US" sz="800" b="0" dirty="0">
                <a:solidFill>
                  <a:schemeClr val="accent4">
                    <a:lumMod val="40000"/>
                    <a:lumOff val="60000"/>
                  </a:schemeClr>
                </a:solidFill>
                <a:effectLst/>
                <a:latin typeface="quote-cjk-patch"/>
              </a:rPr>
              <a:t>! 🤐</a:t>
            </a:r>
            <a:br>
              <a:rPr lang="en-US" sz="800" b="0" dirty="0">
                <a:solidFill>
                  <a:schemeClr val="accent4">
                    <a:lumMod val="40000"/>
                    <a:lumOff val="60000"/>
                  </a:schemeClr>
                </a:solidFill>
                <a:effectLst/>
                <a:latin typeface="quote-cjk-patch"/>
              </a:rPr>
            </a:br>
            <a:r>
              <a:rPr lang="en-US" sz="800" b="0" i="1" dirty="0">
                <a:solidFill>
                  <a:schemeClr val="accent4">
                    <a:lumMod val="40000"/>
                    <a:lumOff val="60000"/>
                  </a:schemeClr>
                </a:solidFill>
                <a:effectLst/>
                <a:latin typeface="quote-cjk-patch"/>
              </a:rPr>
              <a:t>(Show only the exciting acts, hide the cleanup crew!)</a:t>
            </a:r>
            <a:endParaRPr lang="en-US" sz="800" b="0" dirty="0">
              <a:solidFill>
                <a:schemeClr val="accent4">
                  <a:lumMod val="40000"/>
                  <a:lumOff val="60000"/>
                </a:schemeClr>
              </a:solidFill>
              <a:effectLst/>
              <a:latin typeface="quote-cjk-patch"/>
            </a:endParaRPr>
          </a:p>
          <a:p>
            <a:pPr>
              <a:buNone/>
            </a:pPr>
            <a:r>
              <a:rPr lang="en-US" sz="800" b="0" dirty="0">
                <a:solidFill>
                  <a:schemeClr val="accent4">
                    <a:lumMod val="40000"/>
                    <a:lumOff val="60000"/>
                  </a:schemeClr>
                </a:solidFill>
                <a:effectLst/>
                <a:latin typeface="quote-cjk-patch"/>
              </a:rPr>
              <a:t>Get a quick summary: </a:t>
            </a:r>
            <a:r>
              <a:rPr lang="en-US" sz="800" b="1" dirty="0">
                <a:solidFill>
                  <a:schemeClr val="accent4">
                    <a:lumMod val="40000"/>
                    <a:lumOff val="60000"/>
                  </a:schemeClr>
                </a:solidFill>
                <a:effectLst/>
                <a:latin typeface="quote-cjk-patch"/>
              </a:rPr>
              <a:t>$</a:t>
            </a:r>
            <a:r>
              <a:rPr lang="en-US" sz="800" b="1" dirty="0" err="1">
                <a:solidFill>
                  <a:schemeClr val="accent4">
                    <a:lumMod val="40000"/>
                    <a:lumOff val="60000"/>
                  </a:schemeClr>
                </a:solidFill>
                <a:effectLst/>
                <a:latin typeface="quote-cjk-patch"/>
              </a:rPr>
              <a:t>mini_report</a:t>
            </a:r>
            <a:r>
              <a:rPr lang="en-US" sz="800" b="0" dirty="0">
                <a:solidFill>
                  <a:schemeClr val="accent4">
                    <a:lumMod val="40000"/>
                    <a:lumOff val="60000"/>
                  </a:schemeClr>
                </a:solidFill>
                <a:effectLst/>
                <a:latin typeface="quote-cjk-patch"/>
              </a:rPr>
              <a:t>! 📋</a:t>
            </a:r>
            <a:br>
              <a:rPr lang="en-US" sz="800" b="0" dirty="0">
                <a:solidFill>
                  <a:schemeClr val="accent4">
                    <a:lumMod val="40000"/>
                    <a:lumOff val="60000"/>
                  </a:schemeClr>
                </a:solidFill>
                <a:effectLst/>
                <a:latin typeface="quote-cjk-patch"/>
              </a:rPr>
            </a:br>
            <a:r>
              <a:rPr lang="en-US" sz="800" b="0" i="1" dirty="0">
                <a:solidFill>
                  <a:schemeClr val="accent4">
                    <a:lumMod val="40000"/>
                    <a:lumOff val="60000"/>
                  </a:schemeClr>
                </a:solidFill>
                <a:effectLst/>
                <a:latin typeface="quote-cjk-patch"/>
              </a:rPr>
              <a:t>(Just give me the highlights!)</a:t>
            </a:r>
            <a:endParaRPr lang="en-US" sz="800" b="0" dirty="0">
              <a:solidFill>
                <a:schemeClr val="accent4">
                  <a:lumMod val="40000"/>
                  <a:lumOff val="60000"/>
                </a:schemeClr>
              </a:solidFill>
              <a:effectLst/>
              <a:latin typeface="quote-cjk-patch"/>
            </a:endParaRPr>
          </a:p>
          <a:p>
            <a:pPr>
              <a:buNone/>
            </a:pPr>
            <a:r>
              <a:rPr lang="en-US" sz="800" b="0" dirty="0">
                <a:solidFill>
                  <a:schemeClr val="accent4">
                    <a:lumMod val="40000"/>
                    <a:lumOff val="60000"/>
                  </a:schemeClr>
                </a:solidFill>
                <a:effectLst/>
                <a:latin typeface="quote-cjk-patch"/>
              </a:rPr>
              <a:t>And finally, when the show is over: </a:t>
            </a:r>
            <a:r>
              <a:rPr lang="en-US" sz="800" b="1" dirty="0">
                <a:solidFill>
                  <a:schemeClr val="accent4">
                    <a:lumMod val="40000"/>
                    <a:lumOff val="60000"/>
                  </a:schemeClr>
                </a:solidFill>
                <a:effectLst/>
                <a:latin typeface="quote-cjk-patch"/>
              </a:rPr>
              <a:t>$out</a:t>
            </a:r>
            <a:r>
              <a:rPr lang="en-US" sz="800" b="0" dirty="0">
                <a:solidFill>
                  <a:schemeClr val="accent4">
                    <a:lumMod val="40000"/>
                    <a:lumOff val="60000"/>
                  </a:schemeClr>
                </a:solidFill>
                <a:effectLst/>
                <a:latin typeface="quote-cjk-patch"/>
              </a:rPr>
              <a:t>! 🚪</a:t>
            </a:r>
            <a:br>
              <a:rPr lang="en-US" sz="800" b="0" dirty="0">
                <a:solidFill>
                  <a:schemeClr val="accent4">
                    <a:lumMod val="40000"/>
                    <a:lumOff val="60000"/>
                  </a:schemeClr>
                </a:solidFill>
                <a:effectLst/>
                <a:latin typeface="quote-cjk-patch"/>
              </a:rPr>
            </a:br>
            <a:r>
              <a:rPr lang="en-US" sz="800" b="0" i="1" dirty="0">
                <a:solidFill>
                  <a:schemeClr val="accent4">
                    <a:lumMod val="40000"/>
                    <a:lumOff val="60000"/>
                  </a:schemeClr>
                </a:solidFill>
                <a:effectLst/>
                <a:latin typeface="quote-cjk-patch"/>
              </a:rPr>
              <a:t>(Save all the memories into a new collection!)</a:t>
            </a:r>
            <a:endParaRPr lang="en-US" sz="800" b="0" dirty="0">
              <a:solidFill>
                <a:schemeClr val="accent4">
                  <a:lumMod val="40000"/>
                  <a:lumOff val="60000"/>
                </a:schemeClr>
              </a:solidFill>
              <a:effectLst/>
              <a:latin typeface="quote-cjk-patch"/>
            </a:endParaRPr>
          </a:p>
          <a:p>
            <a:pPr>
              <a:buNone/>
            </a:pPr>
            <a:br>
              <a:rPr lang="en-US" sz="800" b="0" dirty="0">
                <a:solidFill>
                  <a:schemeClr val="accent4">
                    <a:lumMod val="40000"/>
                    <a:lumOff val="60000"/>
                  </a:schemeClr>
                </a:solidFill>
                <a:effectLst/>
                <a:latin typeface="quote-cjk-patch"/>
              </a:rPr>
            </a:br>
            <a:endParaRPr lang="en-US" sz="800" b="0" dirty="0">
              <a:solidFill>
                <a:schemeClr val="accent4">
                  <a:lumMod val="40000"/>
                  <a:lumOff val="60000"/>
                </a:schemeClr>
              </a:solidFill>
              <a:effectLst/>
              <a:latin typeface="quote-cjk-patch"/>
            </a:endParaRPr>
          </a:p>
          <a:p>
            <a:pPr>
              <a:buNone/>
            </a:pPr>
            <a:r>
              <a:rPr lang="en-US" sz="800" b="1" dirty="0">
                <a:solidFill>
                  <a:schemeClr val="accent4">
                    <a:lumMod val="40000"/>
                    <a:lumOff val="60000"/>
                  </a:schemeClr>
                </a:solidFill>
                <a:effectLst/>
                <a:latin typeface="quote-cjk-patch"/>
              </a:rPr>
              <a:t>THE END!</a:t>
            </a:r>
            <a:r>
              <a:rPr lang="en-US" sz="800" b="0" dirty="0">
                <a:solidFill>
                  <a:schemeClr val="accent4">
                    <a:lumMod val="40000"/>
                    <a:lumOff val="60000"/>
                  </a:schemeClr>
                </a:solidFill>
                <a:effectLst/>
                <a:latin typeface="quote-cjk-patch"/>
              </a:rPr>
              <a:t> 🎉</a:t>
            </a:r>
          </a:p>
          <a:p>
            <a:pPr>
              <a:buNone/>
            </a:pPr>
            <a:r>
              <a:rPr lang="en-US" sz="800" b="0" i="1" dirty="0">
                <a:solidFill>
                  <a:schemeClr val="accent4">
                    <a:lumMod val="40000"/>
                    <a:lumOff val="60000"/>
                  </a:schemeClr>
                </a:solidFill>
                <a:effectLst/>
                <a:latin typeface="quote-cjk-patch"/>
              </a:rPr>
              <a:t>Remember: every MongoDB command is like a circus act - they each do something special to help organize and transform your data circus!</a:t>
            </a:r>
            <a:endParaRPr lang="en-US" sz="800" b="0" dirty="0">
              <a:solidFill>
                <a:schemeClr val="accent4">
                  <a:lumMod val="40000"/>
                  <a:lumOff val="60000"/>
                </a:schemeClr>
              </a:solidFill>
              <a:effectLst/>
              <a:latin typeface="quote-cjk-patch"/>
            </a:endParaRPr>
          </a:p>
          <a:p>
            <a:pPr>
              <a:buNone/>
            </a:pPr>
            <a:br>
              <a:rPr lang="en-US" sz="800" dirty="0">
                <a:solidFill>
                  <a:schemeClr val="accent4">
                    <a:lumMod val="40000"/>
                    <a:lumOff val="60000"/>
                  </a:schemeClr>
                </a:solidFill>
                <a:effectLst/>
              </a:rPr>
            </a:br>
            <a:endParaRPr lang="en-US" sz="800" dirty="0">
              <a:solidFill>
                <a:schemeClr val="accent4">
                  <a:lumMod val="40000"/>
                  <a:lumOff val="60000"/>
                </a:schemeClr>
              </a:solidFill>
            </a:endParaRPr>
          </a:p>
        </p:txBody>
      </p:sp>
      <p:sp>
        <p:nvSpPr>
          <p:cNvPr id="7" name="TextBox 6">
            <a:extLst>
              <a:ext uri="{FF2B5EF4-FFF2-40B4-BE49-F238E27FC236}">
                <a16:creationId xmlns:a16="http://schemas.microsoft.com/office/drawing/2014/main" id="{F61EB822-7F4D-A61A-D72D-469A9C11F4E9}"/>
              </a:ext>
            </a:extLst>
          </p:cNvPr>
          <p:cNvSpPr txBox="1"/>
          <p:nvPr/>
        </p:nvSpPr>
        <p:spPr>
          <a:xfrm>
            <a:off x="245660" y="2890110"/>
            <a:ext cx="5568286" cy="3539430"/>
          </a:xfrm>
          <a:prstGeom prst="rect">
            <a:avLst/>
          </a:prstGeom>
          <a:noFill/>
        </p:spPr>
        <p:txBody>
          <a:bodyPr wrap="square">
            <a:spAutoFit/>
          </a:bodyPr>
          <a:lstStyle/>
          <a:p>
            <a:pPr marL="0" marR="0" lvl="0" indent="0" algn="l" defTabSz="457200" rtl="0" eaLnBrk="1" fontAlgn="auto" latinLnBrk="0" hangingPunct="1">
              <a:lnSpc>
                <a:spcPct val="100000"/>
              </a:lnSpc>
              <a:buClrTx/>
              <a:buSzTx/>
              <a:buFontTx/>
              <a:buNone/>
              <a:tabLst/>
              <a:defRPr/>
            </a:pPr>
            <a:r>
              <a:rPr kumimoji="0" lang="en-US" sz="800" b="1"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Chapter 3: The Confusing Clown Car</a:t>
            </a:r>
            <a:endPar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endParaRPr>
          </a:p>
          <a:p>
            <a:pPr marL="0" marR="0" lvl="0" indent="0" algn="l" defTabSz="457200" rtl="0" eaLnBrk="1" fontAlgn="auto" latinLnBrk="0" hangingPunct="1">
              <a:lnSpc>
                <a:spcPct val="100000"/>
              </a:lnSpc>
              <a:buClrTx/>
              <a:buSzTx/>
              <a:buFontTx/>
              <a:buNone/>
              <a:tabLst/>
              <a:defRPr/>
            </a:pPr>
            <a: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A tiny clown car arrived with clowns popping out everywhere! </a:t>
            </a:r>
            <a:r>
              <a:rPr kumimoji="0" lang="en-US" sz="800" b="1"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$unwind</a:t>
            </a:r>
            <a: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 🚗</a:t>
            </a:r>
            <a:b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br>
            <a:r>
              <a:rPr kumimoji="0" lang="en-US" sz="800" b="0" i="1"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(Let each clown come out one by one so we can see them!)</a:t>
            </a:r>
            <a:endPar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endParaRPr>
          </a:p>
          <a:p>
            <a:pPr marL="0" marR="0" lvl="0" indent="0" algn="l" defTabSz="457200" rtl="0" eaLnBrk="1" fontAlgn="auto" latinLnBrk="0" hangingPunct="1">
              <a:lnSpc>
                <a:spcPct val="100000"/>
              </a:lnSpc>
              <a:buClrTx/>
              <a:buSzTx/>
              <a:buFontTx/>
              <a:buNone/>
              <a:tabLst/>
              <a:defRPr/>
            </a:pPr>
            <a: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The ringmaster wanted to see what other circuses were doing: </a:t>
            </a:r>
            <a:r>
              <a:rPr kumimoji="0" lang="en-US" sz="800" b="1"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$lookup</a:t>
            </a:r>
            <a: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 👀</a:t>
            </a:r>
            <a:b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br>
            <a:r>
              <a:rPr kumimoji="0" lang="en-US" sz="800" b="0" i="1"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(Go check the circus next door and bring back their acrobats!)</a:t>
            </a:r>
            <a:endPar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endParaRPr>
          </a:p>
          <a:p>
            <a:pPr marL="0" marR="0" lvl="0" indent="0" algn="l" defTabSz="457200" rtl="0" eaLnBrk="1" fontAlgn="auto" latinLnBrk="0" hangingPunct="1">
              <a:lnSpc>
                <a:spcPct val="100000"/>
              </a:lnSpc>
              <a:buClrTx/>
              <a:buSzTx/>
              <a:buFontTx/>
              <a:buNone/>
              <a:tabLst/>
              <a:defRPr/>
            </a:pPr>
            <a:b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br>
            <a:endPar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endParaRPr>
          </a:p>
          <a:p>
            <a:pPr marL="0" marR="0" lvl="0" indent="0" algn="l" defTabSz="457200" rtl="0" eaLnBrk="1" fontAlgn="auto" latinLnBrk="0" hangingPunct="1">
              <a:lnSpc>
                <a:spcPct val="100000"/>
              </a:lnSpc>
              <a:buClrTx/>
              <a:buSzTx/>
              <a:buFontTx/>
              <a:buNone/>
              <a:tabLst/>
              <a:defRPr/>
            </a:pPr>
            <a:r>
              <a:rPr kumimoji="0" lang="en-US" sz="800" b="1"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Chapter 4: Counting and Adding</a:t>
            </a:r>
            <a:endPar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endParaRPr>
          </a:p>
          <a:p>
            <a:pPr marL="0" marR="0" lvl="0" indent="0" algn="l" defTabSz="457200" rtl="0" eaLnBrk="1" fontAlgn="auto" latinLnBrk="0" hangingPunct="1">
              <a:lnSpc>
                <a:spcPct val="100000"/>
              </a:lnSpc>
              <a:buClrTx/>
              <a:buSzTx/>
              <a:buFontTx/>
              <a:buNone/>
              <a:tabLst/>
              <a:defRPr/>
            </a:pPr>
            <a: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"How many performers do we have?" </a:t>
            </a:r>
            <a:r>
              <a:rPr kumimoji="0" lang="en-US" sz="800" b="1"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$count</a:t>
            </a:r>
            <a: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 🔢</a:t>
            </a:r>
            <a:b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br>
            <a:r>
              <a:rPr kumimoji="0" lang="en-US" sz="800" b="0" i="1"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(Just tell me the number!)</a:t>
            </a:r>
            <a:endPar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endParaRPr>
          </a:p>
          <a:p>
            <a:pPr marL="0" marR="0" lvl="0" indent="0" algn="l" defTabSz="457200" rtl="0" eaLnBrk="1" fontAlgn="auto" latinLnBrk="0" hangingPunct="1">
              <a:lnSpc>
                <a:spcPct val="100000"/>
              </a:lnSpc>
              <a:buClrTx/>
              <a:buSzTx/>
              <a:buFontTx/>
              <a:buNone/>
              <a:tabLst/>
              <a:defRPr/>
            </a:pPr>
            <a: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"Wait, I forgot to add something!" </a:t>
            </a:r>
            <a:r>
              <a:rPr kumimoji="0" lang="en-US" sz="800" b="1"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a:t>
            </a:r>
            <a:r>
              <a:rPr kumimoji="0" lang="en-US" sz="800" b="1" i="0" u="none" strike="noStrike" kern="1200" cap="none" spc="0" normalizeH="0" baseline="0" noProof="0" dirty="0" err="1">
                <a:ln>
                  <a:noFill/>
                </a:ln>
                <a:solidFill>
                  <a:schemeClr val="accent4">
                    <a:lumMod val="40000"/>
                    <a:lumOff val="60000"/>
                  </a:schemeClr>
                </a:solidFill>
                <a:effectLst/>
                <a:uLnTx/>
                <a:uFillTx/>
                <a:latin typeface="quote-cjk-patch"/>
                <a:ea typeface="+mn-ea"/>
                <a:cs typeface="+mn-cs"/>
              </a:rPr>
              <a:t>addFields</a:t>
            </a:r>
            <a: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 ➕</a:t>
            </a:r>
            <a:b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br>
            <a:r>
              <a:rPr kumimoji="0" lang="en-US" sz="800" b="0" i="1"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(Give every clown a red nose!)</a:t>
            </a:r>
            <a:endPar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endParaRPr>
          </a:p>
          <a:p>
            <a:pPr marL="0" marR="0" lvl="0" indent="0" algn="l" defTabSz="457200" rtl="0" eaLnBrk="1" fontAlgn="auto" latinLnBrk="0" hangingPunct="1">
              <a:lnSpc>
                <a:spcPct val="100000"/>
              </a:lnSpc>
              <a:buClrTx/>
              <a:buSzTx/>
              <a:buFontTx/>
              <a:buNone/>
              <a:tabLst/>
              <a:defRPr/>
            </a:pPr>
            <a:b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br>
            <a:endPar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endParaRPr>
          </a:p>
          <a:p>
            <a:pPr marL="0" marR="0" lvl="0" indent="0" algn="l" defTabSz="457200" rtl="0" eaLnBrk="1" fontAlgn="auto" latinLnBrk="0" hangingPunct="1">
              <a:lnSpc>
                <a:spcPct val="100000"/>
              </a:lnSpc>
              <a:buClrTx/>
              <a:buSzTx/>
              <a:buFontTx/>
              <a:buNone/>
              <a:tabLst/>
              <a:defRPr/>
            </a:pPr>
            <a:r>
              <a:rPr kumimoji="0" lang="en-US" sz="800" b="1"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Chapter 5: Tricky Decisions</a:t>
            </a:r>
            <a:endPar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endParaRPr>
          </a:p>
          <a:p>
            <a:pPr marL="0" marR="0" lvl="0" indent="0" algn="l" defTabSz="457200" rtl="0" eaLnBrk="1" fontAlgn="auto" latinLnBrk="0" hangingPunct="1">
              <a:lnSpc>
                <a:spcPct val="100000"/>
              </a:lnSpc>
              <a:buClrTx/>
              <a:buSzTx/>
              <a:buFontTx/>
              <a:buNone/>
              <a:tabLst/>
              <a:defRPr/>
            </a:pPr>
            <a: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The ringmaster needed to make smart choices: </a:t>
            </a:r>
            <a:r>
              <a:rPr kumimoji="0" lang="en-US" sz="800" b="1"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$expr</a:t>
            </a:r>
            <a: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 🧠</a:t>
            </a:r>
            <a:b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br>
            <a:r>
              <a:rPr kumimoji="0" lang="en-US" sz="800" b="0" i="1"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(Let me use complex expressions to find performers who can balance on one foot while juggling!)</a:t>
            </a:r>
            <a:endPar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endParaRPr>
          </a:p>
          <a:p>
            <a:pPr marL="0" marR="0" lvl="0" indent="0" algn="l" defTabSz="457200" rtl="0" eaLnBrk="1" fontAlgn="auto" latinLnBrk="0" hangingPunct="1">
              <a:lnSpc>
                <a:spcPct val="100000"/>
              </a:lnSpc>
              <a:buClrTx/>
              <a:buSzTx/>
              <a:buFontTx/>
              <a:buNone/>
              <a:tabLst/>
              <a:defRPr/>
            </a:pPr>
            <a: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For tough choices: </a:t>
            </a:r>
            <a:r>
              <a:rPr kumimoji="0" lang="en-US" sz="800" b="1"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a:t>
            </a:r>
            <a:r>
              <a:rPr kumimoji="0" lang="en-US" sz="800" b="1" i="0" u="none" strike="noStrike" kern="1200" cap="none" spc="0" normalizeH="0" baseline="0" noProof="0" dirty="0" err="1">
                <a:ln>
                  <a:noFill/>
                </a:ln>
                <a:solidFill>
                  <a:schemeClr val="accent4">
                    <a:lumMod val="40000"/>
                    <a:lumOff val="60000"/>
                  </a:schemeClr>
                </a:solidFill>
                <a:effectLst/>
                <a:uLnTx/>
                <a:uFillTx/>
                <a:latin typeface="quote-cjk-patch"/>
                <a:ea typeface="+mn-ea"/>
                <a:cs typeface="+mn-cs"/>
              </a:rPr>
              <a:t>cond</a:t>
            </a:r>
            <a: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 🤔</a:t>
            </a:r>
            <a:b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br>
            <a:r>
              <a:rPr kumimoji="0" lang="en-US" sz="800" b="0" i="1"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(If they can juggle fire, give them a helmet. If not, give them water!)</a:t>
            </a:r>
            <a:endPar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endParaRPr>
          </a:p>
          <a:p>
            <a:pPr marL="0" marR="0" lvl="0" indent="0" algn="l" defTabSz="457200" rtl="0" eaLnBrk="1" fontAlgn="auto" latinLnBrk="0" hangingPunct="1">
              <a:lnSpc>
                <a:spcPct val="100000"/>
              </a:lnSpc>
              <a:buClrTx/>
              <a:buSzTx/>
              <a:buFontTx/>
              <a:buNone/>
              <a:tabLst/>
              <a:defRPr/>
            </a:pPr>
            <a:b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br>
            <a:endPar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endParaRPr>
          </a:p>
          <a:p>
            <a:pPr marL="0" marR="0" lvl="0" indent="0" algn="l" defTabSz="457200" rtl="0" eaLnBrk="1" fontAlgn="auto" latinLnBrk="0" hangingPunct="1">
              <a:lnSpc>
                <a:spcPct val="100000"/>
              </a:lnSpc>
              <a:buClrTx/>
              <a:buSzTx/>
              <a:buFontTx/>
              <a:buNone/>
              <a:tabLst/>
              <a:defRPr/>
            </a:pPr>
            <a:r>
              <a:rPr kumimoji="0" lang="en-US" sz="800" b="1"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Chapter 6: Multiple Shows at Once</a:t>
            </a:r>
            <a:endPar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endParaRPr>
          </a:p>
          <a:p>
            <a:pPr marL="0" marR="0" lvl="0" indent="0" algn="l" defTabSz="457200" rtl="0" eaLnBrk="1" fontAlgn="auto" latinLnBrk="0" hangingPunct="1">
              <a:lnSpc>
                <a:spcPct val="100000"/>
              </a:lnSpc>
              <a:buClrTx/>
              <a:buSzTx/>
              <a:buFontTx/>
              <a:buNone/>
              <a:tabLst/>
              <a:defRPr/>
            </a:pPr>
            <a: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The circus had three rings! </a:t>
            </a:r>
            <a:r>
              <a:rPr kumimoji="0" lang="en-US" sz="800" b="1"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$facet</a:t>
            </a:r>
            <a: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 🎪🎪🎪</a:t>
            </a:r>
            <a:b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br>
            <a:r>
              <a:rPr kumimoji="0" lang="en-US" sz="800" b="0" i="1"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(In one ring: group the clowns! In another: sort the acrobats! In another: count the animals!)</a:t>
            </a:r>
            <a:endPar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endParaRPr>
          </a:p>
          <a:p>
            <a:pPr marL="0" marR="0" lvl="0" indent="0" algn="l" defTabSz="457200" rtl="0" eaLnBrk="1" fontAlgn="auto" latinLnBrk="0" hangingPunct="1">
              <a:lnSpc>
                <a:spcPct val="100000"/>
              </a:lnSpc>
              <a:buClrTx/>
              <a:buSzTx/>
              <a:buFontTx/>
              <a:buNone/>
              <a:tabLst/>
              <a:defRPr/>
            </a:pPr>
            <a: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For organizing by skill level: </a:t>
            </a:r>
            <a:r>
              <a:rPr kumimoji="0" lang="en-US" sz="800" b="1"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$bucket</a:t>
            </a:r>
            <a: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 📦</a:t>
            </a:r>
            <a:b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br>
            <a:r>
              <a:rPr kumimoji="0" lang="en-US" sz="800" b="0" i="1"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(Beginners in bucket 1, intermediates in bucket 2, experts in bucket 3!)</a:t>
            </a:r>
            <a:endPar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endParaRPr>
          </a:p>
          <a:p>
            <a:pPr marL="0" marR="0" lvl="0" indent="0" algn="l" defTabSz="457200" rtl="0" eaLnBrk="1" fontAlgn="auto" latinLnBrk="0" hangingPunct="1">
              <a:lnSpc>
                <a:spcPct val="100000"/>
              </a:lnSpc>
              <a:buClrTx/>
              <a:buSzTx/>
              <a:buFontTx/>
              <a:buNone/>
              <a:tabLst/>
              <a:defRPr/>
            </a:pPr>
            <a: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Even better: </a:t>
            </a:r>
            <a:r>
              <a:rPr kumimoji="0" lang="en-US" sz="800" b="1"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a:t>
            </a:r>
            <a:r>
              <a:rPr kumimoji="0" lang="en-US" sz="800" b="1" i="0" u="none" strike="noStrike" kern="1200" cap="none" spc="0" normalizeH="0" baseline="0" noProof="0" dirty="0" err="1">
                <a:ln>
                  <a:noFill/>
                </a:ln>
                <a:solidFill>
                  <a:schemeClr val="accent4">
                    <a:lumMod val="40000"/>
                    <a:lumOff val="60000"/>
                  </a:schemeClr>
                </a:solidFill>
                <a:effectLst/>
                <a:uLnTx/>
                <a:uFillTx/>
                <a:latin typeface="quote-cjk-patch"/>
                <a:ea typeface="+mn-ea"/>
                <a:cs typeface="+mn-cs"/>
              </a:rPr>
              <a:t>bucketAuto</a:t>
            </a:r>
            <a: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 🤖</a:t>
            </a:r>
            <a:br>
              <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br>
            <a:r>
              <a:rPr kumimoji="0" lang="en-US" sz="800" b="0" i="1" u="none" strike="noStrike" kern="1200" cap="none" spc="0" normalizeH="0" baseline="0" noProof="0" dirty="0">
                <a:ln>
                  <a:noFill/>
                </a:ln>
                <a:solidFill>
                  <a:schemeClr val="accent4">
                    <a:lumMod val="40000"/>
                    <a:lumOff val="60000"/>
                  </a:schemeClr>
                </a:solidFill>
                <a:effectLst/>
                <a:uLnTx/>
                <a:uFillTx/>
                <a:latin typeface="quote-cjk-patch"/>
                <a:ea typeface="+mn-ea"/>
                <a:cs typeface="+mn-cs"/>
              </a:rPr>
              <a:t>(Let the computer decide how to group them fairly!)</a:t>
            </a:r>
            <a:endParaRPr kumimoji="0" lang="en-US" sz="800" b="0" i="0" u="none" strike="noStrike" kern="1200" cap="none" spc="0" normalizeH="0" baseline="0" noProof="0" dirty="0">
              <a:ln>
                <a:noFill/>
              </a:ln>
              <a:solidFill>
                <a:schemeClr val="accent4">
                  <a:lumMod val="40000"/>
                  <a:lumOff val="60000"/>
                </a:schemeClr>
              </a:solidFill>
              <a:effectLst/>
              <a:uLnTx/>
              <a:uFillTx/>
              <a:latin typeface="quote-cjk-patch"/>
              <a:ea typeface="+mn-ea"/>
              <a:cs typeface="+mn-cs"/>
            </a:endParaRPr>
          </a:p>
        </p:txBody>
      </p:sp>
      <p:sp>
        <p:nvSpPr>
          <p:cNvPr id="8" name="TextBox 7">
            <a:extLst>
              <a:ext uri="{FF2B5EF4-FFF2-40B4-BE49-F238E27FC236}">
                <a16:creationId xmlns:a16="http://schemas.microsoft.com/office/drawing/2014/main" id="{1B3E557C-8D6A-15A8-FA22-C9FE2740F184}"/>
              </a:ext>
            </a:extLst>
          </p:cNvPr>
          <p:cNvSpPr txBox="1"/>
          <p:nvPr/>
        </p:nvSpPr>
        <p:spPr>
          <a:xfrm>
            <a:off x="266132" y="195366"/>
            <a:ext cx="9464722" cy="338554"/>
          </a:xfrm>
          <a:prstGeom prst="rect">
            <a:avLst/>
          </a:prstGeom>
          <a:noFill/>
        </p:spPr>
        <p:txBody>
          <a:bodyPr wrap="square">
            <a:spAutoFit/>
          </a:bodyPr>
          <a:lstStyle/>
          <a:p>
            <a:pPr algn="l">
              <a:buNone/>
            </a:pPr>
            <a:r>
              <a:rPr lang="en-US" sz="800" b="1" i="0" dirty="0">
                <a:solidFill>
                  <a:srgbClr val="FFFF00"/>
                </a:solidFill>
                <a:effectLst/>
                <a:latin typeface="quote-cjk-patch"/>
              </a:rPr>
              <a:t>The Great MongoDB Circus Adventure!</a:t>
            </a:r>
            <a:endParaRPr lang="en-US" sz="800" b="0" i="0" dirty="0">
              <a:solidFill>
                <a:srgbClr val="FFFF00"/>
              </a:solidFill>
              <a:effectLst/>
              <a:latin typeface="quote-cjk-patch"/>
            </a:endParaRPr>
          </a:p>
          <a:p>
            <a:pPr algn="l">
              <a:buNone/>
            </a:pPr>
            <a:r>
              <a:rPr lang="en-US" sz="800" b="0" i="0" dirty="0">
                <a:solidFill>
                  <a:srgbClr val="FFFF00"/>
                </a:solidFill>
                <a:effectLst/>
                <a:latin typeface="quote-cjk-patch"/>
              </a:rPr>
              <a:t>Once upon a time, a silly circus troupe needed to organize their chaotic performers. Let's follow their adventure!</a:t>
            </a:r>
          </a:p>
        </p:txBody>
      </p:sp>
      <p:sp>
        <p:nvSpPr>
          <p:cNvPr id="9" name="TextBox 8">
            <a:extLst>
              <a:ext uri="{FF2B5EF4-FFF2-40B4-BE49-F238E27FC236}">
                <a16:creationId xmlns:a16="http://schemas.microsoft.com/office/drawing/2014/main" id="{F08ED96A-26F8-38B8-36EC-D63B18BCB30D}"/>
              </a:ext>
            </a:extLst>
          </p:cNvPr>
          <p:cNvSpPr txBox="1"/>
          <p:nvPr/>
        </p:nvSpPr>
        <p:spPr>
          <a:xfrm>
            <a:off x="266132" y="748635"/>
            <a:ext cx="2995814" cy="707886"/>
          </a:xfrm>
          <a:prstGeom prst="rect">
            <a:avLst/>
          </a:prstGeom>
          <a:noFill/>
        </p:spPr>
        <p:txBody>
          <a:bodyPr wrap="square">
            <a:spAutoFit/>
          </a:bodyPr>
          <a:lstStyle/>
          <a:p>
            <a:pPr algn="l">
              <a:buNone/>
            </a:pPr>
            <a:r>
              <a:rPr lang="en-US" sz="800" b="1" i="0" dirty="0">
                <a:solidFill>
                  <a:schemeClr val="accent4">
                    <a:lumMod val="40000"/>
                    <a:lumOff val="60000"/>
                  </a:schemeClr>
                </a:solidFill>
                <a:effectLst/>
                <a:latin typeface="quote-cjk-patch"/>
              </a:rPr>
              <a:t>Chapter 1: Setting Up the Show</a:t>
            </a:r>
            <a:endParaRPr lang="en-US" sz="800" b="0" i="0" dirty="0">
              <a:solidFill>
                <a:schemeClr val="accent4">
                  <a:lumMod val="40000"/>
                  <a:lumOff val="60000"/>
                </a:schemeClr>
              </a:solidFill>
              <a:effectLst/>
              <a:latin typeface="quote-cjk-patch"/>
            </a:endParaRPr>
          </a:p>
          <a:p>
            <a:pPr algn="l">
              <a:buNone/>
            </a:pPr>
            <a:r>
              <a:rPr lang="en-US" sz="800" b="0" i="0" dirty="0">
                <a:solidFill>
                  <a:schemeClr val="accent4">
                    <a:lumMod val="40000"/>
                    <a:lumOff val="60000"/>
                  </a:schemeClr>
                </a:solidFill>
                <a:effectLst/>
                <a:latin typeface="quote-cjk-patch"/>
              </a:rPr>
              <a:t>The ringmaster stood on stage and said: </a:t>
            </a:r>
            <a:r>
              <a:rPr lang="en-US" sz="800" b="1" i="0" dirty="0">
                <a:solidFill>
                  <a:schemeClr val="accent4">
                    <a:lumMod val="40000"/>
                    <a:lumOff val="60000"/>
                  </a:schemeClr>
                </a:solidFill>
                <a:effectLst/>
                <a:latin typeface="quote-cjk-patch"/>
              </a:rPr>
              <a:t>$match</a:t>
            </a:r>
            <a:r>
              <a:rPr lang="en-US" sz="800" b="0" i="0" dirty="0">
                <a:solidFill>
                  <a:schemeClr val="accent4">
                    <a:lumMod val="40000"/>
                    <a:lumOff val="60000"/>
                  </a:schemeClr>
                </a:solidFill>
                <a:effectLst/>
                <a:latin typeface="quote-cjk-patch"/>
              </a:rPr>
              <a:t>! 🎪</a:t>
            </a:r>
            <a:br>
              <a:rPr lang="en-US" sz="800" b="0" i="0" dirty="0">
                <a:solidFill>
                  <a:schemeClr val="accent4">
                    <a:lumMod val="40000"/>
                    <a:lumOff val="60000"/>
                  </a:schemeClr>
                </a:solidFill>
                <a:effectLst/>
                <a:latin typeface="quote-cjk-patch"/>
              </a:rPr>
            </a:br>
            <a:r>
              <a:rPr lang="en-US" sz="800" b="0" i="1" dirty="0">
                <a:solidFill>
                  <a:schemeClr val="accent4">
                    <a:lumMod val="40000"/>
                    <a:lumOff val="60000"/>
                  </a:schemeClr>
                </a:solidFill>
                <a:effectLst/>
                <a:latin typeface="quote-cjk-patch"/>
              </a:rPr>
              <a:t>(Find me all the performers who can juggle!)</a:t>
            </a:r>
            <a:endParaRPr lang="en-US" sz="800" b="0" i="0" dirty="0">
              <a:solidFill>
                <a:schemeClr val="accent4">
                  <a:lumMod val="40000"/>
                  <a:lumOff val="60000"/>
                </a:schemeClr>
              </a:solidFill>
              <a:effectLst/>
              <a:latin typeface="quote-cjk-patch"/>
            </a:endParaRPr>
          </a:p>
          <a:p>
            <a:pPr algn="l">
              <a:buNone/>
            </a:pPr>
            <a:r>
              <a:rPr lang="en-US" sz="800" b="0" i="0" dirty="0">
                <a:solidFill>
                  <a:schemeClr val="accent4">
                    <a:lumMod val="40000"/>
                    <a:lumOff val="60000"/>
                  </a:schemeClr>
                </a:solidFill>
                <a:effectLst/>
                <a:latin typeface="quote-cjk-patch"/>
              </a:rPr>
              <a:t>Then he looked at each performer and said: </a:t>
            </a:r>
            <a:r>
              <a:rPr lang="en-US" sz="800" b="1" i="0" dirty="0">
                <a:solidFill>
                  <a:schemeClr val="accent4">
                    <a:lumMod val="40000"/>
                    <a:lumOff val="60000"/>
                  </a:schemeClr>
                </a:solidFill>
                <a:effectLst/>
                <a:latin typeface="quote-cjk-patch"/>
              </a:rPr>
              <a:t>$project</a:t>
            </a:r>
            <a:r>
              <a:rPr lang="en-US" sz="800" b="0" i="0" dirty="0">
                <a:solidFill>
                  <a:schemeClr val="accent4">
                    <a:lumMod val="40000"/>
                    <a:lumOff val="60000"/>
                  </a:schemeClr>
                </a:solidFill>
                <a:effectLst/>
                <a:latin typeface="quote-cjk-patch"/>
              </a:rPr>
              <a:t>! ✨</a:t>
            </a:r>
            <a:br>
              <a:rPr lang="en-US" sz="800" b="0" i="0" dirty="0">
                <a:solidFill>
                  <a:schemeClr val="accent4">
                    <a:lumMod val="40000"/>
                    <a:lumOff val="60000"/>
                  </a:schemeClr>
                </a:solidFill>
                <a:effectLst/>
                <a:latin typeface="quote-cjk-patch"/>
              </a:rPr>
            </a:br>
            <a:r>
              <a:rPr lang="en-US" sz="800" b="0" i="1" dirty="0">
                <a:solidFill>
                  <a:schemeClr val="accent4">
                    <a:lumMod val="40000"/>
                    <a:lumOff val="60000"/>
                  </a:schemeClr>
                </a:solidFill>
                <a:effectLst/>
                <a:latin typeface="quote-cjk-patch"/>
              </a:rPr>
              <a:t>(I only want to see their name and talent, nothing else!)</a:t>
            </a:r>
            <a:endParaRPr lang="en-US" sz="800" b="0" i="0" dirty="0">
              <a:solidFill>
                <a:schemeClr val="accent4">
                  <a:lumMod val="40000"/>
                  <a:lumOff val="60000"/>
                </a:schemeClr>
              </a:solidFill>
              <a:effectLst/>
              <a:latin typeface="quote-cjk-patch"/>
            </a:endParaRPr>
          </a:p>
        </p:txBody>
      </p:sp>
      <p:sp>
        <p:nvSpPr>
          <p:cNvPr id="10" name="TextBox 9">
            <a:extLst>
              <a:ext uri="{FF2B5EF4-FFF2-40B4-BE49-F238E27FC236}">
                <a16:creationId xmlns:a16="http://schemas.microsoft.com/office/drawing/2014/main" id="{D39258B6-9EDF-A145-8DDF-51FDD8D02B20}"/>
              </a:ext>
            </a:extLst>
          </p:cNvPr>
          <p:cNvSpPr txBox="1"/>
          <p:nvPr/>
        </p:nvSpPr>
        <p:spPr>
          <a:xfrm>
            <a:off x="266132" y="1634911"/>
            <a:ext cx="3472962" cy="1077218"/>
          </a:xfrm>
          <a:prstGeom prst="rect">
            <a:avLst/>
          </a:prstGeom>
          <a:noFill/>
        </p:spPr>
        <p:txBody>
          <a:bodyPr wrap="square">
            <a:spAutoFit/>
          </a:bodyPr>
          <a:lstStyle/>
          <a:p>
            <a:pPr algn="l">
              <a:buNone/>
            </a:pPr>
            <a:r>
              <a:rPr lang="en-US" sz="800" b="1" i="0" dirty="0">
                <a:solidFill>
                  <a:schemeClr val="accent4">
                    <a:lumMod val="40000"/>
                    <a:lumOff val="60000"/>
                  </a:schemeClr>
                </a:solidFill>
                <a:effectLst/>
                <a:latin typeface="quote-cjk-patch"/>
              </a:rPr>
              <a:t>Chapter 2: Organizing the Chaos</a:t>
            </a:r>
            <a:endParaRPr lang="en-US" sz="800" b="0" i="0" dirty="0">
              <a:solidFill>
                <a:schemeClr val="accent4">
                  <a:lumMod val="40000"/>
                  <a:lumOff val="60000"/>
                </a:schemeClr>
              </a:solidFill>
              <a:effectLst/>
              <a:latin typeface="quote-cjk-patch"/>
            </a:endParaRPr>
          </a:p>
          <a:p>
            <a:pPr algn="l">
              <a:buNone/>
            </a:pPr>
            <a:r>
              <a:rPr lang="en-US" sz="800" b="0" i="0" dirty="0">
                <a:solidFill>
                  <a:schemeClr val="accent4">
                    <a:lumMod val="40000"/>
                    <a:lumOff val="60000"/>
                  </a:schemeClr>
                </a:solidFill>
                <a:effectLst/>
                <a:latin typeface="quote-cjk-patch"/>
              </a:rPr>
              <a:t>All the clowns started running around wildly! The ringmaster shouted: </a:t>
            </a:r>
            <a:r>
              <a:rPr lang="en-US" sz="800" b="1" i="0" dirty="0">
                <a:solidFill>
                  <a:schemeClr val="accent4">
                    <a:lumMod val="40000"/>
                    <a:lumOff val="60000"/>
                  </a:schemeClr>
                </a:solidFill>
                <a:effectLst/>
                <a:latin typeface="quote-cjk-patch"/>
              </a:rPr>
              <a:t>$group</a:t>
            </a:r>
            <a:r>
              <a:rPr lang="en-US" sz="800" b="0" i="0" dirty="0">
                <a:solidFill>
                  <a:schemeClr val="accent4">
                    <a:lumMod val="40000"/>
                    <a:lumOff val="60000"/>
                  </a:schemeClr>
                </a:solidFill>
                <a:effectLst/>
                <a:latin typeface="quote-cjk-patch"/>
              </a:rPr>
              <a:t>! 🤡</a:t>
            </a:r>
            <a:br>
              <a:rPr lang="en-US" sz="800" b="0" i="0" dirty="0">
                <a:solidFill>
                  <a:schemeClr val="accent4">
                    <a:lumMod val="40000"/>
                    <a:lumOff val="60000"/>
                  </a:schemeClr>
                </a:solidFill>
                <a:effectLst/>
                <a:latin typeface="quote-cjk-patch"/>
              </a:rPr>
            </a:br>
            <a:r>
              <a:rPr lang="en-US" sz="800" b="0" i="1" dirty="0">
                <a:solidFill>
                  <a:schemeClr val="accent4">
                    <a:lumMod val="40000"/>
                    <a:lumOff val="60000"/>
                  </a:schemeClr>
                </a:solidFill>
                <a:effectLst/>
                <a:latin typeface="quote-cjk-patch"/>
              </a:rPr>
              <a:t>(Put all the jugglers together, all the acrobats together!)</a:t>
            </a:r>
            <a:endParaRPr lang="en-US" sz="800" b="0" i="0" dirty="0">
              <a:solidFill>
                <a:schemeClr val="accent4">
                  <a:lumMod val="40000"/>
                  <a:lumOff val="60000"/>
                </a:schemeClr>
              </a:solidFill>
              <a:effectLst/>
              <a:latin typeface="quote-cjk-patch"/>
            </a:endParaRPr>
          </a:p>
          <a:p>
            <a:pPr algn="l">
              <a:buNone/>
            </a:pPr>
            <a:r>
              <a:rPr lang="en-US" sz="800" b="0" i="0" dirty="0">
                <a:solidFill>
                  <a:schemeClr val="accent4">
                    <a:lumMod val="40000"/>
                    <a:lumOff val="60000"/>
                  </a:schemeClr>
                </a:solidFill>
                <a:effectLst/>
                <a:latin typeface="quote-cjk-patch"/>
              </a:rPr>
              <a:t>But there was too much noise! </a:t>
            </a:r>
            <a:r>
              <a:rPr lang="en-US" sz="800" b="1" i="0" dirty="0">
                <a:solidFill>
                  <a:schemeClr val="accent4">
                    <a:lumMod val="40000"/>
                    <a:lumOff val="60000"/>
                  </a:schemeClr>
                </a:solidFill>
                <a:effectLst/>
                <a:latin typeface="quote-cjk-patch"/>
              </a:rPr>
              <a:t>$sort</a:t>
            </a:r>
            <a:r>
              <a:rPr lang="en-US" sz="800" b="0" i="0" dirty="0">
                <a:solidFill>
                  <a:schemeClr val="accent4">
                    <a:lumMod val="40000"/>
                    <a:lumOff val="60000"/>
                  </a:schemeClr>
                </a:solidFill>
                <a:effectLst/>
                <a:latin typeface="quote-cjk-patch"/>
              </a:rPr>
              <a:t>! 🎯</a:t>
            </a:r>
            <a:br>
              <a:rPr lang="en-US" sz="800" b="0" i="0" dirty="0">
                <a:solidFill>
                  <a:schemeClr val="accent4">
                    <a:lumMod val="40000"/>
                    <a:lumOff val="60000"/>
                  </a:schemeClr>
                </a:solidFill>
                <a:effectLst/>
                <a:latin typeface="quote-cjk-patch"/>
              </a:rPr>
            </a:br>
            <a:r>
              <a:rPr lang="en-US" sz="800" b="0" i="1" dirty="0">
                <a:solidFill>
                  <a:schemeClr val="accent4">
                    <a:lumMod val="40000"/>
                    <a:lumOff val="60000"/>
                  </a:schemeClr>
                </a:solidFill>
                <a:effectLst/>
                <a:latin typeface="quote-cjk-patch"/>
              </a:rPr>
              <a:t>(Line them up from shortest to tallest!)</a:t>
            </a:r>
            <a:endParaRPr lang="en-US" sz="800" b="0" i="0" dirty="0">
              <a:solidFill>
                <a:schemeClr val="accent4">
                  <a:lumMod val="40000"/>
                  <a:lumOff val="60000"/>
                </a:schemeClr>
              </a:solidFill>
              <a:effectLst/>
              <a:latin typeface="quote-cjk-patch"/>
            </a:endParaRPr>
          </a:p>
          <a:p>
            <a:pPr algn="l">
              <a:buNone/>
            </a:pPr>
            <a:r>
              <a:rPr lang="en-US" sz="800" b="0" i="0" dirty="0">
                <a:solidFill>
                  <a:schemeClr val="accent4">
                    <a:lumMod val="40000"/>
                    <a:lumOff val="60000"/>
                  </a:schemeClr>
                </a:solidFill>
                <a:effectLst/>
                <a:latin typeface="quote-cjk-patch"/>
              </a:rPr>
              <a:t>Too many performers! </a:t>
            </a:r>
            <a:r>
              <a:rPr lang="en-US" sz="800" b="1" i="0" dirty="0">
                <a:solidFill>
                  <a:schemeClr val="accent4">
                    <a:lumMod val="40000"/>
                    <a:lumOff val="60000"/>
                  </a:schemeClr>
                </a:solidFill>
                <a:effectLst/>
                <a:latin typeface="quote-cjk-patch"/>
              </a:rPr>
              <a:t>$limit</a:t>
            </a:r>
            <a:r>
              <a:rPr lang="en-US" sz="800" b="0" i="0" dirty="0">
                <a:solidFill>
                  <a:schemeClr val="accent4">
                    <a:lumMod val="40000"/>
                    <a:lumOff val="60000"/>
                  </a:schemeClr>
                </a:solidFill>
                <a:effectLst/>
                <a:latin typeface="quote-cjk-patch"/>
              </a:rPr>
              <a:t>! ✋</a:t>
            </a:r>
            <a:br>
              <a:rPr lang="en-US" sz="800" b="0" i="0" dirty="0">
                <a:solidFill>
                  <a:schemeClr val="accent4">
                    <a:lumMod val="40000"/>
                    <a:lumOff val="60000"/>
                  </a:schemeClr>
                </a:solidFill>
                <a:effectLst/>
                <a:latin typeface="quote-cjk-patch"/>
              </a:rPr>
            </a:br>
            <a:r>
              <a:rPr lang="en-US" sz="800" b="0" i="1" dirty="0">
                <a:solidFill>
                  <a:schemeClr val="accent4">
                    <a:lumMod val="40000"/>
                    <a:lumOff val="60000"/>
                  </a:schemeClr>
                </a:solidFill>
                <a:effectLst/>
                <a:latin typeface="quote-cjk-patch"/>
              </a:rPr>
              <a:t>(I only want to see the first 5!)</a:t>
            </a:r>
            <a:endParaRPr lang="en-US" sz="800" b="0" i="0" dirty="0">
              <a:solidFill>
                <a:schemeClr val="accent4">
                  <a:lumMod val="40000"/>
                  <a:lumOff val="60000"/>
                </a:schemeClr>
              </a:solidFill>
              <a:effectLst/>
              <a:latin typeface="quote-cjk-patch"/>
            </a:endParaRPr>
          </a:p>
        </p:txBody>
      </p:sp>
    </p:spTree>
    <p:extLst>
      <p:ext uri="{BB962C8B-B14F-4D97-AF65-F5344CB8AC3E}">
        <p14:creationId xmlns:p14="http://schemas.microsoft.com/office/powerpoint/2010/main" val="42464935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B42FC-F611-38FE-D5DE-163035B1F561}"/>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F5168D79-E71D-7826-BD61-8F75EE7FB382}"/>
              </a:ext>
            </a:extLst>
          </p:cNvPr>
          <p:cNvSpPr txBox="1"/>
          <p:nvPr/>
        </p:nvSpPr>
        <p:spPr>
          <a:xfrm>
            <a:off x="4813057" y="633483"/>
            <a:ext cx="4954464" cy="5657959"/>
          </a:xfrm>
          <a:prstGeom prst="rect">
            <a:avLst/>
          </a:prstGeom>
          <a:noFill/>
        </p:spPr>
        <p:txBody>
          <a:bodyPr wrap="square">
            <a:spAutoFit/>
          </a:bodyPr>
          <a:lstStyle/>
          <a:p>
            <a:pPr>
              <a:lnSpc>
                <a:spcPts val="1425"/>
              </a:lnSpc>
              <a:buNone/>
            </a:pPr>
            <a:r>
              <a:rPr lang="en-US" sz="1200" b="0" dirty="0">
                <a:solidFill>
                  <a:srgbClr val="6A9955"/>
                </a:solidFill>
                <a:effectLst/>
                <a:latin typeface="Consolas" panose="020B0609020204030204" pitchFamily="49" charset="0"/>
              </a:rPr>
              <a:t>// 3. Goal: find products with a price greater than 100</a:t>
            </a:r>
            <a:endParaRPr lang="en-US" sz="1200" b="0" dirty="0">
              <a:solidFill>
                <a:srgbClr val="D4D4D4"/>
              </a:solidFill>
              <a:effectLst/>
              <a:latin typeface="Consolas" panose="020B0609020204030204" pitchFamily="49" charset="0"/>
            </a:endParaRPr>
          </a:p>
          <a:p>
            <a:pPr>
              <a:lnSpc>
                <a:spcPts val="1425"/>
              </a:lnSpc>
              <a:buNone/>
            </a:pPr>
            <a:r>
              <a:rPr lang="en-US" sz="1200" b="0" dirty="0" err="1">
                <a:solidFill>
                  <a:srgbClr val="9CDCFE"/>
                </a:solidFill>
                <a:effectLst/>
                <a:latin typeface="Consolas" panose="020B0609020204030204" pitchFamily="49" charset="0"/>
              </a:rPr>
              <a:t>db</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products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aggregate</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$match:</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price:</a:t>
            </a:r>
            <a:r>
              <a:rPr lang="en-US" sz="1200" b="0" dirty="0">
                <a:solidFill>
                  <a:srgbClr val="D4D4D4"/>
                </a:solidFill>
                <a:effectLst/>
                <a:latin typeface="Consolas" panose="020B0609020204030204" pitchFamily="49" charset="0"/>
              </a:rPr>
              <a:t> { </a:t>
            </a:r>
            <a:r>
              <a:rPr lang="en-US" sz="1200" b="0" dirty="0">
                <a:solidFill>
                  <a:srgbClr val="9CDCFE"/>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gt</a:t>
            </a:r>
            <a:r>
              <a:rPr lang="en-US" sz="1200" b="0" dirty="0">
                <a:solidFill>
                  <a:srgbClr val="9CDCFE"/>
                </a:solidFill>
                <a:effectLst/>
                <a:latin typeface="Consolas" panose="020B0609020204030204" pitchFamily="49" charset="0"/>
              </a:rPr>
              <a:t>:</a:t>
            </a:r>
            <a:r>
              <a:rPr lang="en-US" sz="1200" b="0" dirty="0">
                <a:solidFill>
                  <a:srgbClr val="D4D4D4"/>
                </a:solidFill>
                <a:effectLst/>
                <a:latin typeface="Consolas" panose="020B0609020204030204" pitchFamily="49" charset="0"/>
              </a:rPr>
              <a:t> </a:t>
            </a:r>
            <a:r>
              <a:rPr lang="en-US" sz="1200" b="0" dirty="0">
                <a:solidFill>
                  <a:srgbClr val="B5CEA8"/>
                </a:solidFill>
                <a:effectLst/>
                <a:latin typeface="Consolas" panose="020B0609020204030204" pitchFamily="49" charset="0"/>
              </a:rPr>
              <a:t>100</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a:t>
            </a:r>
          </a:p>
          <a:p>
            <a:pPr>
              <a:lnSpc>
                <a:spcPts val="1425"/>
              </a:lnSpc>
              <a:buNone/>
            </a:pP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 4. Goal: find products from the brand "Apple"</a:t>
            </a:r>
            <a:endParaRPr lang="en-US" sz="1200" b="0" dirty="0">
              <a:solidFill>
                <a:srgbClr val="D4D4D4"/>
              </a:solidFill>
              <a:effectLst/>
              <a:latin typeface="Consolas" panose="020B0609020204030204" pitchFamily="49" charset="0"/>
            </a:endParaRPr>
          </a:p>
          <a:p>
            <a:pPr>
              <a:lnSpc>
                <a:spcPts val="1425"/>
              </a:lnSpc>
              <a:buNone/>
            </a:pPr>
            <a:r>
              <a:rPr lang="en-US" sz="1200" b="0" dirty="0" err="1">
                <a:solidFill>
                  <a:srgbClr val="9CDCFE"/>
                </a:solidFill>
                <a:effectLst/>
                <a:latin typeface="Consolas" panose="020B0609020204030204" pitchFamily="49" charset="0"/>
              </a:rPr>
              <a:t>db</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products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aggregate</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$match:</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brand:</a:t>
            </a:r>
            <a:r>
              <a:rPr lang="en-US" sz="1200" b="0" dirty="0">
                <a:solidFill>
                  <a:srgbClr val="D4D4D4"/>
                </a:solidFill>
                <a:effectLst/>
                <a:latin typeface="Consolas" panose="020B0609020204030204" pitchFamily="49" charset="0"/>
              </a:rPr>
              <a:t> </a:t>
            </a:r>
            <a:r>
              <a:rPr lang="en-US" sz="1200" b="0" dirty="0">
                <a:solidFill>
                  <a:srgbClr val="CE9178"/>
                </a:solidFill>
                <a:effectLst/>
                <a:latin typeface="Consolas" panose="020B0609020204030204" pitchFamily="49" charset="0"/>
              </a:rPr>
              <a:t>"Apple"</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a:t>
            </a: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 5. Goal: find customers from "New York"</a:t>
            </a:r>
            <a:endParaRPr lang="en-US" sz="1200" b="0" dirty="0">
              <a:solidFill>
                <a:srgbClr val="D4D4D4"/>
              </a:solidFill>
              <a:effectLst/>
              <a:latin typeface="Consolas" panose="020B0609020204030204" pitchFamily="49" charset="0"/>
            </a:endParaRPr>
          </a:p>
          <a:p>
            <a:pPr>
              <a:lnSpc>
                <a:spcPts val="1425"/>
              </a:lnSpc>
              <a:buNone/>
            </a:pPr>
            <a:r>
              <a:rPr lang="en-US" sz="1200" b="0" dirty="0" err="1">
                <a:solidFill>
                  <a:srgbClr val="9CDCFE"/>
                </a:solidFill>
                <a:effectLst/>
                <a:latin typeface="Consolas" panose="020B0609020204030204" pitchFamily="49" charset="0"/>
              </a:rPr>
              <a:t>db</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customers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aggregate</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$match:</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location:</a:t>
            </a:r>
            <a:r>
              <a:rPr lang="en-US" sz="1200" b="0" dirty="0">
                <a:solidFill>
                  <a:srgbClr val="D4D4D4"/>
                </a:solidFill>
                <a:effectLst/>
                <a:latin typeface="Consolas" panose="020B0609020204030204" pitchFamily="49" charset="0"/>
              </a:rPr>
              <a:t> </a:t>
            </a:r>
            <a:r>
              <a:rPr lang="en-US" sz="1200" b="0" dirty="0">
                <a:solidFill>
                  <a:srgbClr val="CE9178"/>
                </a:solidFill>
                <a:effectLst/>
                <a:latin typeface="Consolas" panose="020B0609020204030204" pitchFamily="49" charset="0"/>
              </a:rPr>
              <a:t>"New York"</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a:t>
            </a:r>
          </a:p>
          <a:p>
            <a:pPr>
              <a:lnSpc>
                <a:spcPts val="1425"/>
              </a:lnSpc>
              <a:buNone/>
            </a:pPr>
            <a:br>
              <a:rPr lang="en-US" sz="1200" b="0" dirty="0">
                <a:solidFill>
                  <a:srgbClr val="D4D4D4"/>
                </a:solidFill>
                <a:effectLst/>
                <a:latin typeface="Consolas" panose="020B0609020204030204" pitchFamily="49" charset="0"/>
              </a:rPr>
            </a:b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p:txBody>
      </p:sp>
      <p:sp>
        <p:nvSpPr>
          <p:cNvPr id="7" name="TextBox 6">
            <a:extLst>
              <a:ext uri="{FF2B5EF4-FFF2-40B4-BE49-F238E27FC236}">
                <a16:creationId xmlns:a16="http://schemas.microsoft.com/office/drawing/2014/main" id="{9292DEAE-22F9-EAC1-E916-5940C06FF0A0}"/>
              </a:ext>
            </a:extLst>
          </p:cNvPr>
          <p:cNvSpPr txBox="1"/>
          <p:nvPr/>
        </p:nvSpPr>
        <p:spPr>
          <a:xfrm>
            <a:off x="243987" y="1032550"/>
            <a:ext cx="4954464" cy="2785378"/>
          </a:xfrm>
          <a:prstGeom prst="rect">
            <a:avLst/>
          </a:prstGeom>
          <a:noFill/>
        </p:spPr>
        <p:txBody>
          <a:bodyPr wrap="square">
            <a:spAutoFit/>
          </a:bodyPr>
          <a:lstStyle/>
          <a:p>
            <a:pPr marL="0" marR="0" lvl="0" indent="0" algn="l" defTabSz="457200" rtl="0" eaLnBrk="1" fontAlgn="auto" latinLnBrk="0" hangingPunct="1">
              <a:lnSpc>
                <a:spcPts val="1425"/>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6A9955"/>
                </a:solidFill>
                <a:effectLst/>
                <a:uLnTx/>
                <a:uFillTx/>
                <a:latin typeface="Consolas" panose="020B0609020204030204" pitchFamily="49" charset="0"/>
                <a:ea typeface="+mn-ea"/>
                <a:cs typeface="+mn-cs"/>
              </a:rPr>
              <a:t>// 1. Goal: find all delivered orders</a:t>
            </a:r>
            <a:endParaRPr kumimoji="0" lang="en-US" sz="12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ts val="1425"/>
              </a:lnSpc>
              <a:spcBef>
                <a:spcPts val="0"/>
              </a:spcBef>
              <a:spcAft>
                <a:spcPts val="0"/>
              </a:spcAft>
              <a:buClrTx/>
              <a:buSzTx/>
              <a:buFontTx/>
              <a:buNone/>
              <a:tabLst/>
              <a:defRPr/>
            </a:pPr>
            <a:r>
              <a:rPr kumimoji="0" lang="en-US" sz="1200" b="0" i="0" u="none" strike="noStrike" kern="1200" cap="none" spc="0" normalizeH="0" baseline="0" noProof="0" dirty="0" err="1">
                <a:ln>
                  <a:noFill/>
                </a:ln>
                <a:solidFill>
                  <a:srgbClr val="9CDCFE"/>
                </a:solidFill>
                <a:effectLst/>
                <a:uLnTx/>
                <a:uFillTx/>
                <a:latin typeface="Consolas" panose="020B0609020204030204" pitchFamily="49" charset="0"/>
                <a:ea typeface="+mn-ea"/>
                <a:cs typeface="+mn-cs"/>
              </a:rPr>
              <a:t>db</a:t>
            </a:r>
            <a:r>
              <a:rPr kumimoji="0" lang="en-US" sz="1200" b="0" i="0" u="none" strike="noStrike" kern="1200" cap="none" spc="0" normalizeH="0" baseline="0" noProof="0" dirty="0" err="1">
                <a:ln>
                  <a:noFill/>
                </a:ln>
                <a:solidFill>
                  <a:srgbClr val="D4D4D4"/>
                </a:solidFill>
                <a:effectLst/>
                <a:uLnTx/>
                <a:uFillTx/>
                <a:latin typeface="Consolas" panose="020B0609020204030204" pitchFamily="49" charset="0"/>
                <a:ea typeface="+mn-ea"/>
                <a:cs typeface="+mn-cs"/>
              </a:rPr>
              <a:t>.</a:t>
            </a:r>
            <a:r>
              <a:rPr kumimoji="0" lang="en-US" sz="1200" b="0" i="0" u="none" strike="noStrike" kern="1200" cap="none" spc="0" normalizeH="0" baseline="0" noProof="0" dirty="0" err="1">
                <a:ln>
                  <a:noFill/>
                </a:ln>
                <a:solidFill>
                  <a:srgbClr val="9CDCFE"/>
                </a:solidFill>
                <a:effectLst/>
                <a:uLnTx/>
                <a:uFillTx/>
                <a:latin typeface="Consolas" panose="020B0609020204030204" pitchFamily="49" charset="0"/>
                <a:ea typeface="+mn-ea"/>
                <a:cs typeface="+mn-cs"/>
              </a:rPr>
              <a:t>orders</a:t>
            </a:r>
            <a:r>
              <a:rPr kumimoji="0" lang="en-US" sz="1200" b="0" i="0" u="none" strike="noStrike" kern="1200" cap="none" spc="0" normalizeH="0" baseline="0" noProof="0" dirty="0" err="1">
                <a:ln>
                  <a:noFill/>
                </a:ln>
                <a:solidFill>
                  <a:srgbClr val="D4D4D4"/>
                </a:solidFill>
                <a:effectLst/>
                <a:uLnTx/>
                <a:uFillTx/>
                <a:latin typeface="Consolas" panose="020B0609020204030204" pitchFamily="49" charset="0"/>
                <a:ea typeface="+mn-ea"/>
                <a:cs typeface="+mn-cs"/>
              </a:rPr>
              <a:t>.</a:t>
            </a:r>
            <a:r>
              <a:rPr kumimoji="0" lang="en-US" sz="1200" b="0" i="0" u="none" strike="noStrike" kern="1200" cap="none" spc="0" normalizeH="0" baseline="0" noProof="0" dirty="0" err="1">
                <a:ln>
                  <a:noFill/>
                </a:ln>
                <a:solidFill>
                  <a:srgbClr val="DCDCAA"/>
                </a:solidFill>
                <a:effectLst/>
                <a:uLnTx/>
                <a:uFillTx/>
                <a:latin typeface="Consolas" panose="020B0609020204030204" pitchFamily="49" charset="0"/>
                <a:ea typeface="+mn-ea"/>
                <a:cs typeface="+mn-cs"/>
              </a:rPr>
              <a:t>aggregate</a:t>
            </a:r>
            <a:r>
              <a:rPr kumimoji="0" lang="en-US" sz="12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a:t>
            </a:r>
          </a:p>
          <a:p>
            <a:pPr marL="0" marR="0" lvl="0" indent="0" algn="l" defTabSz="457200" rtl="0" eaLnBrk="1" fontAlgn="auto" latinLnBrk="0" hangingPunct="1">
              <a:lnSpc>
                <a:spcPts val="1425"/>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 </a:t>
            </a:r>
            <a:r>
              <a:rPr kumimoji="0" lang="en-US" sz="1200" b="0" i="0" u="none" strike="noStrike" kern="1200" cap="none" spc="0" normalizeH="0" baseline="0" noProof="0" dirty="0">
                <a:ln>
                  <a:noFill/>
                </a:ln>
                <a:solidFill>
                  <a:srgbClr val="9CDCFE"/>
                </a:solidFill>
                <a:effectLst/>
                <a:uLnTx/>
                <a:uFillTx/>
                <a:latin typeface="Consolas" panose="020B0609020204030204" pitchFamily="49" charset="0"/>
                <a:ea typeface="+mn-ea"/>
                <a:cs typeface="+mn-cs"/>
              </a:rPr>
              <a:t>$match:</a:t>
            </a:r>
            <a:r>
              <a:rPr kumimoji="0" lang="en-US" sz="12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 </a:t>
            </a:r>
            <a:r>
              <a:rPr kumimoji="0" lang="en-US" sz="1200" b="0" i="0" u="none" strike="noStrike" kern="1200" cap="none" spc="0" normalizeH="0" baseline="0" noProof="0" dirty="0">
                <a:ln>
                  <a:noFill/>
                </a:ln>
                <a:solidFill>
                  <a:srgbClr val="9CDCFE"/>
                </a:solidFill>
                <a:effectLst/>
                <a:uLnTx/>
                <a:uFillTx/>
                <a:latin typeface="Consolas" panose="020B0609020204030204" pitchFamily="49" charset="0"/>
                <a:ea typeface="+mn-ea"/>
                <a:cs typeface="+mn-cs"/>
              </a:rPr>
              <a:t>status:</a:t>
            </a:r>
            <a:r>
              <a:rPr kumimoji="0" lang="en-US" sz="12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US" sz="1200" b="0" i="0" u="none" strike="noStrike" kern="1200" cap="none" spc="0" normalizeH="0" baseline="0" noProof="0" dirty="0">
                <a:ln>
                  <a:noFill/>
                </a:ln>
                <a:solidFill>
                  <a:srgbClr val="CE9178"/>
                </a:solidFill>
                <a:effectLst/>
                <a:uLnTx/>
                <a:uFillTx/>
                <a:latin typeface="Consolas" panose="020B0609020204030204" pitchFamily="49" charset="0"/>
                <a:ea typeface="+mn-ea"/>
                <a:cs typeface="+mn-cs"/>
              </a:rPr>
              <a:t>"delivered"</a:t>
            </a:r>
            <a:r>
              <a:rPr kumimoji="0" lang="en-US" sz="12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 }</a:t>
            </a:r>
          </a:p>
          <a:p>
            <a:pPr marL="0" marR="0" lvl="0" indent="0" algn="l" defTabSz="457200" rtl="0" eaLnBrk="1" fontAlgn="auto" latinLnBrk="0" hangingPunct="1">
              <a:lnSpc>
                <a:spcPts val="1425"/>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a:t>
            </a:r>
          </a:p>
          <a:p>
            <a:pPr marL="0" marR="0" lvl="0" indent="0" algn="l" defTabSz="457200" rtl="0" eaLnBrk="1" fontAlgn="auto" latinLnBrk="0" hangingPunct="1">
              <a:lnSpc>
                <a:spcPts val="1425"/>
              </a:lnSpc>
              <a:spcBef>
                <a:spcPts val="0"/>
              </a:spcBef>
              <a:spcAft>
                <a:spcPts val="0"/>
              </a:spcAft>
              <a:buClrTx/>
              <a:buSzTx/>
              <a:buFontTx/>
              <a:buNone/>
              <a:tabLst/>
              <a:defRPr/>
            </a:pPr>
            <a:br>
              <a:rPr kumimoji="0" lang="en-US" sz="12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br>
            <a:endParaRPr kumimoji="0" lang="en-US" sz="12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ts val="1425"/>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6A9955"/>
                </a:solidFill>
                <a:effectLst/>
                <a:uLnTx/>
                <a:uFillTx/>
                <a:latin typeface="Consolas" panose="020B0609020204030204" pitchFamily="49" charset="0"/>
                <a:ea typeface="+mn-ea"/>
                <a:cs typeface="+mn-cs"/>
              </a:rPr>
              <a:t>// 2. Goal: find all products that belong to the "Electronics" category.</a:t>
            </a:r>
            <a:endParaRPr kumimoji="0" lang="en-US" sz="12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ts val="1425"/>
              </a:lnSpc>
              <a:spcBef>
                <a:spcPts val="0"/>
              </a:spcBef>
              <a:spcAft>
                <a:spcPts val="0"/>
              </a:spcAft>
              <a:buClrTx/>
              <a:buSzTx/>
              <a:buFontTx/>
              <a:buNone/>
              <a:tabLst/>
              <a:defRPr/>
            </a:pPr>
            <a:r>
              <a:rPr kumimoji="0" lang="en-US" sz="1200" b="0" i="0" u="none" strike="noStrike" kern="1200" cap="none" spc="0" normalizeH="0" baseline="0" noProof="0" dirty="0" err="1">
                <a:ln>
                  <a:noFill/>
                </a:ln>
                <a:solidFill>
                  <a:srgbClr val="9CDCFE"/>
                </a:solidFill>
                <a:effectLst/>
                <a:uLnTx/>
                <a:uFillTx/>
                <a:latin typeface="Consolas" panose="020B0609020204030204" pitchFamily="49" charset="0"/>
                <a:ea typeface="+mn-ea"/>
                <a:cs typeface="+mn-cs"/>
              </a:rPr>
              <a:t>db</a:t>
            </a:r>
            <a:r>
              <a:rPr kumimoji="0" lang="en-US" sz="1200" b="0" i="0" u="none" strike="noStrike" kern="1200" cap="none" spc="0" normalizeH="0" baseline="0" noProof="0" dirty="0" err="1">
                <a:ln>
                  <a:noFill/>
                </a:ln>
                <a:solidFill>
                  <a:srgbClr val="D4D4D4"/>
                </a:solidFill>
                <a:effectLst/>
                <a:uLnTx/>
                <a:uFillTx/>
                <a:latin typeface="Consolas" panose="020B0609020204030204" pitchFamily="49" charset="0"/>
                <a:ea typeface="+mn-ea"/>
                <a:cs typeface="+mn-cs"/>
              </a:rPr>
              <a:t>.</a:t>
            </a:r>
            <a:r>
              <a:rPr kumimoji="0" lang="en-US" sz="1200" b="0" i="0" u="none" strike="noStrike" kern="1200" cap="none" spc="0" normalizeH="0" baseline="0" noProof="0" dirty="0" err="1">
                <a:ln>
                  <a:noFill/>
                </a:ln>
                <a:solidFill>
                  <a:srgbClr val="9CDCFE"/>
                </a:solidFill>
                <a:effectLst/>
                <a:uLnTx/>
                <a:uFillTx/>
                <a:latin typeface="Consolas" panose="020B0609020204030204" pitchFamily="49" charset="0"/>
                <a:ea typeface="+mn-ea"/>
                <a:cs typeface="+mn-cs"/>
              </a:rPr>
              <a:t>products</a:t>
            </a:r>
            <a:r>
              <a:rPr kumimoji="0" lang="en-US" sz="1200" b="0" i="0" u="none" strike="noStrike" kern="1200" cap="none" spc="0" normalizeH="0" baseline="0" noProof="0" dirty="0" err="1">
                <a:ln>
                  <a:noFill/>
                </a:ln>
                <a:solidFill>
                  <a:srgbClr val="D4D4D4"/>
                </a:solidFill>
                <a:effectLst/>
                <a:uLnTx/>
                <a:uFillTx/>
                <a:latin typeface="Consolas" panose="020B0609020204030204" pitchFamily="49" charset="0"/>
                <a:ea typeface="+mn-ea"/>
                <a:cs typeface="+mn-cs"/>
              </a:rPr>
              <a:t>.</a:t>
            </a:r>
            <a:r>
              <a:rPr kumimoji="0" lang="en-US" sz="1200" b="0" i="0" u="none" strike="noStrike" kern="1200" cap="none" spc="0" normalizeH="0" baseline="0" noProof="0" dirty="0" err="1">
                <a:ln>
                  <a:noFill/>
                </a:ln>
                <a:solidFill>
                  <a:srgbClr val="DCDCAA"/>
                </a:solidFill>
                <a:effectLst/>
                <a:uLnTx/>
                <a:uFillTx/>
                <a:latin typeface="Consolas" panose="020B0609020204030204" pitchFamily="49" charset="0"/>
                <a:ea typeface="+mn-ea"/>
                <a:cs typeface="+mn-cs"/>
              </a:rPr>
              <a:t>aggregate</a:t>
            </a:r>
            <a:r>
              <a:rPr kumimoji="0" lang="en-US" sz="12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a:t>
            </a:r>
          </a:p>
          <a:p>
            <a:pPr marL="0" marR="0" lvl="0" indent="0" algn="l" defTabSz="457200" rtl="0" eaLnBrk="1" fontAlgn="auto" latinLnBrk="0" hangingPunct="1">
              <a:lnSpc>
                <a:spcPts val="1425"/>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p>
          <a:p>
            <a:pPr marL="0" marR="0" lvl="0" indent="0" algn="l" defTabSz="457200" rtl="0" eaLnBrk="1" fontAlgn="auto" latinLnBrk="0" hangingPunct="1">
              <a:lnSpc>
                <a:spcPts val="1425"/>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US" sz="1200" b="0" i="0" u="none" strike="noStrike" kern="1200" cap="none" spc="0" normalizeH="0" baseline="0" noProof="0" dirty="0">
                <a:ln>
                  <a:noFill/>
                </a:ln>
                <a:solidFill>
                  <a:srgbClr val="9CDCFE"/>
                </a:solidFill>
                <a:effectLst/>
                <a:uLnTx/>
                <a:uFillTx/>
                <a:latin typeface="Consolas" panose="020B0609020204030204" pitchFamily="49" charset="0"/>
                <a:ea typeface="+mn-ea"/>
                <a:cs typeface="+mn-cs"/>
              </a:rPr>
              <a:t>$match:</a:t>
            </a:r>
            <a:r>
              <a:rPr kumimoji="0" lang="en-US" sz="12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p>
          <a:p>
            <a:pPr marL="0" marR="0" lvl="0" indent="0" algn="l" defTabSz="457200" rtl="0" eaLnBrk="1" fontAlgn="auto" latinLnBrk="0" hangingPunct="1">
              <a:lnSpc>
                <a:spcPts val="1425"/>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US" sz="1200" b="0" i="0" u="none" strike="noStrike" kern="1200" cap="none" spc="0" normalizeH="0" baseline="0" noProof="0" dirty="0">
                <a:ln>
                  <a:noFill/>
                </a:ln>
                <a:solidFill>
                  <a:srgbClr val="9CDCFE"/>
                </a:solidFill>
                <a:effectLst/>
                <a:uLnTx/>
                <a:uFillTx/>
                <a:latin typeface="Consolas" panose="020B0609020204030204" pitchFamily="49" charset="0"/>
                <a:ea typeface="+mn-ea"/>
                <a:cs typeface="+mn-cs"/>
              </a:rPr>
              <a:t>category:</a:t>
            </a:r>
            <a:r>
              <a:rPr kumimoji="0" lang="en-US" sz="12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US" sz="1200" b="0" i="0" u="none" strike="noStrike" kern="1200" cap="none" spc="0" normalizeH="0" baseline="0" noProof="0" dirty="0">
                <a:ln>
                  <a:noFill/>
                </a:ln>
                <a:solidFill>
                  <a:srgbClr val="CE9178"/>
                </a:solidFill>
                <a:effectLst/>
                <a:uLnTx/>
                <a:uFillTx/>
                <a:latin typeface="Consolas" panose="020B0609020204030204" pitchFamily="49" charset="0"/>
                <a:ea typeface="+mn-ea"/>
                <a:cs typeface="+mn-cs"/>
              </a:rPr>
              <a:t>"Electronics"</a:t>
            </a:r>
            <a:endParaRPr kumimoji="0" lang="en-US" sz="12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ts val="1425"/>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p>
          <a:p>
            <a:pPr marL="0" marR="0" lvl="0" indent="0" algn="l" defTabSz="457200" rtl="0" eaLnBrk="1" fontAlgn="auto" latinLnBrk="0" hangingPunct="1">
              <a:lnSpc>
                <a:spcPts val="1425"/>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p>
          <a:p>
            <a:pPr marL="0" marR="0" lvl="0" indent="0" algn="l" defTabSz="457200" rtl="0" eaLnBrk="1" fontAlgn="auto" latinLnBrk="0" hangingPunct="1">
              <a:lnSpc>
                <a:spcPts val="1425"/>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a:t>
            </a:r>
          </a:p>
        </p:txBody>
      </p:sp>
      <p:sp>
        <p:nvSpPr>
          <p:cNvPr id="8" name="TextBox 7">
            <a:extLst>
              <a:ext uri="{FF2B5EF4-FFF2-40B4-BE49-F238E27FC236}">
                <a16:creationId xmlns:a16="http://schemas.microsoft.com/office/drawing/2014/main" id="{08752C23-2E93-36C4-FEA1-6C513A5C7BAD}"/>
              </a:ext>
            </a:extLst>
          </p:cNvPr>
          <p:cNvSpPr txBox="1"/>
          <p:nvPr/>
        </p:nvSpPr>
        <p:spPr>
          <a:xfrm>
            <a:off x="566644" y="342900"/>
            <a:ext cx="1184940" cy="369332"/>
          </a:xfrm>
          <a:prstGeom prst="rect">
            <a:avLst/>
          </a:prstGeom>
          <a:noFill/>
        </p:spPr>
        <p:txBody>
          <a:bodyPr wrap="none" rtlCol="0">
            <a:spAutoFit/>
          </a:bodyPr>
          <a:lstStyle/>
          <a:p>
            <a:r>
              <a:rPr lang="en-US" dirty="0">
                <a:solidFill>
                  <a:srgbClr val="FFFF00"/>
                </a:solidFill>
              </a:rPr>
              <a:t>1. $match</a:t>
            </a:r>
          </a:p>
        </p:txBody>
      </p:sp>
    </p:spTree>
    <p:extLst>
      <p:ext uri="{BB962C8B-B14F-4D97-AF65-F5344CB8AC3E}">
        <p14:creationId xmlns:p14="http://schemas.microsoft.com/office/powerpoint/2010/main" val="379942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047F0-2EEC-3B96-C431-447C7F2D0060}"/>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31620F3-4C58-2AF8-8874-A2DABFF01266}"/>
              </a:ext>
            </a:extLst>
          </p:cNvPr>
          <p:cNvSpPr txBox="1"/>
          <p:nvPr/>
        </p:nvSpPr>
        <p:spPr>
          <a:xfrm>
            <a:off x="195942" y="578337"/>
            <a:ext cx="7158447" cy="6017032"/>
          </a:xfrm>
          <a:prstGeom prst="rect">
            <a:avLst/>
          </a:prstGeom>
          <a:noFill/>
        </p:spPr>
        <p:txBody>
          <a:bodyPr wrap="square">
            <a:spAutoFit/>
          </a:bodyPr>
          <a:lstStyle/>
          <a:p>
            <a:pPr>
              <a:lnSpc>
                <a:spcPts val="1425"/>
              </a:lnSpc>
              <a:buNone/>
            </a:pPr>
            <a:r>
              <a:rPr lang="en-US" sz="1200" b="0" dirty="0">
                <a:solidFill>
                  <a:srgbClr val="6A9955"/>
                </a:solidFill>
                <a:effectLst/>
                <a:latin typeface="Consolas" panose="020B0609020204030204" pitchFamily="49" charset="0"/>
              </a:rPr>
              <a:t>// 1. Goal: Show only the name, price, and category fields from the products collection</a:t>
            </a:r>
            <a:endParaRPr lang="en-US" sz="1200" b="0" dirty="0">
              <a:solidFill>
                <a:srgbClr val="D4D4D4"/>
              </a:solidFill>
              <a:effectLst/>
              <a:latin typeface="Consolas" panose="020B0609020204030204" pitchFamily="49" charset="0"/>
            </a:endParaRPr>
          </a:p>
          <a:p>
            <a:pPr>
              <a:lnSpc>
                <a:spcPts val="1425"/>
              </a:lnSpc>
              <a:buNone/>
            </a:pPr>
            <a:r>
              <a:rPr lang="en-US" sz="1200" b="0" dirty="0" err="1">
                <a:solidFill>
                  <a:srgbClr val="9CDCFE"/>
                </a:solidFill>
                <a:effectLst/>
                <a:latin typeface="Consolas" panose="020B0609020204030204" pitchFamily="49" charset="0"/>
              </a:rPr>
              <a:t>db</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products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find</a:t>
            </a:r>
            <a:r>
              <a:rPr lang="en-US" sz="1200" b="0" dirty="0">
                <a:solidFill>
                  <a:srgbClr val="D4D4D4"/>
                </a:solidFill>
                <a:effectLst/>
                <a:latin typeface="Consolas" panose="020B0609020204030204" pitchFamily="49" charset="0"/>
              </a:rPr>
              <a:t>({},{</a:t>
            </a:r>
            <a:r>
              <a:rPr lang="en-US" sz="1200" b="0" dirty="0">
                <a:solidFill>
                  <a:srgbClr val="9CDCFE"/>
                </a:solidFill>
                <a:effectLst/>
                <a:latin typeface="Consolas" panose="020B0609020204030204" pitchFamily="49" charset="0"/>
              </a:rPr>
              <a:t>name:</a:t>
            </a:r>
            <a:r>
              <a:rPr lang="en-US" sz="1200" b="0" dirty="0">
                <a:solidFill>
                  <a:srgbClr val="B5CEA8"/>
                </a:solidFill>
                <a:effectLst/>
                <a:latin typeface="Consolas" panose="020B0609020204030204" pitchFamily="49" charset="0"/>
              </a:rPr>
              <a:t>1</a:t>
            </a:r>
            <a:r>
              <a:rPr lang="en-US" sz="1200" b="0" dirty="0">
                <a:solidFill>
                  <a:srgbClr val="D4D4D4"/>
                </a:solidFill>
                <a:effectLst/>
                <a:latin typeface="Consolas" panose="020B0609020204030204" pitchFamily="49" charset="0"/>
              </a:rPr>
              <a:t>,</a:t>
            </a:r>
            <a:r>
              <a:rPr lang="en-US" sz="1200" b="0" dirty="0">
                <a:solidFill>
                  <a:srgbClr val="9CDCFE"/>
                </a:solidFill>
                <a:effectLst/>
                <a:latin typeface="Consolas" panose="020B0609020204030204" pitchFamily="49" charset="0"/>
              </a:rPr>
              <a:t>price:</a:t>
            </a:r>
            <a:r>
              <a:rPr lang="en-US" sz="1200" b="0" dirty="0">
                <a:solidFill>
                  <a:srgbClr val="B5CEA8"/>
                </a:solidFill>
                <a:effectLst/>
                <a:latin typeface="Consolas" panose="020B0609020204030204" pitchFamily="49" charset="0"/>
              </a:rPr>
              <a:t>1</a:t>
            </a:r>
            <a:r>
              <a:rPr lang="en-US" sz="1200" b="0" dirty="0">
                <a:solidFill>
                  <a:srgbClr val="D4D4D4"/>
                </a:solidFill>
                <a:effectLst/>
                <a:latin typeface="Consolas" panose="020B0609020204030204" pitchFamily="49" charset="0"/>
              </a:rPr>
              <a:t>,</a:t>
            </a:r>
            <a:r>
              <a:rPr lang="en-US" sz="1200" b="0" dirty="0">
                <a:solidFill>
                  <a:srgbClr val="9CDCFE"/>
                </a:solidFill>
                <a:effectLst/>
                <a:latin typeface="Consolas" panose="020B0609020204030204" pitchFamily="49" charset="0"/>
              </a:rPr>
              <a:t>category:</a:t>
            </a:r>
            <a:r>
              <a:rPr lang="en-US" sz="1200" b="0" dirty="0">
                <a:solidFill>
                  <a:srgbClr val="B5CEA8"/>
                </a:solidFill>
                <a:effectLst/>
                <a:latin typeface="Consolas" panose="020B0609020204030204" pitchFamily="49" charset="0"/>
              </a:rPr>
              <a:t>1</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_id:</a:t>
            </a:r>
            <a:r>
              <a:rPr lang="en-US" sz="1200" b="0" dirty="0">
                <a:solidFill>
                  <a:srgbClr val="B5CEA8"/>
                </a:solidFill>
                <a:effectLst/>
                <a:latin typeface="Consolas" panose="020B0609020204030204" pitchFamily="49" charset="0"/>
              </a:rPr>
              <a:t>0</a:t>
            </a:r>
            <a:r>
              <a:rPr lang="en-US" sz="1200" b="0" dirty="0">
                <a:solidFill>
                  <a:srgbClr val="D4D4D4"/>
                </a:solidFill>
                <a:effectLst/>
                <a:latin typeface="Consolas" panose="020B0609020204030204" pitchFamily="49" charset="0"/>
              </a:rPr>
              <a:t>})</a:t>
            </a:r>
          </a:p>
          <a:p>
            <a:pPr>
              <a:lnSpc>
                <a:spcPts val="1425"/>
              </a:lnSpc>
              <a:buNone/>
            </a:pP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err="1">
                <a:solidFill>
                  <a:srgbClr val="9CDCFE"/>
                </a:solidFill>
                <a:effectLst/>
                <a:latin typeface="Consolas" panose="020B0609020204030204" pitchFamily="49" charset="0"/>
              </a:rPr>
              <a:t>db</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products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aggregate</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$project:</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name:</a:t>
            </a:r>
            <a:r>
              <a:rPr lang="en-US" sz="1200" b="0" dirty="0">
                <a:solidFill>
                  <a:srgbClr val="B5CEA8"/>
                </a:solidFill>
                <a:effectLst/>
                <a:latin typeface="Consolas" panose="020B0609020204030204" pitchFamily="49" charset="0"/>
              </a:rPr>
              <a:t>1</a:t>
            </a:r>
            <a:r>
              <a:rPr lang="en-US" sz="1200" b="0" dirty="0">
                <a:solidFill>
                  <a:srgbClr val="D4D4D4"/>
                </a:solidFill>
                <a:effectLst/>
                <a:latin typeface="Consolas" panose="020B0609020204030204" pitchFamily="49" charset="0"/>
              </a:rPr>
              <a:t>,</a:t>
            </a:r>
            <a:r>
              <a:rPr lang="en-US" sz="1200" b="0" dirty="0">
                <a:solidFill>
                  <a:srgbClr val="9CDCFE"/>
                </a:solidFill>
                <a:effectLst/>
                <a:latin typeface="Consolas" panose="020B0609020204030204" pitchFamily="49" charset="0"/>
              </a:rPr>
              <a:t>price:</a:t>
            </a:r>
            <a:r>
              <a:rPr lang="en-US" sz="1200" b="0" dirty="0">
                <a:solidFill>
                  <a:srgbClr val="B5CEA8"/>
                </a:solidFill>
                <a:effectLst/>
                <a:latin typeface="Consolas" panose="020B0609020204030204" pitchFamily="49" charset="0"/>
              </a:rPr>
              <a:t>1</a:t>
            </a:r>
            <a:r>
              <a:rPr lang="en-US" sz="1200" b="0" dirty="0">
                <a:solidFill>
                  <a:srgbClr val="D4D4D4"/>
                </a:solidFill>
                <a:effectLst/>
                <a:latin typeface="Consolas" panose="020B0609020204030204" pitchFamily="49" charset="0"/>
              </a:rPr>
              <a:t>,</a:t>
            </a:r>
            <a:r>
              <a:rPr lang="en-US" sz="1200" b="0" dirty="0">
                <a:solidFill>
                  <a:srgbClr val="9CDCFE"/>
                </a:solidFill>
                <a:effectLst/>
                <a:latin typeface="Consolas" panose="020B0609020204030204" pitchFamily="49" charset="0"/>
              </a:rPr>
              <a:t>category:</a:t>
            </a:r>
            <a:r>
              <a:rPr lang="en-US" sz="1200" b="0" dirty="0">
                <a:solidFill>
                  <a:srgbClr val="B5CEA8"/>
                </a:solidFill>
                <a:effectLst/>
                <a:latin typeface="Consolas" panose="020B0609020204030204" pitchFamily="49" charset="0"/>
              </a:rPr>
              <a:t>1</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_id:</a:t>
            </a:r>
            <a:r>
              <a:rPr lang="en-US" sz="1200" b="0" dirty="0">
                <a:solidFill>
                  <a:srgbClr val="B5CEA8"/>
                </a:solidFill>
                <a:effectLst/>
                <a:latin typeface="Consolas" panose="020B0609020204030204" pitchFamily="49" charset="0"/>
              </a:rPr>
              <a:t>0</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6A9955"/>
                </a:solidFill>
                <a:effectLst/>
                <a:latin typeface="Consolas" panose="020B0609020204030204" pitchFamily="49" charset="0"/>
              </a:rPr>
              <a:t>// 2. Goal: Show all fields from the products collection except for description.</a:t>
            </a:r>
            <a:endParaRPr lang="en-US" sz="1200" b="0" dirty="0">
              <a:solidFill>
                <a:srgbClr val="D4D4D4"/>
              </a:solidFill>
              <a:effectLst/>
              <a:latin typeface="Consolas" panose="020B0609020204030204" pitchFamily="49" charset="0"/>
            </a:endParaRPr>
          </a:p>
          <a:p>
            <a:pPr>
              <a:lnSpc>
                <a:spcPts val="1425"/>
              </a:lnSpc>
              <a:buNone/>
            </a:pPr>
            <a:r>
              <a:rPr lang="en-US" sz="1200" b="0" dirty="0" err="1">
                <a:solidFill>
                  <a:srgbClr val="9CDCFE"/>
                </a:solidFill>
                <a:effectLst/>
                <a:latin typeface="Consolas" panose="020B0609020204030204" pitchFamily="49" charset="0"/>
              </a:rPr>
              <a:t>db</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products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aggregate</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$project:</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description:</a:t>
            </a:r>
            <a:r>
              <a:rPr lang="en-US" sz="1200" b="0" dirty="0">
                <a:solidFill>
                  <a:srgbClr val="D4D4D4"/>
                </a:solidFill>
                <a:effectLst/>
                <a:latin typeface="Consolas" panose="020B0609020204030204" pitchFamily="49" charset="0"/>
              </a:rPr>
              <a:t> </a:t>
            </a:r>
            <a:r>
              <a:rPr lang="en-US" sz="1200" b="0" dirty="0">
                <a:solidFill>
                  <a:srgbClr val="B5CEA8"/>
                </a:solidFill>
                <a:effectLst/>
                <a:latin typeface="Consolas" panose="020B0609020204030204" pitchFamily="49" charset="0"/>
              </a:rPr>
              <a:t>0</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a:t>
            </a:r>
          </a:p>
          <a:p>
            <a:pPr>
              <a:lnSpc>
                <a:spcPts val="1425"/>
              </a:lnSpc>
              <a:buNone/>
            </a:pP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 3. Goal: Add a new field </a:t>
            </a:r>
            <a:r>
              <a:rPr lang="en-US" sz="1200" b="0" dirty="0" err="1">
                <a:solidFill>
                  <a:srgbClr val="6A9955"/>
                </a:solidFill>
                <a:effectLst/>
                <a:latin typeface="Consolas" panose="020B0609020204030204" pitchFamily="49" charset="0"/>
              </a:rPr>
              <a:t>totalPrice</a:t>
            </a:r>
            <a:r>
              <a:rPr lang="en-US" sz="1200" b="0" dirty="0">
                <a:solidFill>
                  <a:srgbClr val="6A9955"/>
                </a:solidFill>
                <a:effectLst/>
                <a:latin typeface="Consolas" panose="020B0609020204030204" pitchFamily="49" charset="0"/>
              </a:rPr>
              <a:t> that is the product of price and stock</a:t>
            </a:r>
            <a:endParaRPr lang="en-US" sz="1200" b="0" dirty="0">
              <a:solidFill>
                <a:srgbClr val="D4D4D4"/>
              </a:solidFill>
              <a:effectLst/>
              <a:latin typeface="Consolas" panose="020B0609020204030204" pitchFamily="49" charset="0"/>
            </a:endParaRPr>
          </a:p>
          <a:p>
            <a:pPr>
              <a:lnSpc>
                <a:spcPts val="1425"/>
              </a:lnSpc>
              <a:buNone/>
            </a:pPr>
            <a:r>
              <a:rPr lang="en-US" sz="1200" b="0" dirty="0" err="1">
                <a:solidFill>
                  <a:srgbClr val="9CDCFE"/>
                </a:solidFill>
                <a:effectLst/>
                <a:latin typeface="Consolas" panose="020B0609020204030204" pitchFamily="49" charset="0"/>
              </a:rPr>
              <a:t>db</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products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find</a:t>
            </a:r>
            <a:r>
              <a:rPr lang="en-US" sz="1200" b="0" dirty="0">
                <a:solidFill>
                  <a:srgbClr val="D4D4D4"/>
                </a:solidFill>
                <a:effectLst/>
                <a:latin typeface="Consolas" panose="020B0609020204030204" pitchFamily="49" charset="0"/>
              </a:rPr>
              <a:t>({},{</a:t>
            </a:r>
            <a:r>
              <a:rPr lang="en-US" sz="1200" b="0" dirty="0">
                <a:solidFill>
                  <a:srgbClr val="9CDCFE"/>
                </a:solidFill>
                <a:effectLst/>
                <a:latin typeface="Consolas" panose="020B0609020204030204" pitchFamily="49" charset="0"/>
              </a:rPr>
              <a:t>name:</a:t>
            </a:r>
            <a:r>
              <a:rPr lang="en-US" sz="1200" b="0" dirty="0">
                <a:solidFill>
                  <a:srgbClr val="B5CEA8"/>
                </a:solidFill>
                <a:effectLst/>
                <a:latin typeface="Consolas" panose="020B0609020204030204" pitchFamily="49" charset="0"/>
              </a:rPr>
              <a:t>1</a:t>
            </a:r>
            <a:r>
              <a:rPr lang="en-US" sz="1200" b="0" dirty="0">
                <a:solidFill>
                  <a:srgbClr val="D4D4D4"/>
                </a:solidFill>
                <a:effectLst/>
                <a:latin typeface="Consolas" panose="020B0609020204030204" pitchFamily="49" charset="0"/>
              </a:rPr>
              <a:t>,</a:t>
            </a:r>
            <a:r>
              <a:rPr lang="en-US" sz="1200" b="0" dirty="0">
                <a:solidFill>
                  <a:srgbClr val="9CDCFE"/>
                </a:solidFill>
                <a:effectLst/>
                <a:latin typeface="Consolas" panose="020B0609020204030204" pitchFamily="49" charset="0"/>
              </a:rPr>
              <a:t>price:</a:t>
            </a:r>
            <a:r>
              <a:rPr lang="en-US" sz="1200" b="0" dirty="0">
                <a:solidFill>
                  <a:srgbClr val="B5CEA8"/>
                </a:solidFill>
                <a:effectLst/>
                <a:latin typeface="Consolas" panose="020B0609020204030204" pitchFamily="49" charset="0"/>
              </a:rPr>
              <a:t>1</a:t>
            </a:r>
            <a:r>
              <a:rPr lang="en-US" sz="1200" b="0" dirty="0">
                <a:solidFill>
                  <a:srgbClr val="D4D4D4"/>
                </a:solidFill>
                <a:effectLst/>
                <a:latin typeface="Consolas" panose="020B0609020204030204" pitchFamily="49" charset="0"/>
              </a:rPr>
              <a:t>,</a:t>
            </a:r>
            <a:r>
              <a:rPr lang="en-US" sz="1200" b="0" dirty="0">
                <a:solidFill>
                  <a:srgbClr val="9CDCFE"/>
                </a:solidFill>
                <a:effectLst/>
                <a:latin typeface="Consolas" panose="020B0609020204030204" pitchFamily="49" charset="0"/>
              </a:rPr>
              <a:t>stock:</a:t>
            </a:r>
            <a:r>
              <a:rPr lang="en-US" sz="1200" b="0" dirty="0">
                <a:solidFill>
                  <a:srgbClr val="B5CEA8"/>
                </a:solidFill>
                <a:effectLst/>
                <a:latin typeface="Consolas" panose="020B0609020204030204" pitchFamily="49" charset="0"/>
              </a:rPr>
              <a:t>1</a:t>
            </a: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totalPrice</a:t>
            </a:r>
            <a:r>
              <a:rPr lang="en-US" sz="1200" b="0" dirty="0">
                <a:solidFill>
                  <a:srgbClr val="9CDCFE"/>
                </a:solidFill>
                <a:effectLst/>
                <a:latin typeface="Consolas" panose="020B0609020204030204" pitchFamily="49" charset="0"/>
              </a:rPr>
              <a:t>:</a:t>
            </a:r>
            <a:r>
              <a:rPr lang="en-US" sz="1200" b="0" dirty="0">
                <a:solidFill>
                  <a:srgbClr val="D4D4D4"/>
                </a:solidFill>
                <a:effectLst/>
                <a:latin typeface="Consolas" panose="020B0609020204030204" pitchFamily="49" charset="0"/>
              </a:rPr>
              <a:t>{</a:t>
            </a:r>
            <a:r>
              <a:rPr lang="en-US" sz="1200" b="0" dirty="0">
                <a:solidFill>
                  <a:srgbClr val="9CDCFE"/>
                </a:solidFill>
                <a:effectLst/>
                <a:latin typeface="Consolas" panose="020B0609020204030204" pitchFamily="49" charset="0"/>
              </a:rPr>
              <a:t>$multiply:</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price"</a:t>
            </a:r>
            <a:r>
              <a:rPr lang="en-US" sz="1200" b="0" dirty="0" err="1">
                <a:solidFill>
                  <a:srgbClr val="D4D4D4"/>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"$stock</a:t>
            </a:r>
            <a:r>
              <a:rPr lang="en-US" sz="1200" b="0" dirty="0">
                <a:solidFill>
                  <a:srgbClr val="CE9178"/>
                </a:solidFill>
                <a:effectLst/>
                <a:latin typeface="Consolas" panose="020B0609020204030204" pitchFamily="49" charset="0"/>
              </a:rPr>
              <a:t>"</a:t>
            </a:r>
            <a:r>
              <a:rPr lang="en-US" sz="1200" b="0" dirty="0">
                <a:solidFill>
                  <a:srgbClr val="D4D4D4"/>
                </a:solidFill>
                <a:effectLst/>
                <a:latin typeface="Consolas" panose="020B0609020204030204" pitchFamily="49" charset="0"/>
              </a:rPr>
              <a:t>]}})</a:t>
            </a:r>
          </a:p>
          <a:p>
            <a:pPr>
              <a:lnSpc>
                <a:spcPts val="1425"/>
              </a:lnSpc>
              <a:buNone/>
            </a:pPr>
            <a:r>
              <a:rPr lang="en-US" sz="1200" b="0" dirty="0" err="1">
                <a:solidFill>
                  <a:srgbClr val="9CDCFE"/>
                </a:solidFill>
                <a:effectLst/>
                <a:latin typeface="Consolas" panose="020B0609020204030204" pitchFamily="49" charset="0"/>
              </a:rPr>
              <a:t>db</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products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aggregate</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$project:</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name:</a:t>
            </a:r>
            <a:r>
              <a:rPr lang="en-US" sz="1200" b="0" dirty="0">
                <a:solidFill>
                  <a:srgbClr val="D4D4D4"/>
                </a:solidFill>
                <a:effectLst/>
                <a:latin typeface="Consolas" panose="020B0609020204030204" pitchFamily="49" charset="0"/>
              </a:rPr>
              <a:t> </a:t>
            </a:r>
            <a:r>
              <a:rPr lang="en-US" sz="1200" b="0" dirty="0">
                <a:solidFill>
                  <a:srgbClr val="B5CEA8"/>
                </a:solidFill>
                <a:effectLst/>
                <a:latin typeface="Consolas" panose="020B0609020204030204" pitchFamily="49" charset="0"/>
              </a:rPr>
              <a:t>1</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price:</a:t>
            </a:r>
            <a:r>
              <a:rPr lang="en-US" sz="1200" b="0" dirty="0">
                <a:solidFill>
                  <a:srgbClr val="D4D4D4"/>
                </a:solidFill>
                <a:effectLst/>
                <a:latin typeface="Consolas" panose="020B0609020204030204" pitchFamily="49" charset="0"/>
              </a:rPr>
              <a:t> </a:t>
            </a:r>
            <a:r>
              <a:rPr lang="en-US" sz="1200" b="0" dirty="0">
                <a:solidFill>
                  <a:srgbClr val="B5CEA8"/>
                </a:solidFill>
                <a:effectLst/>
                <a:latin typeface="Consolas" panose="020B0609020204030204" pitchFamily="49" charset="0"/>
              </a:rPr>
              <a:t>1</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stock:</a:t>
            </a:r>
            <a:r>
              <a:rPr lang="en-US" sz="1200" b="0" dirty="0">
                <a:solidFill>
                  <a:srgbClr val="D4D4D4"/>
                </a:solidFill>
                <a:effectLst/>
                <a:latin typeface="Consolas" panose="020B0609020204030204" pitchFamily="49" charset="0"/>
              </a:rPr>
              <a:t> </a:t>
            </a:r>
            <a:r>
              <a:rPr lang="en-US" sz="1200" b="0" dirty="0">
                <a:solidFill>
                  <a:srgbClr val="B5CEA8"/>
                </a:solidFill>
                <a:effectLst/>
                <a:latin typeface="Consolas" panose="020B0609020204030204" pitchFamily="49" charset="0"/>
              </a:rPr>
              <a:t>1</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totalPrice</a:t>
            </a:r>
            <a:r>
              <a:rPr lang="en-US" sz="1200" b="0" dirty="0">
                <a:solidFill>
                  <a:srgbClr val="9CDCFE"/>
                </a:solidFill>
                <a:effectLst/>
                <a:latin typeface="Consolas" panose="020B0609020204030204" pitchFamily="49" charset="0"/>
              </a:rPr>
              <a:t>:</a:t>
            </a:r>
            <a:r>
              <a:rPr lang="en-US" sz="1200" b="0" dirty="0">
                <a:solidFill>
                  <a:srgbClr val="D4D4D4"/>
                </a:solidFill>
                <a:effectLst/>
                <a:latin typeface="Consolas" panose="020B0609020204030204" pitchFamily="49" charset="0"/>
              </a:rPr>
              <a:t> { </a:t>
            </a:r>
            <a:r>
              <a:rPr lang="en-US" sz="1200" b="0" dirty="0">
                <a:solidFill>
                  <a:srgbClr val="9CDCFE"/>
                </a:solidFill>
                <a:effectLst/>
                <a:latin typeface="Consolas" panose="020B0609020204030204" pitchFamily="49" charset="0"/>
              </a:rPr>
              <a:t>$multiply:</a:t>
            </a:r>
            <a:r>
              <a:rPr lang="en-US" sz="1200" b="0" dirty="0">
                <a:solidFill>
                  <a:srgbClr val="D4D4D4"/>
                </a:solidFill>
                <a:effectLst/>
                <a:latin typeface="Consolas" panose="020B0609020204030204" pitchFamily="49" charset="0"/>
              </a:rPr>
              <a:t> [</a:t>
            </a:r>
            <a:r>
              <a:rPr lang="en-US" sz="1200" b="0" dirty="0">
                <a:solidFill>
                  <a:srgbClr val="CE9178"/>
                </a:solidFill>
                <a:effectLst/>
                <a:latin typeface="Consolas" panose="020B0609020204030204" pitchFamily="49" charset="0"/>
              </a:rPr>
              <a:t>"$price"</a:t>
            </a:r>
            <a:r>
              <a:rPr lang="en-US" sz="1200" b="0" dirty="0">
                <a:solidFill>
                  <a:srgbClr val="D4D4D4"/>
                </a:solidFill>
                <a:effectLst/>
                <a:latin typeface="Consolas" panose="020B0609020204030204" pitchFamily="49" charset="0"/>
              </a:rPr>
              <a:t>, </a:t>
            </a:r>
            <a:r>
              <a:rPr lang="en-US" sz="1200" b="0" dirty="0">
                <a:solidFill>
                  <a:srgbClr val="CE9178"/>
                </a:solidFill>
                <a:effectLst/>
                <a:latin typeface="Consolas" panose="020B0609020204030204" pitchFamily="49" charset="0"/>
              </a:rPr>
              <a:t>"$stock"</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a:t>
            </a:r>
          </a:p>
        </p:txBody>
      </p:sp>
      <p:sp>
        <p:nvSpPr>
          <p:cNvPr id="7" name="TextBox 6">
            <a:extLst>
              <a:ext uri="{FF2B5EF4-FFF2-40B4-BE49-F238E27FC236}">
                <a16:creationId xmlns:a16="http://schemas.microsoft.com/office/drawing/2014/main" id="{5CF8685C-1E87-C8B7-F103-42B4849C98E6}"/>
              </a:ext>
            </a:extLst>
          </p:cNvPr>
          <p:cNvSpPr txBox="1"/>
          <p:nvPr/>
        </p:nvSpPr>
        <p:spPr>
          <a:xfrm>
            <a:off x="195942" y="209005"/>
            <a:ext cx="1247521" cy="369332"/>
          </a:xfrm>
          <a:prstGeom prst="rect">
            <a:avLst/>
          </a:prstGeom>
          <a:noFill/>
        </p:spPr>
        <p:txBody>
          <a:bodyPr wrap="none" rtlCol="0">
            <a:spAutoFit/>
          </a:bodyPr>
          <a:lstStyle/>
          <a:p>
            <a:r>
              <a:rPr lang="en-US" dirty="0">
                <a:solidFill>
                  <a:srgbClr val="FFFF00"/>
                </a:solidFill>
              </a:rPr>
              <a:t>2. $project</a:t>
            </a:r>
          </a:p>
        </p:txBody>
      </p:sp>
    </p:spTree>
    <p:extLst>
      <p:ext uri="{BB962C8B-B14F-4D97-AF65-F5344CB8AC3E}">
        <p14:creationId xmlns:p14="http://schemas.microsoft.com/office/powerpoint/2010/main" val="11573936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34D29A-B4F1-7845-01A9-9FC7E064E3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5F9598D-7684-AD23-CC7A-44562E5EB0B3}"/>
              </a:ext>
            </a:extLst>
          </p:cNvPr>
          <p:cNvSpPr txBox="1"/>
          <p:nvPr/>
        </p:nvSpPr>
        <p:spPr>
          <a:xfrm>
            <a:off x="605246" y="689147"/>
            <a:ext cx="9300754" cy="5479705"/>
          </a:xfrm>
          <a:prstGeom prst="rect">
            <a:avLst/>
          </a:prstGeom>
          <a:noFill/>
        </p:spPr>
        <p:txBody>
          <a:bodyPr wrap="square">
            <a:spAutoFit/>
          </a:bodyPr>
          <a:lstStyle/>
          <a:p>
            <a:pPr>
              <a:lnSpc>
                <a:spcPts val="1425"/>
              </a:lnSpc>
              <a:buNone/>
            </a:pPr>
            <a:r>
              <a:rPr lang="en-US" sz="1400" b="0" dirty="0">
                <a:solidFill>
                  <a:srgbClr val="6A9955"/>
                </a:solidFill>
                <a:effectLst/>
                <a:latin typeface="Consolas" panose="020B0609020204030204" pitchFamily="49" charset="0"/>
              </a:rPr>
              <a:t>// 4. Goal: Show the city and coordinates from the location field in the products collection.</a:t>
            </a:r>
          </a:p>
          <a:p>
            <a:pPr>
              <a:lnSpc>
                <a:spcPts val="1425"/>
              </a:lnSpc>
              <a:buNone/>
            </a:pPr>
            <a:endParaRPr lang="en-US" sz="1400" b="0" dirty="0">
              <a:solidFill>
                <a:srgbClr val="D4D4D4"/>
              </a:solidFill>
              <a:effectLst/>
              <a:latin typeface="Consolas" panose="020B0609020204030204" pitchFamily="49" charset="0"/>
            </a:endParaRPr>
          </a:p>
          <a:p>
            <a:pPr>
              <a:lnSpc>
                <a:spcPts val="1425"/>
              </a:lnSpc>
              <a:buNone/>
            </a:pPr>
            <a:r>
              <a:rPr lang="en-US" sz="1400" b="0" dirty="0" err="1">
                <a:solidFill>
                  <a:srgbClr val="9CDCFE"/>
                </a:solidFill>
                <a:effectLst/>
                <a:latin typeface="Consolas" panose="020B0609020204030204" pitchFamily="49" charset="0"/>
              </a:rPr>
              <a:t>db</a:t>
            </a:r>
            <a:r>
              <a:rPr lang="en-US" sz="1400" b="0" dirty="0" err="1">
                <a:solidFill>
                  <a:srgbClr val="D4D4D4"/>
                </a:solidFill>
                <a:effectLst/>
                <a:latin typeface="Consolas" panose="020B0609020204030204" pitchFamily="49" charset="0"/>
              </a:rPr>
              <a:t>.</a:t>
            </a:r>
            <a:r>
              <a:rPr lang="en-US" sz="1400" b="0" dirty="0" err="1">
                <a:solidFill>
                  <a:srgbClr val="9CDCFE"/>
                </a:solidFill>
                <a:effectLst/>
                <a:latin typeface="Consolas" panose="020B0609020204030204" pitchFamily="49" charset="0"/>
              </a:rPr>
              <a:t>products</a:t>
            </a:r>
            <a:r>
              <a:rPr lang="en-US" sz="1400" b="0" dirty="0" err="1">
                <a:solidFill>
                  <a:srgbClr val="D4D4D4"/>
                </a:solidFill>
                <a:effectLst/>
                <a:latin typeface="Consolas" panose="020B0609020204030204" pitchFamily="49" charset="0"/>
              </a:rPr>
              <a:t>.</a:t>
            </a:r>
            <a:r>
              <a:rPr lang="en-US" sz="1400" b="0" dirty="0" err="1">
                <a:solidFill>
                  <a:srgbClr val="DCDCAA"/>
                </a:solidFill>
                <a:effectLst/>
                <a:latin typeface="Consolas" panose="020B0609020204030204" pitchFamily="49" charset="0"/>
              </a:rPr>
              <a:t>aggregate</a:t>
            </a:r>
            <a:r>
              <a:rPr lang="en-US" sz="1400" b="0" dirty="0">
                <a:solidFill>
                  <a:srgbClr val="D4D4D4"/>
                </a:solidFill>
                <a:effectLst/>
                <a:latin typeface="Consolas" panose="020B0609020204030204" pitchFamily="49" charset="0"/>
              </a:rPr>
              <a:t>([</a:t>
            </a:r>
          </a:p>
          <a:p>
            <a:pPr>
              <a:lnSpc>
                <a:spcPts val="1425"/>
              </a:lnSpc>
              <a:buNone/>
            </a:pP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$project:</a:t>
            </a: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name:</a:t>
            </a:r>
            <a:r>
              <a:rPr lang="en-US" sz="1400" b="0" dirty="0">
                <a:solidFill>
                  <a:srgbClr val="D4D4D4"/>
                </a:solidFill>
                <a:effectLst/>
                <a:latin typeface="Consolas" panose="020B0609020204030204" pitchFamily="49" charset="0"/>
              </a:rPr>
              <a:t> </a:t>
            </a:r>
            <a:r>
              <a:rPr lang="en-US" sz="1400" b="0" dirty="0">
                <a:solidFill>
                  <a:srgbClr val="B5CEA8"/>
                </a:solidFill>
                <a:effectLst/>
                <a:latin typeface="Consolas" panose="020B0609020204030204" pitchFamily="49" charset="0"/>
              </a:rPr>
              <a:t>1</a:t>
            </a:r>
            <a:r>
              <a:rPr lang="en-US" sz="1400" b="0" dirty="0">
                <a:solidFill>
                  <a:srgbClr val="D4D4D4"/>
                </a:solidFill>
                <a:effectLst/>
                <a:latin typeface="Consolas" panose="020B0609020204030204" pitchFamily="49" charset="0"/>
              </a:rPr>
              <a:t>,</a:t>
            </a:r>
          </a:p>
          <a:p>
            <a:pPr>
              <a:lnSpc>
                <a:spcPts val="1425"/>
              </a:lnSpc>
              <a:buNone/>
            </a:pPr>
            <a:r>
              <a:rPr lang="en-US" sz="1400" b="0" dirty="0">
                <a:solidFill>
                  <a:srgbClr val="D4D4D4"/>
                </a:solidFill>
                <a:effectLst/>
                <a:latin typeface="Consolas" panose="020B0609020204030204" pitchFamily="49" charset="0"/>
              </a:rPr>
              <a:t>      </a:t>
            </a:r>
            <a:r>
              <a:rPr lang="en-US" sz="1400" b="0" dirty="0">
                <a:solidFill>
                  <a:srgbClr val="CE9178"/>
                </a:solidFill>
                <a:effectLst/>
                <a:latin typeface="Consolas" panose="020B0609020204030204" pitchFamily="49" charset="0"/>
              </a:rPr>
              <a:t>"</a:t>
            </a:r>
            <a:r>
              <a:rPr lang="en-US" sz="1400" b="0" dirty="0" err="1">
                <a:solidFill>
                  <a:srgbClr val="CE9178"/>
                </a:solidFill>
                <a:effectLst/>
                <a:latin typeface="Consolas" panose="020B0609020204030204" pitchFamily="49" charset="0"/>
              </a:rPr>
              <a:t>location.city</a:t>
            </a:r>
            <a:r>
              <a:rPr lang="en-US" sz="1400" b="0" dirty="0">
                <a:solidFill>
                  <a:srgbClr val="CE9178"/>
                </a:solidFill>
                <a:effectLst/>
                <a:latin typeface="Consolas" panose="020B0609020204030204" pitchFamily="49" charset="0"/>
              </a:rPr>
              <a:t>"</a:t>
            </a:r>
            <a:r>
              <a:rPr lang="en-US" sz="1400" b="0" dirty="0">
                <a:solidFill>
                  <a:srgbClr val="9CDCFE"/>
                </a:solidFill>
                <a:effectLst/>
                <a:latin typeface="Consolas" panose="020B0609020204030204" pitchFamily="49" charset="0"/>
              </a:rPr>
              <a:t>:</a:t>
            </a:r>
            <a:r>
              <a:rPr lang="en-US" sz="1400" b="0" dirty="0">
                <a:solidFill>
                  <a:srgbClr val="D4D4D4"/>
                </a:solidFill>
                <a:effectLst/>
                <a:latin typeface="Consolas" panose="020B0609020204030204" pitchFamily="49" charset="0"/>
              </a:rPr>
              <a:t> </a:t>
            </a:r>
            <a:r>
              <a:rPr lang="en-US" sz="1400" b="0" dirty="0">
                <a:solidFill>
                  <a:srgbClr val="B5CEA8"/>
                </a:solidFill>
                <a:effectLst/>
                <a:latin typeface="Consolas" panose="020B0609020204030204" pitchFamily="49" charset="0"/>
              </a:rPr>
              <a:t>1</a:t>
            </a:r>
            <a:r>
              <a:rPr lang="en-US" sz="1400" b="0" dirty="0">
                <a:solidFill>
                  <a:srgbClr val="D4D4D4"/>
                </a:solidFill>
                <a:effectLst/>
                <a:latin typeface="Consolas" panose="020B0609020204030204" pitchFamily="49" charset="0"/>
              </a:rPr>
              <a:t>,</a:t>
            </a:r>
          </a:p>
          <a:p>
            <a:pPr>
              <a:lnSpc>
                <a:spcPts val="1425"/>
              </a:lnSpc>
              <a:buNone/>
            </a:pPr>
            <a:r>
              <a:rPr lang="en-US" sz="1400" b="0" dirty="0">
                <a:solidFill>
                  <a:srgbClr val="D4D4D4"/>
                </a:solidFill>
                <a:effectLst/>
                <a:latin typeface="Consolas" panose="020B0609020204030204" pitchFamily="49" charset="0"/>
              </a:rPr>
              <a:t>      </a:t>
            </a:r>
            <a:r>
              <a:rPr lang="en-US" sz="1400" b="0" dirty="0">
                <a:solidFill>
                  <a:srgbClr val="CE9178"/>
                </a:solidFill>
                <a:effectLst/>
                <a:latin typeface="Consolas" panose="020B0609020204030204" pitchFamily="49" charset="0"/>
              </a:rPr>
              <a:t>"</a:t>
            </a:r>
            <a:r>
              <a:rPr lang="en-US" sz="1400" b="0" dirty="0" err="1">
                <a:solidFill>
                  <a:srgbClr val="CE9178"/>
                </a:solidFill>
                <a:effectLst/>
                <a:latin typeface="Consolas" panose="020B0609020204030204" pitchFamily="49" charset="0"/>
              </a:rPr>
              <a:t>location.coordinates</a:t>
            </a:r>
            <a:r>
              <a:rPr lang="en-US" sz="1400" b="0" dirty="0">
                <a:solidFill>
                  <a:srgbClr val="CE9178"/>
                </a:solidFill>
                <a:effectLst/>
                <a:latin typeface="Consolas" panose="020B0609020204030204" pitchFamily="49" charset="0"/>
              </a:rPr>
              <a:t>"</a:t>
            </a:r>
            <a:r>
              <a:rPr lang="en-US" sz="1400" b="0" dirty="0">
                <a:solidFill>
                  <a:srgbClr val="9CDCFE"/>
                </a:solidFill>
                <a:effectLst/>
                <a:latin typeface="Consolas" panose="020B0609020204030204" pitchFamily="49" charset="0"/>
              </a:rPr>
              <a:t>:</a:t>
            </a:r>
            <a:r>
              <a:rPr lang="en-US" sz="1400" b="0" dirty="0">
                <a:solidFill>
                  <a:srgbClr val="D4D4D4"/>
                </a:solidFill>
                <a:effectLst/>
                <a:latin typeface="Consolas" panose="020B0609020204030204" pitchFamily="49" charset="0"/>
              </a:rPr>
              <a:t> </a:t>
            </a:r>
            <a:r>
              <a:rPr lang="en-US" sz="1400" b="0" dirty="0">
                <a:solidFill>
                  <a:srgbClr val="B5CEA8"/>
                </a:solidFill>
                <a:effectLst/>
                <a:latin typeface="Consolas" panose="020B0609020204030204" pitchFamily="49" charset="0"/>
              </a:rPr>
              <a:t>1</a:t>
            </a:r>
            <a:endParaRPr lang="en-US" sz="1400" b="0" dirty="0">
              <a:solidFill>
                <a:srgbClr val="D4D4D4"/>
              </a:solidFill>
              <a:effectLst/>
              <a:latin typeface="Consolas" panose="020B0609020204030204" pitchFamily="49" charset="0"/>
            </a:endParaRPr>
          </a:p>
          <a:p>
            <a:pPr>
              <a:lnSpc>
                <a:spcPts val="1425"/>
              </a:lnSpc>
              <a:buNone/>
            </a:pP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a:t>
            </a:r>
          </a:p>
          <a:p>
            <a:pPr>
              <a:lnSpc>
                <a:spcPts val="1425"/>
              </a:lnSpc>
              <a:buNone/>
            </a:pPr>
            <a:br>
              <a:rPr lang="en-US" sz="1400" b="0" dirty="0">
                <a:solidFill>
                  <a:srgbClr val="D4D4D4"/>
                </a:solidFill>
                <a:effectLst/>
                <a:latin typeface="Consolas" panose="020B0609020204030204" pitchFamily="49" charset="0"/>
              </a:rPr>
            </a:br>
            <a:endParaRPr lang="en-US" sz="1400" b="0" dirty="0">
              <a:solidFill>
                <a:srgbClr val="D4D4D4"/>
              </a:solidFill>
              <a:effectLst/>
              <a:latin typeface="Consolas" panose="020B0609020204030204" pitchFamily="49" charset="0"/>
            </a:endParaRPr>
          </a:p>
          <a:p>
            <a:pPr>
              <a:lnSpc>
                <a:spcPts val="1425"/>
              </a:lnSpc>
              <a:buNone/>
            </a:pPr>
            <a:r>
              <a:rPr lang="en-US" sz="1400" b="0" dirty="0">
                <a:solidFill>
                  <a:srgbClr val="6A9955"/>
                </a:solidFill>
                <a:effectLst/>
                <a:latin typeface="Consolas" panose="020B0609020204030204" pitchFamily="49" charset="0"/>
              </a:rPr>
              <a:t>// 5. Goal: Rename the name field to </a:t>
            </a:r>
            <a:r>
              <a:rPr lang="en-US" sz="1400" b="0" dirty="0" err="1">
                <a:solidFill>
                  <a:srgbClr val="6A9955"/>
                </a:solidFill>
                <a:effectLst/>
                <a:latin typeface="Consolas" panose="020B0609020204030204" pitchFamily="49" charset="0"/>
              </a:rPr>
              <a:t>productName</a:t>
            </a:r>
            <a:r>
              <a:rPr lang="en-US" sz="1400" b="0" dirty="0">
                <a:solidFill>
                  <a:srgbClr val="6A9955"/>
                </a:solidFill>
                <a:effectLst/>
                <a:latin typeface="Consolas" panose="020B0609020204030204" pitchFamily="49" charset="0"/>
              </a:rPr>
              <a:t> and price field to </a:t>
            </a:r>
            <a:r>
              <a:rPr lang="en-US" sz="1400" b="0" dirty="0" err="1">
                <a:solidFill>
                  <a:srgbClr val="6A9955"/>
                </a:solidFill>
                <a:effectLst/>
                <a:latin typeface="Consolas" panose="020B0609020204030204" pitchFamily="49" charset="0"/>
              </a:rPr>
              <a:t>productPrice</a:t>
            </a:r>
            <a:r>
              <a:rPr lang="en-US" sz="1400" b="0" dirty="0">
                <a:solidFill>
                  <a:srgbClr val="6A9955"/>
                </a:solidFill>
                <a:effectLst/>
                <a:latin typeface="Consolas" panose="020B0609020204030204" pitchFamily="49" charset="0"/>
              </a:rPr>
              <a:t>.</a:t>
            </a:r>
            <a:endParaRPr lang="en-US" sz="1400" b="0" dirty="0">
              <a:solidFill>
                <a:srgbClr val="D4D4D4"/>
              </a:solidFill>
              <a:effectLst/>
              <a:latin typeface="Consolas" panose="020B0609020204030204" pitchFamily="49" charset="0"/>
            </a:endParaRPr>
          </a:p>
          <a:p>
            <a:pPr>
              <a:lnSpc>
                <a:spcPts val="1425"/>
              </a:lnSpc>
              <a:buNone/>
            </a:pPr>
            <a:r>
              <a:rPr lang="en-US" sz="1400" b="0" dirty="0" err="1">
                <a:solidFill>
                  <a:srgbClr val="9CDCFE"/>
                </a:solidFill>
                <a:effectLst/>
                <a:latin typeface="Consolas" panose="020B0609020204030204" pitchFamily="49" charset="0"/>
              </a:rPr>
              <a:t>db</a:t>
            </a:r>
            <a:r>
              <a:rPr lang="en-US" sz="1400" b="0" dirty="0" err="1">
                <a:solidFill>
                  <a:srgbClr val="D4D4D4"/>
                </a:solidFill>
                <a:effectLst/>
                <a:latin typeface="Consolas" panose="020B0609020204030204" pitchFamily="49" charset="0"/>
              </a:rPr>
              <a:t>.</a:t>
            </a:r>
            <a:r>
              <a:rPr lang="en-US" sz="1400" b="0" dirty="0" err="1">
                <a:solidFill>
                  <a:srgbClr val="9CDCFE"/>
                </a:solidFill>
                <a:effectLst/>
                <a:latin typeface="Consolas" panose="020B0609020204030204" pitchFamily="49" charset="0"/>
              </a:rPr>
              <a:t>products</a:t>
            </a:r>
            <a:r>
              <a:rPr lang="en-US" sz="1400" b="0" dirty="0" err="1">
                <a:solidFill>
                  <a:srgbClr val="D4D4D4"/>
                </a:solidFill>
                <a:effectLst/>
                <a:latin typeface="Consolas" panose="020B0609020204030204" pitchFamily="49" charset="0"/>
              </a:rPr>
              <a:t>.</a:t>
            </a:r>
            <a:r>
              <a:rPr lang="en-US" sz="1400" b="0" dirty="0" err="1">
                <a:solidFill>
                  <a:srgbClr val="DCDCAA"/>
                </a:solidFill>
                <a:effectLst/>
                <a:latin typeface="Consolas" panose="020B0609020204030204" pitchFamily="49" charset="0"/>
              </a:rPr>
              <a:t>find</a:t>
            </a:r>
            <a:r>
              <a:rPr lang="en-US" sz="1400" b="0" dirty="0">
                <a:solidFill>
                  <a:srgbClr val="D4D4D4"/>
                </a:solidFill>
                <a:effectLst/>
                <a:latin typeface="Consolas" panose="020B0609020204030204" pitchFamily="49" charset="0"/>
              </a:rPr>
              <a:t>({},{</a:t>
            </a:r>
            <a:br>
              <a:rPr lang="en-US" sz="1400" b="0" dirty="0">
                <a:solidFill>
                  <a:srgbClr val="D4D4D4"/>
                </a:solidFill>
                <a:effectLst/>
                <a:latin typeface="Consolas" panose="020B0609020204030204" pitchFamily="49" charset="0"/>
              </a:rPr>
            </a:b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category:</a:t>
            </a:r>
            <a:r>
              <a:rPr lang="en-US" sz="1400" b="0" dirty="0">
                <a:solidFill>
                  <a:srgbClr val="D4D4D4"/>
                </a:solidFill>
                <a:effectLst/>
                <a:latin typeface="Consolas" panose="020B0609020204030204" pitchFamily="49" charset="0"/>
              </a:rPr>
              <a:t> </a:t>
            </a:r>
            <a:r>
              <a:rPr lang="en-US" sz="1400" b="0" dirty="0">
                <a:solidFill>
                  <a:srgbClr val="B5CEA8"/>
                </a:solidFill>
                <a:effectLst/>
                <a:latin typeface="Consolas" panose="020B0609020204030204" pitchFamily="49" charset="0"/>
              </a:rPr>
              <a:t>1</a:t>
            </a:r>
            <a:r>
              <a:rPr lang="en-US" sz="1400" b="0" dirty="0">
                <a:solidFill>
                  <a:srgbClr val="D4D4D4"/>
                </a:solidFill>
                <a:effectLst/>
                <a:latin typeface="Consolas" panose="020B0609020204030204" pitchFamily="49" charset="0"/>
              </a:rPr>
              <a:t>,</a:t>
            </a:r>
          </a:p>
          <a:p>
            <a:pPr>
              <a:lnSpc>
                <a:spcPts val="1425"/>
              </a:lnSpc>
              <a:buNone/>
            </a:pPr>
            <a:r>
              <a:rPr lang="en-US" sz="1400" dirty="0">
                <a:solidFill>
                  <a:srgbClr val="D4D4D4"/>
                </a:solidFill>
                <a:latin typeface="Consolas" panose="020B0609020204030204" pitchFamily="49" charset="0"/>
              </a:rPr>
              <a:t>					</a:t>
            </a:r>
            <a:r>
              <a:rPr lang="en-US" sz="1400" b="0" dirty="0" err="1">
                <a:solidFill>
                  <a:srgbClr val="9CDCFE"/>
                </a:solidFill>
                <a:effectLst/>
                <a:latin typeface="Consolas" panose="020B0609020204030204" pitchFamily="49" charset="0"/>
              </a:rPr>
              <a:t>productName</a:t>
            </a:r>
            <a:r>
              <a:rPr lang="en-US" sz="1400" b="0" dirty="0">
                <a:solidFill>
                  <a:srgbClr val="9CDCFE"/>
                </a:solidFill>
                <a:effectLst/>
                <a:latin typeface="Consolas" panose="020B0609020204030204" pitchFamily="49" charset="0"/>
              </a:rPr>
              <a:t>:</a:t>
            </a:r>
            <a:r>
              <a:rPr lang="en-US" sz="1400" b="0" dirty="0">
                <a:solidFill>
                  <a:srgbClr val="CE9178"/>
                </a:solidFill>
                <a:effectLst/>
                <a:latin typeface="Consolas" panose="020B0609020204030204" pitchFamily="49" charset="0"/>
              </a:rPr>
              <a:t>"$name"</a:t>
            </a:r>
            <a:r>
              <a:rPr lang="en-US" sz="1400" b="0" dirty="0">
                <a:solidFill>
                  <a:srgbClr val="D4D4D4"/>
                </a:solidFill>
                <a:effectLst/>
                <a:latin typeface="Consolas" panose="020B0609020204030204" pitchFamily="49" charset="0"/>
              </a:rPr>
              <a:t>,</a:t>
            </a:r>
          </a:p>
          <a:p>
            <a:pPr>
              <a:lnSpc>
                <a:spcPts val="1425"/>
              </a:lnSpc>
              <a:buNone/>
            </a:pPr>
            <a:r>
              <a:rPr lang="en-US" sz="1400" dirty="0">
                <a:solidFill>
                  <a:srgbClr val="D4D4D4"/>
                </a:solidFill>
                <a:latin typeface="Consolas" panose="020B0609020204030204" pitchFamily="49" charset="0"/>
              </a:rPr>
              <a:t>					</a:t>
            </a:r>
            <a:r>
              <a:rPr lang="en-US" sz="1400" b="0" dirty="0" err="1">
                <a:solidFill>
                  <a:srgbClr val="9CDCFE"/>
                </a:solidFill>
                <a:effectLst/>
                <a:latin typeface="Consolas" panose="020B0609020204030204" pitchFamily="49" charset="0"/>
              </a:rPr>
              <a:t>productPrice</a:t>
            </a:r>
            <a:r>
              <a:rPr lang="en-US" sz="1400" b="0" dirty="0">
                <a:solidFill>
                  <a:srgbClr val="9CDCFE"/>
                </a:solidFill>
                <a:effectLst/>
                <a:latin typeface="Consolas" panose="020B0609020204030204" pitchFamily="49" charset="0"/>
              </a:rPr>
              <a:t>:</a:t>
            </a:r>
            <a:r>
              <a:rPr lang="en-US" sz="1400" b="0" dirty="0">
                <a:solidFill>
                  <a:srgbClr val="CE9178"/>
                </a:solidFill>
                <a:effectLst/>
                <a:latin typeface="Consolas" panose="020B0609020204030204" pitchFamily="49" charset="0"/>
              </a:rPr>
              <a:t>"$price“</a:t>
            </a:r>
          </a:p>
          <a:p>
            <a:pPr>
              <a:lnSpc>
                <a:spcPts val="1425"/>
              </a:lnSpc>
              <a:buNone/>
            </a:pPr>
            <a:r>
              <a:rPr lang="en-US" sz="1400" dirty="0">
                <a:solidFill>
                  <a:srgbClr val="CE9178"/>
                </a:solidFill>
                <a:latin typeface="Consolas" panose="020B0609020204030204" pitchFamily="49" charset="0"/>
              </a:rPr>
              <a:t>				  </a:t>
            </a:r>
            <a:r>
              <a:rPr lang="en-US" sz="1400" b="0" dirty="0">
                <a:solidFill>
                  <a:srgbClr val="D4D4D4"/>
                </a:solidFill>
                <a:effectLst/>
                <a:latin typeface="Consolas" panose="020B0609020204030204" pitchFamily="49" charset="0"/>
              </a:rPr>
              <a:t>})</a:t>
            </a:r>
          </a:p>
          <a:p>
            <a:pPr>
              <a:lnSpc>
                <a:spcPts val="1425"/>
              </a:lnSpc>
              <a:buNone/>
            </a:pPr>
            <a:endParaRPr lang="en-US" sz="1400" b="0" dirty="0">
              <a:solidFill>
                <a:srgbClr val="D4D4D4"/>
              </a:solidFill>
              <a:effectLst/>
              <a:latin typeface="Consolas" panose="020B0609020204030204" pitchFamily="49" charset="0"/>
            </a:endParaRPr>
          </a:p>
          <a:p>
            <a:pPr>
              <a:lnSpc>
                <a:spcPts val="1425"/>
              </a:lnSpc>
              <a:buNone/>
            </a:pPr>
            <a:r>
              <a:rPr lang="en-US" sz="1400" b="0" dirty="0" err="1">
                <a:solidFill>
                  <a:srgbClr val="9CDCFE"/>
                </a:solidFill>
                <a:effectLst/>
                <a:latin typeface="Consolas" panose="020B0609020204030204" pitchFamily="49" charset="0"/>
              </a:rPr>
              <a:t>db</a:t>
            </a:r>
            <a:r>
              <a:rPr lang="en-US" sz="1400" b="0" dirty="0" err="1">
                <a:solidFill>
                  <a:srgbClr val="D4D4D4"/>
                </a:solidFill>
                <a:effectLst/>
                <a:latin typeface="Consolas" panose="020B0609020204030204" pitchFamily="49" charset="0"/>
              </a:rPr>
              <a:t>.</a:t>
            </a:r>
            <a:r>
              <a:rPr lang="en-US" sz="1400" b="0" dirty="0" err="1">
                <a:solidFill>
                  <a:srgbClr val="9CDCFE"/>
                </a:solidFill>
                <a:effectLst/>
                <a:latin typeface="Consolas" panose="020B0609020204030204" pitchFamily="49" charset="0"/>
              </a:rPr>
              <a:t>products</a:t>
            </a:r>
            <a:r>
              <a:rPr lang="en-US" sz="1400" b="0" dirty="0" err="1">
                <a:solidFill>
                  <a:srgbClr val="D4D4D4"/>
                </a:solidFill>
                <a:effectLst/>
                <a:latin typeface="Consolas" panose="020B0609020204030204" pitchFamily="49" charset="0"/>
              </a:rPr>
              <a:t>.</a:t>
            </a:r>
            <a:r>
              <a:rPr lang="en-US" sz="1400" b="0" dirty="0" err="1">
                <a:solidFill>
                  <a:srgbClr val="DCDCAA"/>
                </a:solidFill>
                <a:effectLst/>
                <a:latin typeface="Consolas" panose="020B0609020204030204" pitchFamily="49" charset="0"/>
              </a:rPr>
              <a:t>aggregate</a:t>
            </a:r>
            <a:r>
              <a:rPr lang="en-US" sz="1400" b="0" dirty="0">
                <a:solidFill>
                  <a:srgbClr val="D4D4D4"/>
                </a:solidFill>
                <a:effectLst/>
                <a:latin typeface="Consolas" panose="020B0609020204030204" pitchFamily="49" charset="0"/>
              </a:rPr>
              <a:t>([</a:t>
            </a:r>
          </a:p>
          <a:p>
            <a:pPr>
              <a:lnSpc>
                <a:spcPts val="1425"/>
              </a:lnSpc>
              <a:buNone/>
            </a:pP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$project:</a:t>
            </a: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      </a:t>
            </a:r>
            <a:r>
              <a:rPr lang="en-US" sz="1400" b="0" dirty="0" err="1">
                <a:solidFill>
                  <a:srgbClr val="9CDCFE"/>
                </a:solidFill>
                <a:effectLst/>
                <a:latin typeface="Consolas" panose="020B0609020204030204" pitchFamily="49" charset="0"/>
              </a:rPr>
              <a:t>productName</a:t>
            </a:r>
            <a:r>
              <a:rPr lang="en-US" sz="1400" b="0" dirty="0">
                <a:solidFill>
                  <a:srgbClr val="9CDCFE"/>
                </a:solidFill>
                <a:effectLst/>
                <a:latin typeface="Consolas" panose="020B0609020204030204" pitchFamily="49" charset="0"/>
              </a:rPr>
              <a:t>:</a:t>
            </a:r>
            <a:r>
              <a:rPr lang="en-US" sz="1400" b="0" dirty="0">
                <a:solidFill>
                  <a:srgbClr val="D4D4D4"/>
                </a:solidFill>
                <a:effectLst/>
                <a:latin typeface="Consolas" panose="020B0609020204030204" pitchFamily="49" charset="0"/>
              </a:rPr>
              <a:t> </a:t>
            </a:r>
            <a:r>
              <a:rPr lang="en-US" sz="1400" b="0" dirty="0">
                <a:solidFill>
                  <a:srgbClr val="CE9178"/>
                </a:solidFill>
                <a:effectLst/>
                <a:latin typeface="Consolas" panose="020B0609020204030204" pitchFamily="49" charset="0"/>
              </a:rPr>
              <a:t>"$name"</a:t>
            </a:r>
            <a:r>
              <a:rPr lang="en-US" sz="1400" b="0" dirty="0">
                <a:solidFill>
                  <a:srgbClr val="D4D4D4"/>
                </a:solidFill>
                <a:effectLst/>
                <a:latin typeface="Consolas" panose="020B0609020204030204" pitchFamily="49" charset="0"/>
              </a:rPr>
              <a:t>,</a:t>
            </a:r>
          </a:p>
          <a:p>
            <a:pPr>
              <a:lnSpc>
                <a:spcPts val="1425"/>
              </a:lnSpc>
              <a:buNone/>
            </a:pPr>
            <a:r>
              <a:rPr lang="en-US" sz="1400" b="0" dirty="0">
                <a:solidFill>
                  <a:srgbClr val="D4D4D4"/>
                </a:solidFill>
                <a:effectLst/>
                <a:latin typeface="Consolas" panose="020B0609020204030204" pitchFamily="49" charset="0"/>
              </a:rPr>
              <a:t>      </a:t>
            </a:r>
            <a:r>
              <a:rPr lang="en-US" sz="1400" b="0" dirty="0" err="1">
                <a:solidFill>
                  <a:srgbClr val="9CDCFE"/>
                </a:solidFill>
                <a:effectLst/>
                <a:latin typeface="Consolas" panose="020B0609020204030204" pitchFamily="49" charset="0"/>
              </a:rPr>
              <a:t>productPrice</a:t>
            </a:r>
            <a:r>
              <a:rPr lang="en-US" sz="1400" b="0" dirty="0">
                <a:solidFill>
                  <a:srgbClr val="9CDCFE"/>
                </a:solidFill>
                <a:effectLst/>
                <a:latin typeface="Consolas" panose="020B0609020204030204" pitchFamily="49" charset="0"/>
              </a:rPr>
              <a:t>:</a:t>
            </a:r>
            <a:r>
              <a:rPr lang="en-US" sz="1400" b="0" dirty="0">
                <a:solidFill>
                  <a:srgbClr val="D4D4D4"/>
                </a:solidFill>
                <a:effectLst/>
                <a:latin typeface="Consolas" panose="020B0609020204030204" pitchFamily="49" charset="0"/>
              </a:rPr>
              <a:t> </a:t>
            </a:r>
            <a:r>
              <a:rPr lang="en-US" sz="1400" b="0" dirty="0">
                <a:solidFill>
                  <a:srgbClr val="CE9178"/>
                </a:solidFill>
                <a:effectLst/>
                <a:latin typeface="Consolas" panose="020B0609020204030204" pitchFamily="49" charset="0"/>
              </a:rPr>
              <a:t>"$price"</a:t>
            </a:r>
            <a:r>
              <a:rPr lang="en-US" sz="1400" b="0" dirty="0">
                <a:solidFill>
                  <a:srgbClr val="D4D4D4"/>
                </a:solidFill>
                <a:effectLst/>
                <a:latin typeface="Consolas" panose="020B0609020204030204" pitchFamily="49" charset="0"/>
              </a:rPr>
              <a:t>,</a:t>
            </a:r>
          </a:p>
          <a:p>
            <a:pPr>
              <a:lnSpc>
                <a:spcPts val="1425"/>
              </a:lnSpc>
              <a:buNone/>
            </a:pP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category:</a:t>
            </a:r>
            <a:r>
              <a:rPr lang="en-US" sz="1400" b="0" dirty="0">
                <a:solidFill>
                  <a:srgbClr val="D4D4D4"/>
                </a:solidFill>
                <a:effectLst/>
                <a:latin typeface="Consolas" panose="020B0609020204030204" pitchFamily="49" charset="0"/>
              </a:rPr>
              <a:t> </a:t>
            </a:r>
            <a:r>
              <a:rPr lang="en-US" sz="1400" b="0" dirty="0">
                <a:solidFill>
                  <a:srgbClr val="B5CEA8"/>
                </a:solidFill>
                <a:effectLst/>
                <a:latin typeface="Consolas" panose="020B0609020204030204" pitchFamily="49" charset="0"/>
              </a:rPr>
              <a:t>1</a:t>
            </a:r>
            <a:endParaRPr lang="en-US" sz="1400" b="0" dirty="0">
              <a:solidFill>
                <a:srgbClr val="D4D4D4"/>
              </a:solidFill>
              <a:effectLst/>
              <a:latin typeface="Consolas" panose="020B0609020204030204" pitchFamily="49" charset="0"/>
            </a:endParaRPr>
          </a:p>
          <a:p>
            <a:pPr>
              <a:lnSpc>
                <a:spcPts val="1425"/>
              </a:lnSpc>
              <a:buNone/>
            </a:pP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a:t>
            </a:r>
          </a:p>
        </p:txBody>
      </p:sp>
      <p:sp>
        <p:nvSpPr>
          <p:cNvPr id="4" name="TextBox 3">
            <a:extLst>
              <a:ext uri="{FF2B5EF4-FFF2-40B4-BE49-F238E27FC236}">
                <a16:creationId xmlns:a16="http://schemas.microsoft.com/office/drawing/2014/main" id="{63FF16BA-5633-FE26-EF4E-8A3D4E87C59D}"/>
              </a:ext>
            </a:extLst>
          </p:cNvPr>
          <p:cNvSpPr txBox="1"/>
          <p:nvPr/>
        </p:nvSpPr>
        <p:spPr>
          <a:xfrm>
            <a:off x="195942" y="209005"/>
            <a:ext cx="1247521" cy="369332"/>
          </a:xfrm>
          <a:prstGeom prst="rect">
            <a:avLst/>
          </a:prstGeom>
          <a:noFill/>
        </p:spPr>
        <p:txBody>
          <a:bodyPr wrap="none" rtlCol="0">
            <a:spAutoFit/>
          </a:bodyPr>
          <a:lstStyle/>
          <a:p>
            <a:r>
              <a:rPr lang="en-US" dirty="0">
                <a:solidFill>
                  <a:srgbClr val="FFFF00"/>
                </a:solidFill>
              </a:rPr>
              <a:t>2. $project</a:t>
            </a:r>
          </a:p>
        </p:txBody>
      </p:sp>
    </p:spTree>
    <p:extLst>
      <p:ext uri="{BB962C8B-B14F-4D97-AF65-F5344CB8AC3E}">
        <p14:creationId xmlns:p14="http://schemas.microsoft.com/office/powerpoint/2010/main" val="30037378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9FD1ED-AE24-6A7F-06AD-E8D52398C31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423E1AD-C613-C352-F4D4-C961A47907BC}"/>
              </a:ext>
            </a:extLst>
          </p:cNvPr>
          <p:cNvSpPr txBox="1"/>
          <p:nvPr/>
        </p:nvSpPr>
        <p:spPr>
          <a:xfrm>
            <a:off x="195942" y="209005"/>
            <a:ext cx="1114472" cy="369332"/>
          </a:xfrm>
          <a:prstGeom prst="rect">
            <a:avLst/>
          </a:prstGeom>
          <a:noFill/>
        </p:spPr>
        <p:txBody>
          <a:bodyPr wrap="none" rtlCol="0">
            <a:spAutoFit/>
          </a:bodyPr>
          <a:lstStyle/>
          <a:p>
            <a:r>
              <a:rPr lang="en-US" dirty="0">
                <a:solidFill>
                  <a:srgbClr val="FFFF00"/>
                </a:solidFill>
              </a:rPr>
              <a:t>3. $group</a:t>
            </a:r>
          </a:p>
        </p:txBody>
      </p:sp>
      <p:sp>
        <p:nvSpPr>
          <p:cNvPr id="8" name="TextBox 7">
            <a:extLst>
              <a:ext uri="{FF2B5EF4-FFF2-40B4-BE49-F238E27FC236}">
                <a16:creationId xmlns:a16="http://schemas.microsoft.com/office/drawing/2014/main" id="{42F6BE29-72AB-4463-DA88-A0984BDC246C}"/>
              </a:ext>
            </a:extLst>
          </p:cNvPr>
          <p:cNvSpPr txBox="1"/>
          <p:nvPr/>
        </p:nvSpPr>
        <p:spPr>
          <a:xfrm>
            <a:off x="511467" y="461910"/>
            <a:ext cx="9198591" cy="6211059"/>
          </a:xfrm>
          <a:prstGeom prst="rect">
            <a:avLst/>
          </a:prstGeom>
          <a:noFill/>
        </p:spPr>
        <p:txBody>
          <a:bodyPr wrap="square">
            <a:spAutoFit/>
          </a:bodyPr>
          <a:lstStyle/>
          <a:p>
            <a:pPr>
              <a:lnSpc>
                <a:spcPts val="1425"/>
              </a:lnSpc>
              <a:buNone/>
            </a:pPr>
            <a:r>
              <a:rPr lang="en-US" b="0" dirty="0">
                <a:solidFill>
                  <a:srgbClr val="6A9955"/>
                </a:solidFill>
                <a:effectLst/>
                <a:latin typeface="Consolas" panose="020B0609020204030204" pitchFamily="49" charset="0"/>
              </a:rPr>
              <a:t>// 1. Goal: Count how many orders are in each status (e.g., pending, shipped, delivered, etc.):</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orders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aggregate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$group:</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_id:</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"$status"</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totalOrders</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$sum:</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Explanation:</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_id as the grouping key ($status)</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$sum: 1 counts documents</a:t>
            </a:r>
            <a:endParaRPr lang="en-US" b="0" dirty="0">
              <a:solidFill>
                <a:srgbClr val="D4D4D4"/>
              </a:solidFill>
              <a:effectLst/>
              <a:latin typeface="Consolas" panose="020B0609020204030204" pitchFamily="49" charset="0"/>
            </a:endParaRPr>
          </a:p>
          <a:p>
            <a:pPr>
              <a:lnSpc>
                <a:spcPts val="1425"/>
              </a:lnSpc>
              <a:buNone/>
            </a:pP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2. Goal: Find the average price of products in each category:</a:t>
            </a: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products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aggregate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$group:</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_id:</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"$category"</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avgPrice</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$avg:</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"$price"</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C8C8C8"/>
                </a:solidFill>
                <a:effectLst/>
                <a:latin typeface="Consolas" panose="020B0609020204030204" pitchFamily="49" charset="0"/>
              </a:rPr>
              <a:t>Explaination</a:t>
            </a:r>
            <a:r>
              <a:rPr lang="en-US" b="0" dirty="0">
                <a:solidFill>
                  <a:srgbClr val="D4D4D4"/>
                </a:solidFill>
                <a:effectLst/>
                <a:latin typeface="Consolas" panose="020B0609020204030204" pitchFamily="49" charset="0"/>
              </a:rPr>
              <a:t>:</a:t>
            </a:r>
          </a:p>
          <a:p>
            <a:pPr>
              <a:lnSpc>
                <a:spcPts val="1425"/>
              </a:lnSpc>
              <a:buNone/>
            </a:pPr>
            <a:r>
              <a:rPr lang="en-US" b="0" dirty="0">
                <a:solidFill>
                  <a:srgbClr val="9CDCFE"/>
                </a:solidFill>
                <a:effectLst/>
                <a:latin typeface="Consolas" panose="020B0609020204030204" pitchFamily="49" charset="0"/>
              </a:rPr>
              <a:t>$avg</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operator</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for</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numeric</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fields</a:t>
            </a: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_id</a:t>
            </a:r>
            <a:r>
              <a:rPr lang="en-US" b="0" dirty="0">
                <a:solidFill>
                  <a:srgbClr val="D4D4D4"/>
                </a:solidFill>
                <a:effectLst/>
                <a:latin typeface="Consolas" panose="020B0609020204030204" pitchFamily="49" charset="0"/>
              </a:rPr>
              <a:t> </a:t>
            </a:r>
            <a:r>
              <a:rPr lang="en-US" b="0" dirty="0">
                <a:solidFill>
                  <a:srgbClr val="C586C0"/>
                </a:solidFill>
                <a:effectLst/>
                <a:latin typeface="Consolas" panose="020B0609020204030204" pitchFamily="49" charset="0"/>
              </a:rPr>
              <a:t>as</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grouping</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key</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field</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$category</a:t>
            </a:r>
            <a:r>
              <a:rPr lang="en-US"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32584577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A5BA50-5CE2-B510-B940-422247C0412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13CCD3C-2CBD-9D73-1600-DC49AAD707AC}"/>
              </a:ext>
            </a:extLst>
          </p:cNvPr>
          <p:cNvSpPr txBox="1"/>
          <p:nvPr/>
        </p:nvSpPr>
        <p:spPr>
          <a:xfrm>
            <a:off x="195942" y="209005"/>
            <a:ext cx="878830" cy="369332"/>
          </a:xfrm>
          <a:prstGeom prst="rect">
            <a:avLst/>
          </a:prstGeom>
          <a:noFill/>
        </p:spPr>
        <p:txBody>
          <a:bodyPr wrap="none" rtlCol="0">
            <a:spAutoFit/>
          </a:bodyPr>
          <a:lstStyle/>
          <a:p>
            <a:r>
              <a:rPr lang="en-US" dirty="0">
                <a:solidFill>
                  <a:srgbClr val="FFFF00"/>
                </a:solidFill>
              </a:rPr>
              <a:t>$group</a:t>
            </a:r>
          </a:p>
        </p:txBody>
      </p:sp>
      <p:sp>
        <p:nvSpPr>
          <p:cNvPr id="4" name="TextBox 3">
            <a:extLst>
              <a:ext uri="{FF2B5EF4-FFF2-40B4-BE49-F238E27FC236}">
                <a16:creationId xmlns:a16="http://schemas.microsoft.com/office/drawing/2014/main" id="{11FF7474-693B-3B3F-5D33-38943354715B}"/>
              </a:ext>
            </a:extLst>
          </p:cNvPr>
          <p:cNvSpPr txBox="1"/>
          <p:nvPr/>
        </p:nvSpPr>
        <p:spPr>
          <a:xfrm>
            <a:off x="1814828" y="323470"/>
            <a:ext cx="7895230" cy="6211059"/>
          </a:xfrm>
          <a:prstGeom prst="rect">
            <a:avLst/>
          </a:prstGeom>
          <a:noFill/>
        </p:spPr>
        <p:txBody>
          <a:bodyPr wrap="square">
            <a:spAutoFit/>
          </a:bodyPr>
          <a:lstStyle/>
          <a:p>
            <a:pPr>
              <a:lnSpc>
                <a:spcPts val="1425"/>
              </a:lnSpc>
              <a:buNone/>
            </a:pPr>
            <a:r>
              <a:rPr lang="en-US" b="0" dirty="0">
                <a:solidFill>
                  <a:srgbClr val="B5CEA8"/>
                </a:solidFill>
                <a:effectLst/>
                <a:latin typeface="Consolas" panose="020B0609020204030204" pitchFamily="49" charset="0"/>
              </a:rPr>
              <a:t>3.</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Goal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Show</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total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stock</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available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for</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each</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brand</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products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aggregate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$group:</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_id:</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"$brand"</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totalStock</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$sum:</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"$stock"</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C8C8C8"/>
                </a:solidFill>
                <a:effectLst/>
                <a:latin typeface="Consolas" panose="020B0609020204030204" pitchFamily="49" charset="0"/>
              </a:rPr>
              <a:t>Explaination</a:t>
            </a:r>
            <a:r>
              <a:rPr lang="en-US" b="0" dirty="0">
                <a:solidFill>
                  <a:srgbClr val="D4D4D4"/>
                </a:solidFill>
                <a:effectLst/>
                <a:latin typeface="Consolas" panose="020B0609020204030204" pitchFamily="49" charset="0"/>
              </a:rPr>
              <a:t>:</a:t>
            </a:r>
          </a:p>
          <a:p>
            <a:pPr>
              <a:lnSpc>
                <a:spcPts val="1425"/>
              </a:lnSpc>
              <a:buNone/>
            </a:pPr>
            <a:r>
              <a:rPr lang="en-US" b="0" dirty="0">
                <a:solidFill>
                  <a:srgbClr val="9CDCFE"/>
                </a:solidFill>
                <a:effectLst/>
                <a:latin typeface="Consolas" panose="020B0609020204030204" pitchFamily="49" charset="0"/>
              </a:rPr>
              <a:t>$sum</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for</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summing</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numeric</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fields</a:t>
            </a: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_id</a:t>
            </a:r>
            <a:r>
              <a:rPr lang="en-US" b="0" dirty="0">
                <a:solidFill>
                  <a:srgbClr val="D4D4D4"/>
                </a:solidFill>
                <a:effectLst/>
                <a:latin typeface="Consolas" panose="020B0609020204030204" pitchFamily="49" charset="0"/>
              </a:rPr>
              <a:t> </a:t>
            </a:r>
            <a:r>
              <a:rPr lang="en-US" b="0" dirty="0">
                <a:solidFill>
                  <a:srgbClr val="C586C0"/>
                </a:solidFill>
                <a:effectLst/>
                <a:latin typeface="Consolas" panose="020B0609020204030204" pitchFamily="49" charset="0"/>
              </a:rPr>
              <a:t>as</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grouping</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key</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field</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$brand</a:t>
            </a:r>
            <a:r>
              <a:rPr lang="en-US" b="0" dirty="0">
                <a:solidFill>
                  <a:srgbClr val="D4D4D4"/>
                </a:solidFill>
                <a:effectLst/>
                <a:latin typeface="Consolas" panose="020B0609020204030204" pitchFamily="49" charset="0"/>
              </a:rPr>
              <a:t>)</a:t>
            </a:r>
          </a:p>
          <a:p>
            <a:pPr>
              <a:lnSpc>
                <a:spcPts val="1425"/>
              </a:lnSpc>
              <a:buNone/>
            </a:pPr>
            <a:r>
              <a:rPr lang="en-US" b="0" dirty="0">
                <a:solidFill>
                  <a:srgbClr val="9CDCFE"/>
                </a:solidFill>
                <a:effectLst/>
                <a:latin typeface="Consolas" panose="020B0609020204030204" pitchFamily="49" charset="0"/>
              </a:rPr>
              <a:t>Use</a:t>
            </a:r>
            <a:r>
              <a:rPr lang="en-US" b="0" dirty="0">
                <a:solidFill>
                  <a:srgbClr val="D4D4D4"/>
                </a:solidFill>
                <a:effectLst/>
                <a:latin typeface="Consolas" panose="020B0609020204030204" pitchFamily="49" charset="0"/>
              </a:rPr>
              <a:t> </a:t>
            </a:r>
            <a:r>
              <a:rPr lang="en-US" b="0" dirty="0">
                <a:solidFill>
                  <a:srgbClr val="C586C0"/>
                </a:solidFill>
                <a:effectLst/>
                <a:latin typeface="Consolas" panose="020B0609020204030204" pitchFamily="49" charset="0"/>
              </a:rPr>
              <a:t>case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for</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inventory</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checks</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B5CEA8"/>
                </a:solidFill>
                <a:effectLst/>
                <a:latin typeface="Consolas" panose="020B0609020204030204" pitchFamily="49" charset="0"/>
              </a:rPr>
              <a:t>4.</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Goal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How</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many</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customers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are</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in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each</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gender</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category</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customers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aggregate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$group:</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_id:</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"$gender"</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count:</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$sum:</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Explaination</a:t>
            </a:r>
            <a:r>
              <a:rPr lang="en-US" b="0" dirty="0">
                <a:solidFill>
                  <a:srgbClr val="D4D4D4"/>
                </a:solidFill>
                <a:effectLst/>
                <a:latin typeface="Consolas" panose="020B0609020204030204" pitchFamily="49" charset="0"/>
              </a:rPr>
              <a:t>:</a:t>
            </a:r>
          </a:p>
          <a:p>
            <a:pPr>
              <a:lnSpc>
                <a:spcPts val="1425"/>
              </a:lnSpc>
              <a:buNone/>
            </a:pPr>
            <a:r>
              <a:rPr lang="en-US" b="0" dirty="0">
                <a:solidFill>
                  <a:srgbClr val="9CDCFE"/>
                </a:solidFill>
                <a:effectLst/>
                <a:latin typeface="Consolas" panose="020B0609020204030204" pitchFamily="49" charset="0"/>
              </a:rPr>
              <a:t>$sum</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for</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summing</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numeric</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fields</a:t>
            </a:r>
            <a:endParaRPr lang="en-US" b="0" dirty="0">
              <a:solidFill>
                <a:srgbClr val="D4D4D4"/>
              </a:solidFill>
              <a:effectLst/>
              <a:latin typeface="Consolas" panose="020B0609020204030204" pitchFamily="49" charset="0"/>
            </a:endParaRPr>
          </a:p>
        </p:txBody>
      </p:sp>
    </p:spTree>
    <p:extLst>
      <p:ext uri="{BB962C8B-B14F-4D97-AF65-F5344CB8AC3E}">
        <p14:creationId xmlns:p14="http://schemas.microsoft.com/office/powerpoint/2010/main" val="20682790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7EBBE-70C4-1F8D-8A27-CED0ABFBD1C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59EBF35-996E-36BD-0B7D-C7CD8996BDE7}"/>
              </a:ext>
            </a:extLst>
          </p:cNvPr>
          <p:cNvSpPr txBox="1"/>
          <p:nvPr/>
        </p:nvSpPr>
        <p:spPr>
          <a:xfrm>
            <a:off x="195942" y="209005"/>
            <a:ext cx="699230" cy="369332"/>
          </a:xfrm>
          <a:prstGeom prst="rect">
            <a:avLst/>
          </a:prstGeom>
          <a:noFill/>
        </p:spPr>
        <p:txBody>
          <a:bodyPr wrap="none" rtlCol="0">
            <a:spAutoFit/>
          </a:bodyPr>
          <a:lstStyle/>
          <a:p>
            <a:r>
              <a:rPr lang="en-US" dirty="0">
                <a:solidFill>
                  <a:srgbClr val="FFFF00"/>
                </a:solidFill>
              </a:rPr>
              <a:t>$sort</a:t>
            </a:r>
          </a:p>
        </p:txBody>
      </p:sp>
      <p:sp>
        <p:nvSpPr>
          <p:cNvPr id="4" name="TextBox 3">
            <a:extLst>
              <a:ext uri="{FF2B5EF4-FFF2-40B4-BE49-F238E27FC236}">
                <a16:creationId xmlns:a16="http://schemas.microsoft.com/office/drawing/2014/main" id="{0E130A7A-6BD8-AD00-DDF5-1EBE6B03731D}"/>
              </a:ext>
            </a:extLst>
          </p:cNvPr>
          <p:cNvSpPr txBox="1"/>
          <p:nvPr/>
        </p:nvSpPr>
        <p:spPr>
          <a:xfrm>
            <a:off x="682387" y="720254"/>
            <a:ext cx="9054965" cy="5837495"/>
          </a:xfrm>
          <a:prstGeom prst="rect">
            <a:avLst/>
          </a:prstGeom>
          <a:noFill/>
        </p:spPr>
        <p:txBody>
          <a:bodyPr wrap="square">
            <a:spAutoFit/>
          </a:bodyPr>
          <a:lstStyle/>
          <a:p>
            <a:pPr>
              <a:lnSpc>
                <a:spcPts val="1425"/>
              </a:lnSpc>
              <a:buNone/>
            </a:pPr>
            <a:r>
              <a:rPr lang="en-US" sz="1200" b="0" dirty="0">
                <a:solidFill>
                  <a:srgbClr val="B5CEA8"/>
                </a:solidFill>
                <a:effectLst/>
                <a:latin typeface="Consolas" panose="020B0609020204030204" pitchFamily="49" charset="0"/>
              </a:rPr>
              <a:t>1.</a:t>
            </a:r>
            <a:r>
              <a:rPr lang="en-US" sz="1200" b="0" dirty="0">
                <a:solidFill>
                  <a:srgbClr val="D4D4D4"/>
                </a:solidFill>
                <a:effectLst/>
                <a:latin typeface="Consolas" panose="020B0609020204030204" pitchFamily="49" charset="0"/>
              </a:rPr>
              <a:t> </a:t>
            </a:r>
            <a:r>
              <a:rPr lang="en-US" sz="1200" b="0" dirty="0">
                <a:solidFill>
                  <a:srgbClr val="C8C8C8"/>
                </a:solidFill>
                <a:effectLst/>
                <a:latin typeface="Consolas" panose="020B0609020204030204" pitchFamily="49" charset="0"/>
              </a:rPr>
              <a:t>Goal</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Sort</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the</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products</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by</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price</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in</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ascending</a:t>
            </a:r>
            <a:r>
              <a:rPr lang="en-US" sz="1200" b="0" dirty="0">
                <a:solidFill>
                  <a:srgbClr val="D4D4D4"/>
                </a:solidFill>
                <a:effectLst/>
                <a:latin typeface="Consolas" panose="020B0609020204030204" pitchFamily="49" charset="0"/>
              </a:rPr>
              <a:t> </a:t>
            </a:r>
            <a:r>
              <a:rPr lang="en-US" sz="1200" b="0" dirty="0">
                <a:solidFill>
                  <a:srgbClr val="DCDCAA"/>
                </a:solidFill>
                <a:effectLst/>
                <a:latin typeface="Consolas" panose="020B0609020204030204" pitchFamily="49" charset="0"/>
              </a:rPr>
              <a:t>order</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from</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lowest</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to</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highest</a:t>
            </a:r>
            <a:r>
              <a:rPr lang="en-US" sz="1200" b="0" dirty="0">
                <a:solidFill>
                  <a:srgbClr val="D4D4D4"/>
                </a:solidFill>
                <a:effectLst/>
                <a:latin typeface="Consolas" panose="020B0609020204030204" pitchFamily="49" charset="0"/>
              </a:rPr>
              <a:t>).</a:t>
            </a:r>
          </a:p>
          <a:p>
            <a:pPr>
              <a:lnSpc>
                <a:spcPts val="1425"/>
              </a:lnSpc>
              <a:buNone/>
            </a:pPr>
            <a:r>
              <a:rPr lang="en-US" sz="1200" b="0" dirty="0" err="1">
                <a:solidFill>
                  <a:srgbClr val="9CDCFE"/>
                </a:solidFill>
                <a:effectLst/>
                <a:latin typeface="Consolas" panose="020B0609020204030204" pitchFamily="49" charset="0"/>
              </a:rPr>
              <a:t>db</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products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aggregate</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$sort:</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price:</a:t>
            </a:r>
            <a:r>
              <a:rPr lang="en-US" sz="1200" b="0" dirty="0">
                <a:solidFill>
                  <a:srgbClr val="D4D4D4"/>
                </a:solidFill>
                <a:effectLst/>
                <a:latin typeface="Consolas" panose="020B0609020204030204" pitchFamily="49" charset="0"/>
              </a:rPr>
              <a:t> </a:t>
            </a:r>
            <a:r>
              <a:rPr lang="en-US" sz="1200" b="0" dirty="0">
                <a:solidFill>
                  <a:srgbClr val="B5CEA8"/>
                </a:solidFill>
                <a:effectLst/>
                <a:latin typeface="Consolas" panose="020B0609020204030204" pitchFamily="49" charset="0"/>
              </a:rPr>
              <a:t>1</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a:t>
            </a: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C8C8C8"/>
                </a:solidFill>
                <a:effectLst/>
                <a:latin typeface="Consolas" panose="020B0609020204030204" pitchFamily="49" charset="0"/>
              </a:rPr>
              <a:t>Explanation</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B5CEA8"/>
                </a:solidFill>
                <a:effectLst/>
                <a:latin typeface="Consolas" panose="020B0609020204030204" pitchFamily="49" charset="0"/>
              </a:rPr>
              <a:t>1</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indicates</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ascending</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order</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D4D4D4"/>
                </a:solidFill>
                <a:effectLst/>
                <a:latin typeface="Consolas" panose="020B0609020204030204" pitchFamily="49" charset="0"/>
              </a:rPr>
              <a:t>-</a:t>
            </a:r>
            <a:r>
              <a:rPr lang="en-US" sz="1200" b="0" dirty="0">
                <a:solidFill>
                  <a:srgbClr val="B5CEA8"/>
                </a:solidFill>
                <a:effectLst/>
                <a:latin typeface="Consolas" panose="020B0609020204030204" pitchFamily="49" charset="0"/>
              </a:rPr>
              <a:t>1</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indicates</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descending</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order</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B5CEA8"/>
                </a:solidFill>
                <a:effectLst/>
                <a:latin typeface="Consolas" panose="020B0609020204030204" pitchFamily="49" charset="0"/>
              </a:rPr>
              <a:t>2.</a:t>
            </a:r>
            <a:r>
              <a:rPr lang="en-US" sz="1200" b="0" dirty="0">
                <a:solidFill>
                  <a:srgbClr val="D4D4D4"/>
                </a:solidFill>
                <a:effectLst/>
                <a:latin typeface="Consolas" panose="020B0609020204030204" pitchFamily="49" charset="0"/>
              </a:rPr>
              <a:t> </a:t>
            </a:r>
            <a:r>
              <a:rPr lang="en-US" sz="1200" b="0" dirty="0">
                <a:solidFill>
                  <a:srgbClr val="C8C8C8"/>
                </a:solidFill>
                <a:effectLst/>
                <a:latin typeface="Consolas" panose="020B0609020204030204" pitchFamily="49" charset="0"/>
              </a:rPr>
              <a:t>Goal</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Sort</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the</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customers</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by</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age</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in</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descending</a:t>
            </a:r>
            <a:r>
              <a:rPr lang="en-US" sz="1200" b="0" dirty="0">
                <a:solidFill>
                  <a:srgbClr val="D4D4D4"/>
                </a:solidFill>
                <a:effectLst/>
                <a:latin typeface="Consolas" panose="020B0609020204030204" pitchFamily="49" charset="0"/>
              </a:rPr>
              <a:t> </a:t>
            </a:r>
            <a:r>
              <a:rPr lang="en-US" sz="1200" b="0" dirty="0">
                <a:solidFill>
                  <a:srgbClr val="DCDCAA"/>
                </a:solidFill>
                <a:effectLst/>
                <a:latin typeface="Consolas" panose="020B0609020204030204" pitchFamily="49" charset="0"/>
              </a:rPr>
              <a:t>order</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from</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oldest</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to</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youngest</a:t>
            </a:r>
            <a:r>
              <a:rPr lang="en-US" sz="1200" b="0" dirty="0">
                <a:solidFill>
                  <a:srgbClr val="D4D4D4"/>
                </a:solidFill>
                <a:effectLst/>
                <a:latin typeface="Consolas" panose="020B0609020204030204" pitchFamily="49" charset="0"/>
              </a:rPr>
              <a:t>).</a:t>
            </a: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err="1">
                <a:solidFill>
                  <a:srgbClr val="9CDCFE"/>
                </a:solidFill>
                <a:effectLst/>
                <a:latin typeface="Consolas" panose="020B0609020204030204" pitchFamily="49" charset="0"/>
              </a:rPr>
              <a:t>db</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customers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aggregate</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$sort:</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age:</a:t>
            </a:r>
            <a:r>
              <a:rPr lang="en-US" sz="1200" b="0" dirty="0">
                <a:solidFill>
                  <a:srgbClr val="D4D4D4"/>
                </a:solidFill>
                <a:effectLst/>
                <a:latin typeface="Consolas" panose="020B0609020204030204" pitchFamily="49" charset="0"/>
              </a:rPr>
              <a:t> -</a:t>
            </a:r>
            <a:r>
              <a:rPr lang="en-US" sz="1200" b="0" dirty="0">
                <a:solidFill>
                  <a:srgbClr val="B5CEA8"/>
                </a:solidFill>
                <a:effectLst/>
                <a:latin typeface="Consolas" panose="020B0609020204030204" pitchFamily="49" charset="0"/>
              </a:rPr>
              <a:t>1</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B5CEA8"/>
                </a:solidFill>
                <a:effectLst/>
                <a:latin typeface="Consolas" panose="020B0609020204030204" pitchFamily="49" charset="0"/>
              </a:rPr>
              <a:t>3.</a:t>
            </a:r>
            <a:r>
              <a:rPr lang="en-US" sz="1200" b="0" dirty="0">
                <a:solidFill>
                  <a:srgbClr val="D4D4D4"/>
                </a:solidFill>
                <a:effectLst/>
                <a:latin typeface="Consolas" panose="020B0609020204030204" pitchFamily="49" charset="0"/>
              </a:rPr>
              <a:t> </a:t>
            </a:r>
            <a:r>
              <a:rPr lang="en-US" sz="1200" b="0" dirty="0">
                <a:solidFill>
                  <a:srgbClr val="C8C8C8"/>
                </a:solidFill>
                <a:effectLst/>
                <a:latin typeface="Consolas" panose="020B0609020204030204" pitchFamily="49" charset="0"/>
              </a:rPr>
              <a:t>Goal</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Sort</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the</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customers</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by</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age</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in</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descending</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order</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and</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for</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customers</a:t>
            </a:r>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with</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the</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same</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age</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sort</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them</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by</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name</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in</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ascending</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order</a:t>
            </a:r>
            <a:r>
              <a:rPr lang="en-US" sz="1200" b="0" dirty="0">
                <a:solidFill>
                  <a:srgbClr val="D4D4D4"/>
                </a:solidFill>
                <a:effectLst/>
                <a:latin typeface="Consolas" panose="020B0609020204030204" pitchFamily="49" charset="0"/>
              </a:rPr>
              <a:t>.</a:t>
            </a:r>
          </a:p>
          <a:p>
            <a:pPr>
              <a:lnSpc>
                <a:spcPts val="1425"/>
              </a:lnSpc>
              <a:buNone/>
            </a:pPr>
            <a:r>
              <a:rPr lang="en-US" sz="1200" b="0" dirty="0" err="1">
                <a:solidFill>
                  <a:srgbClr val="9CDCFE"/>
                </a:solidFill>
                <a:effectLst/>
                <a:latin typeface="Consolas" panose="020B0609020204030204" pitchFamily="49" charset="0"/>
              </a:rPr>
              <a:t>db</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customers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aggregate</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$sort:</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age:</a:t>
            </a:r>
            <a:r>
              <a:rPr lang="en-US" sz="1200" b="0" dirty="0">
                <a:solidFill>
                  <a:srgbClr val="D4D4D4"/>
                </a:solidFill>
                <a:effectLst/>
                <a:latin typeface="Consolas" panose="020B0609020204030204" pitchFamily="49" charset="0"/>
              </a:rPr>
              <a:t> -</a:t>
            </a:r>
            <a:r>
              <a:rPr lang="en-US" sz="1200" b="0" dirty="0">
                <a:solidFill>
                  <a:srgbClr val="B5CEA8"/>
                </a:solidFill>
                <a:effectLst/>
                <a:latin typeface="Consolas" panose="020B0609020204030204" pitchFamily="49" charset="0"/>
              </a:rPr>
              <a:t>1</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name:</a:t>
            </a:r>
            <a:r>
              <a:rPr lang="en-US" sz="1200" b="0" dirty="0">
                <a:solidFill>
                  <a:srgbClr val="D4D4D4"/>
                </a:solidFill>
                <a:effectLst/>
                <a:latin typeface="Consolas" panose="020B0609020204030204" pitchFamily="49" charset="0"/>
              </a:rPr>
              <a:t> </a:t>
            </a:r>
            <a:r>
              <a:rPr lang="en-US" sz="1200" b="0" dirty="0">
                <a:solidFill>
                  <a:srgbClr val="B5CEA8"/>
                </a:solidFill>
                <a:effectLst/>
                <a:latin typeface="Consolas" panose="020B0609020204030204" pitchFamily="49" charset="0"/>
              </a:rPr>
              <a:t>1</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29283656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870E5-B6FB-9DD3-C689-E251E8E71AF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CA13551-E6A8-B821-BC3D-85CD9A427BAF}"/>
              </a:ext>
            </a:extLst>
          </p:cNvPr>
          <p:cNvSpPr txBox="1"/>
          <p:nvPr/>
        </p:nvSpPr>
        <p:spPr>
          <a:xfrm>
            <a:off x="195942" y="209005"/>
            <a:ext cx="748923" cy="369332"/>
          </a:xfrm>
          <a:prstGeom prst="rect">
            <a:avLst/>
          </a:prstGeom>
          <a:noFill/>
        </p:spPr>
        <p:txBody>
          <a:bodyPr wrap="none" rtlCol="0">
            <a:spAutoFit/>
          </a:bodyPr>
          <a:lstStyle/>
          <a:p>
            <a:r>
              <a:rPr lang="en-US" dirty="0">
                <a:solidFill>
                  <a:srgbClr val="FFFF00"/>
                </a:solidFill>
              </a:rPr>
              <a:t>$limit</a:t>
            </a:r>
          </a:p>
        </p:txBody>
      </p:sp>
      <p:sp>
        <p:nvSpPr>
          <p:cNvPr id="4" name="TextBox 3">
            <a:extLst>
              <a:ext uri="{FF2B5EF4-FFF2-40B4-BE49-F238E27FC236}">
                <a16:creationId xmlns:a16="http://schemas.microsoft.com/office/drawing/2014/main" id="{D61F5110-6D75-8EA6-30C2-6A540905DB39}"/>
              </a:ext>
            </a:extLst>
          </p:cNvPr>
          <p:cNvSpPr txBox="1"/>
          <p:nvPr/>
        </p:nvSpPr>
        <p:spPr>
          <a:xfrm>
            <a:off x="391885" y="779557"/>
            <a:ext cx="9514115" cy="5298886"/>
          </a:xfrm>
          <a:prstGeom prst="rect">
            <a:avLst/>
          </a:prstGeom>
          <a:noFill/>
        </p:spPr>
        <p:txBody>
          <a:bodyPr wrap="square">
            <a:spAutoFit/>
          </a:bodyPr>
          <a:lstStyle/>
          <a:p>
            <a:pPr>
              <a:lnSpc>
                <a:spcPts val="1425"/>
              </a:lnSpc>
              <a:buNone/>
            </a:pPr>
            <a:r>
              <a:rPr lang="en-US" sz="1200" b="0" dirty="0">
                <a:solidFill>
                  <a:srgbClr val="B5CEA8"/>
                </a:solidFill>
                <a:effectLst/>
                <a:latin typeface="Consolas" panose="020B0609020204030204" pitchFamily="49" charset="0"/>
              </a:rPr>
              <a:t>1.</a:t>
            </a:r>
            <a:r>
              <a:rPr lang="en-US" sz="1200" b="0" dirty="0">
                <a:solidFill>
                  <a:srgbClr val="D4D4D4"/>
                </a:solidFill>
                <a:effectLst/>
                <a:latin typeface="Consolas" panose="020B0609020204030204" pitchFamily="49" charset="0"/>
              </a:rPr>
              <a:t> </a:t>
            </a:r>
            <a:r>
              <a:rPr lang="en-US" sz="1200" b="0" dirty="0">
                <a:solidFill>
                  <a:srgbClr val="C8C8C8"/>
                </a:solidFill>
                <a:effectLst/>
                <a:latin typeface="Consolas" panose="020B0609020204030204" pitchFamily="49" charset="0"/>
              </a:rPr>
              <a:t>Goal</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Limit</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the</a:t>
            </a: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esult</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to</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only</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the</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first</a:t>
            </a:r>
            <a:r>
              <a:rPr lang="en-US" sz="1200" b="0" dirty="0">
                <a:solidFill>
                  <a:srgbClr val="D4D4D4"/>
                </a:solidFill>
                <a:effectLst/>
                <a:latin typeface="Consolas" panose="020B0609020204030204" pitchFamily="49" charset="0"/>
              </a:rPr>
              <a:t> </a:t>
            </a:r>
            <a:r>
              <a:rPr lang="en-US" sz="1200" b="0" dirty="0">
                <a:solidFill>
                  <a:srgbClr val="B5CEA8"/>
                </a:solidFill>
                <a:effectLst/>
                <a:latin typeface="Consolas" panose="020B0609020204030204" pitchFamily="49" charset="0"/>
              </a:rPr>
              <a:t>5</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products</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in</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the</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products</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collections</a:t>
            </a:r>
            <a:r>
              <a:rPr lang="en-US" sz="1200" b="0" dirty="0">
                <a:solidFill>
                  <a:srgbClr val="D4D4D4"/>
                </a:solidFill>
                <a:effectLst/>
                <a:latin typeface="Consolas" panose="020B0609020204030204" pitchFamily="49" charset="0"/>
              </a:rPr>
              <a:t> </a:t>
            </a:r>
          </a:p>
          <a:p>
            <a:pPr>
              <a:lnSpc>
                <a:spcPts val="1425"/>
              </a:lnSpc>
              <a:buNone/>
            </a:pPr>
            <a:r>
              <a:rPr lang="en-US" sz="1200" b="0" dirty="0" err="1">
                <a:solidFill>
                  <a:srgbClr val="9CDCFE"/>
                </a:solidFill>
                <a:effectLst/>
                <a:latin typeface="Consolas" panose="020B0609020204030204" pitchFamily="49" charset="0"/>
              </a:rPr>
              <a:t>db</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products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aggregate</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$limit:</a:t>
            </a:r>
            <a:r>
              <a:rPr lang="en-US" sz="1200" b="0" dirty="0">
                <a:solidFill>
                  <a:srgbClr val="D4D4D4"/>
                </a:solidFill>
                <a:effectLst/>
                <a:latin typeface="Consolas" panose="020B0609020204030204" pitchFamily="49" charset="0"/>
              </a:rPr>
              <a:t> </a:t>
            </a:r>
            <a:r>
              <a:rPr lang="en-US" sz="1200" b="0" dirty="0">
                <a:solidFill>
                  <a:srgbClr val="B5CEA8"/>
                </a:solidFill>
                <a:effectLst/>
                <a:latin typeface="Consolas" panose="020B0609020204030204" pitchFamily="49" charset="0"/>
              </a:rPr>
              <a:t>5</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B5CEA8"/>
                </a:solidFill>
                <a:effectLst/>
                <a:latin typeface="Consolas" panose="020B0609020204030204" pitchFamily="49" charset="0"/>
              </a:rPr>
              <a:t>2.</a:t>
            </a:r>
            <a:r>
              <a:rPr lang="en-US" sz="1200" b="0" dirty="0">
                <a:solidFill>
                  <a:srgbClr val="D4D4D4"/>
                </a:solidFill>
                <a:effectLst/>
                <a:latin typeface="Consolas" panose="020B0609020204030204" pitchFamily="49" charset="0"/>
              </a:rPr>
              <a:t> </a:t>
            </a:r>
            <a:r>
              <a:rPr lang="en-US" sz="1200" b="0" dirty="0">
                <a:solidFill>
                  <a:srgbClr val="C8C8C8"/>
                </a:solidFill>
                <a:effectLst/>
                <a:latin typeface="Consolas" panose="020B0609020204030204" pitchFamily="49" charset="0"/>
              </a:rPr>
              <a:t>Goal</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Limit</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the</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result</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to</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the</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first</a:t>
            </a:r>
            <a:r>
              <a:rPr lang="en-US" sz="1200" b="0" dirty="0">
                <a:solidFill>
                  <a:srgbClr val="D4D4D4"/>
                </a:solidFill>
                <a:effectLst/>
                <a:latin typeface="Consolas" panose="020B0609020204030204" pitchFamily="49" charset="0"/>
              </a:rPr>
              <a:t> </a:t>
            </a:r>
            <a:r>
              <a:rPr lang="en-US" sz="1200" b="0" dirty="0">
                <a:solidFill>
                  <a:srgbClr val="B5CEA8"/>
                </a:solidFill>
                <a:effectLst/>
                <a:latin typeface="Consolas" panose="020B0609020204030204" pitchFamily="49" charset="0"/>
              </a:rPr>
              <a:t>3</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orders</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for</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a</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customer</a:t>
            </a:r>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with</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a</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specific</a:t>
            </a: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customerId</a:t>
            </a:r>
            <a:r>
              <a:rPr lang="en-US" sz="1200" b="0" dirty="0">
                <a:solidFill>
                  <a:srgbClr val="D4D4D4"/>
                </a:solidFill>
                <a:effectLst/>
                <a:latin typeface="Consolas" panose="020B0609020204030204" pitchFamily="49" charset="0"/>
              </a:rPr>
              <a:t>.</a:t>
            </a:r>
          </a:p>
          <a:p>
            <a:pPr>
              <a:lnSpc>
                <a:spcPts val="1425"/>
              </a:lnSpc>
              <a:buNone/>
            </a:pPr>
            <a:r>
              <a:rPr lang="en-US" sz="1200" b="0" dirty="0" err="1">
                <a:solidFill>
                  <a:srgbClr val="9CDCFE"/>
                </a:solidFill>
                <a:effectLst/>
                <a:latin typeface="Consolas" panose="020B0609020204030204" pitchFamily="49" charset="0"/>
              </a:rPr>
              <a:t>db</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orders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aggregate</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$match:</a:t>
            </a:r>
            <a:r>
              <a:rPr lang="en-US" sz="1200" b="0" dirty="0">
                <a:solidFill>
                  <a:srgbClr val="D4D4D4"/>
                </a:solidFill>
                <a:effectLst/>
                <a:latin typeface="Consolas" panose="020B0609020204030204" pitchFamily="49" charset="0"/>
              </a:rPr>
              <a:t> { </a:t>
            </a:r>
            <a:r>
              <a:rPr lang="en-US" sz="1200" b="0" dirty="0" err="1">
                <a:solidFill>
                  <a:srgbClr val="9CDCFE"/>
                </a:solidFill>
                <a:effectLst/>
                <a:latin typeface="Consolas" panose="020B0609020204030204" pitchFamily="49" charset="0"/>
              </a:rPr>
              <a:t>customerId</a:t>
            </a:r>
            <a:r>
              <a:rPr lang="en-US" sz="1200" b="0" dirty="0">
                <a:solidFill>
                  <a:srgbClr val="9CDCFE"/>
                </a:solidFill>
                <a:effectLst/>
                <a:latin typeface="Consolas" panose="020B0609020204030204" pitchFamily="49" charset="0"/>
              </a:rPr>
              <a:t>:</a:t>
            </a:r>
            <a:r>
              <a:rPr lang="en-US" sz="1200" b="0" dirty="0">
                <a:solidFill>
                  <a:srgbClr val="D4D4D4"/>
                </a:solidFill>
                <a:effectLst/>
                <a:latin typeface="Consolas" panose="020B0609020204030204" pitchFamily="49" charset="0"/>
              </a:rPr>
              <a:t> </a:t>
            </a:r>
            <a:r>
              <a:rPr lang="en-US" sz="1200" b="0" dirty="0" err="1">
                <a:solidFill>
                  <a:srgbClr val="DCDCAA"/>
                </a:solidFill>
                <a:effectLst/>
                <a:latin typeface="Consolas" panose="020B0609020204030204" pitchFamily="49" charset="0"/>
              </a:rPr>
              <a:t>ObjectId</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"6803bdd49ba84be395582703"</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$limit:</a:t>
            </a:r>
            <a:r>
              <a:rPr lang="en-US" sz="1200" b="0" dirty="0">
                <a:solidFill>
                  <a:srgbClr val="D4D4D4"/>
                </a:solidFill>
                <a:effectLst/>
                <a:latin typeface="Consolas" panose="020B0609020204030204" pitchFamily="49" charset="0"/>
              </a:rPr>
              <a:t> </a:t>
            </a:r>
            <a:r>
              <a:rPr lang="en-US" sz="1200" b="0" dirty="0">
                <a:solidFill>
                  <a:srgbClr val="B5CEA8"/>
                </a:solidFill>
                <a:effectLst/>
                <a:latin typeface="Consolas" panose="020B0609020204030204" pitchFamily="49" charset="0"/>
              </a:rPr>
              <a:t>3</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B5CEA8"/>
                </a:solidFill>
                <a:effectLst/>
                <a:latin typeface="Consolas" panose="020B0609020204030204" pitchFamily="49" charset="0"/>
              </a:rPr>
              <a:t>3.</a:t>
            </a:r>
            <a:r>
              <a:rPr lang="en-US" sz="1200" b="0" dirty="0">
                <a:solidFill>
                  <a:srgbClr val="D4D4D4"/>
                </a:solidFill>
                <a:effectLst/>
                <a:latin typeface="Consolas" panose="020B0609020204030204" pitchFamily="49" charset="0"/>
              </a:rPr>
              <a:t> </a:t>
            </a:r>
            <a:r>
              <a:rPr lang="en-US" sz="1200" b="0" dirty="0">
                <a:solidFill>
                  <a:srgbClr val="C8C8C8"/>
                </a:solidFill>
                <a:effectLst/>
                <a:latin typeface="Consolas" panose="020B0609020204030204" pitchFamily="49" charset="0"/>
              </a:rPr>
              <a:t>Goal</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Limit</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the</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result</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to</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the</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first</a:t>
            </a:r>
            <a:r>
              <a:rPr lang="en-US" sz="1200" b="0" dirty="0">
                <a:solidFill>
                  <a:srgbClr val="D4D4D4"/>
                </a:solidFill>
                <a:effectLst/>
                <a:latin typeface="Consolas" panose="020B0609020204030204" pitchFamily="49" charset="0"/>
              </a:rPr>
              <a:t> </a:t>
            </a:r>
            <a:r>
              <a:rPr lang="en-US" sz="1200" b="0" dirty="0">
                <a:solidFill>
                  <a:srgbClr val="B5CEA8"/>
                </a:solidFill>
                <a:effectLst/>
                <a:latin typeface="Consolas" panose="020B0609020204030204" pitchFamily="49" charset="0"/>
              </a:rPr>
              <a:t>10</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customers</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who</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registered</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most</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recently</a:t>
            </a:r>
            <a:r>
              <a:rPr lang="en-US" sz="1200" b="0" dirty="0">
                <a:solidFill>
                  <a:srgbClr val="D4D4D4"/>
                </a:solidFill>
                <a:effectLst/>
                <a:latin typeface="Consolas" panose="020B0609020204030204" pitchFamily="49" charset="0"/>
              </a:rPr>
              <a:t>.</a:t>
            </a:r>
          </a:p>
          <a:p>
            <a:pPr>
              <a:lnSpc>
                <a:spcPts val="1425"/>
              </a:lnSpc>
              <a:buNone/>
            </a:pPr>
            <a:r>
              <a:rPr lang="en-US" sz="1200" b="0" dirty="0" err="1">
                <a:solidFill>
                  <a:srgbClr val="9CDCFE"/>
                </a:solidFill>
                <a:effectLst/>
                <a:latin typeface="Consolas" panose="020B0609020204030204" pitchFamily="49" charset="0"/>
              </a:rPr>
              <a:t>db</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customers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aggregate</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$sort:</a:t>
            </a:r>
            <a:r>
              <a:rPr lang="en-US" sz="1200" b="0" dirty="0">
                <a:solidFill>
                  <a:srgbClr val="D4D4D4"/>
                </a:solidFill>
                <a:effectLst/>
                <a:latin typeface="Consolas" panose="020B0609020204030204" pitchFamily="49" charset="0"/>
              </a:rPr>
              <a:t> { </a:t>
            </a:r>
            <a:r>
              <a:rPr lang="en-US" sz="1200" b="0" dirty="0" err="1">
                <a:solidFill>
                  <a:srgbClr val="9CDCFE"/>
                </a:solidFill>
                <a:effectLst/>
                <a:latin typeface="Consolas" panose="020B0609020204030204" pitchFamily="49" charset="0"/>
              </a:rPr>
              <a:t>registeredAt</a:t>
            </a:r>
            <a:r>
              <a:rPr lang="en-US" sz="1200" b="0" dirty="0">
                <a:solidFill>
                  <a:srgbClr val="9CDCFE"/>
                </a:solidFill>
                <a:effectLst/>
                <a:latin typeface="Consolas" panose="020B0609020204030204" pitchFamily="49" charset="0"/>
              </a:rPr>
              <a:t>:</a:t>
            </a:r>
            <a:r>
              <a:rPr lang="en-US" sz="1200" b="0" dirty="0">
                <a:solidFill>
                  <a:srgbClr val="D4D4D4"/>
                </a:solidFill>
                <a:effectLst/>
                <a:latin typeface="Consolas" panose="020B0609020204030204" pitchFamily="49" charset="0"/>
              </a:rPr>
              <a:t> -</a:t>
            </a:r>
            <a:r>
              <a:rPr lang="en-US" sz="1200" b="0" dirty="0">
                <a:solidFill>
                  <a:srgbClr val="B5CEA8"/>
                </a:solidFill>
                <a:effectLst/>
                <a:latin typeface="Consolas" panose="020B0609020204030204" pitchFamily="49" charset="0"/>
              </a:rPr>
              <a:t>1</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$limit:</a:t>
            </a:r>
            <a:r>
              <a:rPr lang="en-US" sz="1200" b="0" dirty="0">
                <a:solidFill>
                  <a:srgbClr val="D4D4D4"/>
                </a:solidFill>
                <a:effectLst/>
                <a:latin typeface="Consolas" panose="020B0609020204030204" pitchFamily="49" charset="0"/>
              </a:rPr>
              <a:t> </a:t>
            </a:r>
            <a:r>
              <a:rPr lang="en-US" sz="1200" b="0" dirty="0">
                <a:solidFill>
                  <a:srgbClr val="B5CEA8"/>
                </a:solidFill>
                <a:effectLst/>
                <a:latin typeface="Consolas" panose="020B0609020204030204" pitchFamily="49" charset="0"/>
              </a:rPr>
              <a:t>10</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B5CEA8"/>
                </a:solidFill>
                <a:effectLst/>
                <a:latin typeface="Consolas" panose="020B0609020204030204" pitchFamily="49" charset="0"/>
              </a:rPr>
              <a:t>4.</a:t>
            </a:r>
            <a:r>
              <a:rPr lang="en-US" sz="1200" b="0" dirty="0">
                <a:solidFill>
                  <a:srgbClr val="D4D4D4"/>
                </a:solidFill>
                <a:effectLst/>
                <a:latin typeface="Consolas" panose="020B0609020204030204" pitchFamily="49" charset="0"/>
              </a:rPr>
              <a:t> </a:t>
            </a:r>
            <a:r>
              <a:rPr lang="en-US" sz="1200" b="0" dirty="0">
                <a:solidFill>
                  <a:srgbClr val="C8C8C8"/>
                </a:solidFill>
                <a:effectLst/>
                <a:latin typeface="Consolas" panose="020B0609020204030204" pitchFamily="49" charset="0"/>
              </a:rPr>
              <a:t>Goal</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find</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top</a:t>
            </a:r>
            <a:r>
              <a:rPr lang="en-US" sz="1200" b="0" dirty="0">
                <a:solidFill>
                  <a:srgbClr val="D4D4D4"/>
                </a:solidFill>
                <a:effectLst/>
                <a:latin typeface="Consolas" panose="020B0609020204030204" pitchFamily="49" charset="0"/>
              </a:rPr>
              <a:t> </a:t>
            </a:r>
            <a:r>
              <a:rPr lang="en-US" sz="1200" b="0" dirty="0">
                <a:solidFill>
                  <a:srgbClr val="B5CEA8"/>
                </a:solidFill>
                <a:effectLst/>
                <a:latin typeface="Consolas" panose="020B0609020204030204" pitchFamily="49" charset="0"/>
              </a:rPr>
              <a:t>5</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most</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expensive</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products</a:t>
            </a:r>
            <a:endParaRPr lang="en-US" sz="1200" b="0" dirty="0">
              <a:solidFill>
                <a:srgbClr val="D4D4D4"/>
              </a:solidFill>
              <a:effectLst/>
              <a:latin typeface="Consolas" panose="020B0609020204030204" pitchFamily="49" charset="0"/>
            </a:endParaRPr>
          </a:p>
          <a:p>
            <a:pPr>
              <a:lnSpc>
                <a:spcPts val="1425"/>
              </a:lnSpc>
              <a:buNone/>
            </a:pPr>
            <a:r>
              <a:rPr lang="en-US" sz="1200" b="0" dirty="0" err="1">
                <a:solidFill>
                  <a:srgbClr val="9CDCFE"/>
                </a:solidFill>
                <a:effectLst/>
                <a:latin typeface="Consolas" panose="020B0609020204030204" pitchFamily="49" charset="0"/>
              </a:rPr>
              <a:t>db</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products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aggregate</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 </a:t>
            </a:r>
            <a:r>
              <a:rPr lang="en-US" sz="1200" b="0" dirty="0">
                <a:solidFill>
                  <a:srgbClr val="9CDCFE"/>
                </a:solidFill>
                <a:effectLst/>
                <a:latin typeface="Consolas" panose="020B0609020204030204" pitchFamily="49" charset="0"/>
              </a:rPr>
              <a:t>$sort:</a:t>
            </a:r>
            <a:r>
              <a:rPr lang="en-US" sz="1200" b="0" dirty="0">
                <a:solidFill>
                  <a:srgbClr val="D4D4D4"/>
                </a:solidFill>
                <a:effectLst/>
                <a:latin typeface="Consolas" panose="020B0609020204030204" pitchFamily="49" charset="0"/>
              </a:rPr>
              <a:t> { </a:t>
            </a:r>
            <a:r>
              <a:rPr lang="en-US" sz="1200" b="0" dirty="0">
                <a:solidFill>
                  <a:srgbClr val="9CDCFE"/>
                </a:solidFill>
                <a:effectLst/>
                <a:latin typeface="Consolas" panose="020B0609020204030204" pitchFamily="49" charset="0"/>
              </a:rPr>
              <a:t>price:</a:t>
            </a:r>
            <a:r>
              <a:rPr lang="en-US" sz="1200" b="0" dirty="0">
                <a:solidFill>
                  <a:srgbClr val="D4D4D4"/>
                </a:solidFill>
                <a:effectLst/>
                <a:latin typeface="Consolas" panose="020B0609020204030204" pitchFamily="49" charset="0"/>
              </a:rPr>
              <a:t> -</a:t>
            </a:r>
            <a:r>
              <a:rPr lang="en-US" sz="1200" b="0" dirty="0">
                <a:solidFill>
                  <a:srgbClr val="B5CEA8"/>
                </a:solidFill>
                <a:effectLst/>
                <a:latin typeface="Consolas" panose="020B0609020204030204" pitchFamily="49" charset="0"/>
              </a:rPr>
              <a:t>1</a:t>
            </a:r>
            <a:r>
              <a:rPr lang="en-US" sz="1200" b="0" dirty="0">
                <a:solidFill>
                  <a:srgbClr val="D4D4D4"/>
                </a:solidFill>
                <a:effectLst/>
                <a:latin typeface="Consolas" panose="020B0609020204030204" pitchFamily="49" charset="0"/>
              </a:rPr>
              <a:t> } },</a:t>
            </a:r>
          </a:p>
          <a:p>
            <a:pPr>
              <a:lnSpc>
                <a:spcPts val="1425"/>
              </a:lnSpc>
              <a:buNone/>
            </a:pPr>
            <a:r>
              <a:rPr lang="en-US" sz="1200" b="0" dirty="0">
                <a:solidFill>
                  <a:srgbClr val="D4D4D4"/>
                </a:solidFill>
                <a:effectLst/>
                <a:latin typeface="Consolas" panose="020B0609020204030204" pitchFamily="49" charset="0"/>
              </a:rPr>
              <a:t>  { </a:t>
            </a:r>
            <a:r>
              <a:rPr lang="en-US" sz="1200" b="0" dirty="0">
                <a:solidFill>
                  <a:srgbClr val="9CDCFE"/>
                </a:solidFill>
                <a:effectLst/>
                <a:latin typeface="Consolas" panose="020B0609020204030204" pitchFamily="49" charset="0"/>
              </a:rPr>
              <a:t>$limit:</a:t>
            </a:r>
            <a:r>
              <a:rPr lang="en-US" sz="1200" b="0" dirty="0">
                <a:solidFill>
                  <a:srgbClr val="D4D4D4"/>
                </a:solidFill>
                <a:effectLst/>
                <a:latin typeface="Consolas" panose="020B0609020204030204" pitchFamily="49" charset="0"/>
              </a:rPr>
              <a:t> </a:t>
            </a:r>
            <a:r>
              <a:rPr lang="en-US" sz="1200" b="0" dirty="0">
                <a:solidFill>
                  <a:srgbClr val="B5CEA8"/>
                </a:solidFill>
                <a:effectLst/>
                <a:latin typeface="Consolas" panose="020B0609020204030204" pitchFamily="49" charset="0"/>
              </a:rPr>
              <a:t>5</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23642115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DA10F-2D85-0FDB-FDC3-AC4C4EFA201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0BECCB7-445E-D6A1-3E71-F17C462B0419}"/>
              </a:ext>
            </a:extLst>
          </p:cNvPr>
          <p:cNvSpPr txBox="1"/>
          <p:nvPr/>
        </p:nvSpPr>
        <p:spPr>
          <a:xfrm>
            <a:off x="195942" y="209005"/>
            <a:ext cx="1039515" cy="369332"/>
          </a:xfrm>
          <a:prstGeom prst="rect">
            <a:avLst/>
          </a:prstGeom>
          <a:noFill/>
        </p:spPr>
        <p:txBody>
          <a:bodyPr wrap="none" rtlCol="0">
            <a:spAutoFit/>
          </a:bodyPr>
          <a:lstStyle/>
          <a:p>
            <a:r>
              <a:rPr lang="en-US" dirty="0">
                <a:solidFill>
                  <a:srgbClr val="FFFF00"/>
                </a:solidFill>
              </a:rPr>
              <a:t>$unwind</a:t>
            </a:r>
          </a:p>
        </p:txBody>
      </p:sp>
      <p:sp>
        <p:nvSpPr>
          <p:cNvPr id="4" name="TextBox 3">
            <a:extLst>
              <a:ext uri="{FF2B5EF4-FFF2-40B4-BE49-F238E27FC236}">
                <a16:creationId xmlns:a16="http://schemas.microsoft.com/office/drawing/2014/main" id="{8A528D5F-9B99-E81D-27C8-2BA58907FC44}"/>
              </a:ext>
            </a:extLst>
          </p:cNvPr>
          <p:cNvSpPr txBox="1"/>
          <p:nvPr/>
        </p:nvSpPr>
        <p:spPr>
          <a:xfrm>
            <a:off x="195942" y="859747"/>
            <a:ext cx="9905999" cy="6017032"/>
          </a:xfrm>
          <a:prstGeom prst="rect">
            <a:avLst/>
          </a:prstGeom>
          <a:noFill/>
        </p:spPr>
        <p:txBody>
          <a:bodyPr wrap="square">
            <a:spAutoFit/>
          </a:bodyPr>
          <a:lstStyle/>
          <a:p>
            <a:pPr>
              <a:lnSpc>
                <a:spcPts val="1425"/>
              </a:lnSpc>
              <a:buNone/>
            </a:pPr>
            <a:r>
              <a:rPr lang="en-US" sz="1200" b="0" dirty="0">
                <a:solidFill>
                  <a:srgbClr val="9CDCFE"/>
                </a:solidFill>
                <a:effectLst/>
                <a:latin typeface="Consolas" panose="020B0609020204030204" pitchFamily="49" charset="0"/>
              </a:rPr>
              <a:t>When</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to</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use</a:t>
            </a:r>
            <a:r>
              <a:rPr lang="en-US" sz="1200" b="0" dirty="0">
                <a:solidFill>
                  <a:srgbClr val="D4D4D4"/>
                </a:solidFill>
                <a:effectLst/>
                <a:latin typeface="Consolas" panose="020B0609020204030204" pitchFamily="49" charset="0"/>
              </a:rPr>
              <a:t> ?      </a:t>
            </a:r>
            <a:r>
              <a:rPr lang="en-US" sz="1200" b="0" dirty="0">
                <a:solidFill>
                  <a:srgbClr val="9CDCFE"/>
                </a:solidFill>
                <a:effectLst/>
                <a:latin typeface="Consolas" panose="020B0609020204030204" pitchFamily="49" charset="0"/>
              </a:rPr>
              <a:t>Used</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to</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deconstruct</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an</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array</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field</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so</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each</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item</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in</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the</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array</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becomes</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its</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own</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document</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in</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the</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aggregation</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pipeline</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B5CEA8"/>
                </a:solidFill>
                <a:effectLst/>
                <a:latin typeface="Consolas" panose="020B0609020204030204" pitchFamily="49" charset="0"/>
              </a:rPr>
              <a:t>1.</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Goal</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Turn</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each</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review</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inside</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the</a:t>
            </a: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products</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reviews</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array</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into</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its</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own</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document</a:t>
            </a:r>
            <a:r>
              <a:rPr lang="en-US" sz="1200" b="0" dirty="0">
                <a:solidFill>
                  <a:srgbClr val="D4D4D4"/>
                </a:solidFill>
                <a:effectLst/>
                <a:latin typeface="Consolas" panose="020B0609020204030204" pitchFamily="49" charset="0"/>
              </a:rPr>
              <a:t>.</a:t>
            </a:r>
          </a:p>
          <a:p>
            <a:pPr>
              <a:lnSpc>
                <a:spcPts val="1425"/>
              </a:lnSpc>
              <a:buNone/>
            </a:pPr>
            <a:r>
              <a:rPr lang="en-US" sz="1200" b="0" dirty="0" err="1">
                <a:solidFill>
                  <a:srgbClr val="9CDCFE"/>
                </a:solidFill>
                <a:effectLst/>
                <a:latin typeface="Consolas" panose="020B0609020204030204" pitchFamily="49" charset="0"/>
              </a:rPr>
              <a:t>db</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products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aggregate</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 </a:t>
            </a:r>
            <a:r>
              <a:rPr lang="en-US" sz="1200" b="0" dirty="0">
                <a:solidFill>
                  <a:srgbClr val="9CDCFE"/>
                </a:solidFill>
                <a:effectLst/>
                <a:latin typeface="Consolas" panose="020B0609020204030204" pitchFamily="49" charset="0"/>
              </a:rPr>
              <a:t>$unwind:</a:t>
            </a:r>
            <a:r>
              <a:rPr lang="en-US" sz="1200" b="0" dirty="0">
                <a:solidFill>
                  <a:srgbClr val="D4D4D4"/>
                </a:solidFill>
                <a:effectLst/>
                <a:latin typeface="Consolas" panose="020B0609020204030204" pitchFamily="49" charset="0"/>
              </a:rPr>
              <a:t> </a:t>
            </a:r>
            <a:r>
              <a:rPr lang="en-US" sz="1200" b="0" dirty="0">
                <a:solidFill>
                  <a:srgbClr val="CE9178"/>
                </a:solidFill>
                <a:effectLst/>
                <a:latin typeface="Consolas" panose="020B0609020204030204" pitchFamily="49" charset="0"/>
              </a:rPr>
              <a:t>"$reviews"</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C8C8C8"/>
                </a:solidFill>
                <a:effectLst/>
                <a:latin typeface="Consolas" panose="020B0609020204030204" pitchFamily="49" charset="0"/>
              </a:rPr>
              <a:t>Explanation</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9CDCFE"/>
                </a:solidFill>
                <a:effectLst/>
                <a:latin typeface="Consolas" panose="020B0609020204030204" pitchFamily="49" charset="0"/>
              </a:rPr>
              <a:t>Deconstructs</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the</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reviews</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array</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9CDCFE"/>
                </a:solidFill>
                <a:effectLst/>
                <a:latin typeface="Consolas" panose="020B0609020204030204" pitchFamily="49" charset="0"/>
              </a:rPr>
              <a:t>Each</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product</a:t>
            </a:r>
            <a:r>
              <a:rPr lang="en-US" sz="1200" b="0" dirty="0">
                <a:solidFill>
                  <a:srgbClr val="D4D4D4"/>
                </a:solidFill>
                <a:effectLst/>
                <a:latin typeface="Consolas" panose="020B0609020204030204" pitchFamily="49" charset="0"/>
              </a:rPr>
              <a:t>-</a:t>
            </a:r>
            <a:r>
              <a:rPr lang="en-US" sz="1200" b="0" dirty="0">
                <a:solidFill>
                  <a:srgbClr val="9CDCFE"/>
                </a:solidFill>
                <a:effectLst/>
                <a:latin typeface="Consolas" panose="020B0609020204030204" pitchFamily="49" charset="0"/>
              </a:rPr>
              <a:t>review</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pair</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becomes</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a</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separate</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document</a:t>
            </a:r>
            <a:endParaRPr lang="en-US" sz="1200" b="0" dirty="0">
              <a:solidFill>
                <a:srgbClr val="D4D4D4"/>
              </a:solidFill>
              <a:effectLst/>
              <a:latin typeface="Consolas" panose="020B0609020204030204" pitchFamily="49" charset="0"/>
            </a:endParaRPr>
          </a:p>
          <a:p>
            <a:pPr>
              <a:lnSpc>
                <a:spcPts val="1425"/>
              </a:lnSpc>
              <a:buNone/>
            </a:pP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B5CEA8"/>
                </a:solidFill>
                <a:effectLst/>
                <a:latin typeface="Consolas" panose="020B0609020204030204" pitchFamily="49" charset="0"/>
              </a:rPr>
              <a:t>2.</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Show</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the</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name</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of</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the</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products</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which</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are</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reviewed</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by</a:t>
            </a:r>
            <a:r>
              <a:rPr lang="en-US" sz="1200" b="0" dirty="0">
                <a:solidFill>
                  <a:srgbClr val="D4D4D4"/>
                </a:solidFill>
                <a:effectLst/>
                <a:latin typeface="Consolas" panose="020B0609020204030204" pitchFamily="49" charset="0"/>
              </a:rPr>
              <a:t> </a:t>
            </a:r>
            <a:r>
              <a:rPr lang="en-US" sz="1200" b="0" dirty="0">
                <a:solidFill>
                  <a:srgbClr val="CE9178"/>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vikram</a:t>
            </a:r>
            <a:r>
              <a:rPr lang="en-US" sz="1200" b="0" dirty="0">
                <a:solidFill>
                  <a:srgbClr val="CE9178"/>
                </a:solidFill>
                <a:effectLst/>
                <a:latin typeface="Consolas" panose="020B0609020204030204" pitchFamily="49" charset="0"/>
              </a:rPr>
              <a:t>"</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user</a:t>
            </a:r>
            <a:r>
              <a:rPr lang="en-US" sz="1200" b="0" dirty="0">
                <a:solidFill>
                  <a:srgbClr val="D4D4D4"/>
                </a:solidFill>
                <a:effectLst/>
                <a:latin typeface="Consolas" panose="020B0609020204030204" pitchFamily="49" charset="0"/>
              </a:rPr>
              <a:t>.</a:t>
            </a:r>
          </a:p>
          <a:p>
            <a:pPr>
              <a:lnSpc>
                <a:spcPts val="1425"/>
              </a:lnSpc>
              <a:buNone/>
            </a:pPr>
            <a:r>
              <a:rPr lang="en-US" sz="1200" b="0" dirty="0" err="1">
                <a:solidFill>
                  <a:srgbClr val="9CDCFE"/>
                </a:solidFill>
                <a:effectLst/>
                <a:latin typeface="Consolas" panose="020B0609020204030204" pitchFamily="49" charset="0"/>
              </a:rPr>
              <a:t>db</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products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aggregate</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$unwind:</a:t>
            </a:r>
            <a:r>
              <a:rPr lang="en-US" sz="1200" b="0" dirty="0">
                <a:solidFill>
                  <a:srgbClr val="CE9178"/>
                </a:solidFill>
                <a:effectLst/>
                <a:latin typeface="Consolas" panose="020B0609020204030204" pitchFamily="49" charset="0"/>
              </a:rPr>
              <a:t>"$reviews"</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$match:</a:t>
            </a:r>
            <a:r>
              <a:rPr lang="en-US" sz="1200" b="0" dirty="0">
                <a:solidFill>
                  <a:srgbClr val="D4D4D4"/>
                </a:solidFill>
                <a:effectLst/>
                <a:latin typeface="Consolas" panose="020B0609020204030204" pitchFamily="49" charset="0"/>
              </a:rPr>
              <a:t> {</a:t>
            </a:r>
            <a:r>
              <a:rPr lang="en-US" sz="1200" b="0" dirty="0">
                <a:solidFill>
                  <a:srgbClr val="CE9178"/>
                </a:solidFill>
                <a:effectLst/>
                <a:latin typeface="Consolas" panose="020B0609020204030204" pitchFamily="49" charset="0"/>
              </a:rPr>
              <a:t>"reviews.user"</a:t>
            </a:r>
            <a:r>
              <a:rPr lang="en-US" sz="1200" b="0" dirty="0">
                <a:solidFill>
                  <a:srgbClr val="9CDCFE"/>
                </a:solidFill>
                <a:effectLst/>
                <a:latin typeface="Consolas" panose="020B0609020204030204" pitchFamily="49" charset="0"/>
              </a:rPr>
              <a:t>:</a:t>
            </a:r>
            <a:r>
              <a:rPr lang="en-US" sz="1200" b="0" dirty="0">
                <a:solidFill>
                  <a:srgbClr val="CE9178"/>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vikram</a:t>
            </a:r>
            <a:r>
              <a:rPr lang="en-US" sz="1200" b="0" dirty="0">
                <a:solidFill>
                  <a:srgbClr val="CE9178"/>
                </a:solidFill>
                <a:effectLst/>
                <a:latin typeface="Consolas" panose="020B0609020204030204" pitchFamily="49" charset="0"/>
              </a:rPr>
              <a:t>"</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$project:</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"name"</a:t>
            </a:r>
            <a:r>
              <a:rPr lang="en-US" sz="1200" b="0" dirty="0">
                <a:solidFill>
                  <a:srgbClr val="9CDCFE"/>
                </a:solidFill>
                <a:effectLst/>
                <a:latin typeface="Consolas" panose="020B0609020204030204" pitchFamily="49" charset="0"/>
              </a:rPr>
              <a:t>:</a:t>
            </a:r>
            <a:r>
              <a:rPr lang="en-US" sz="1200" b="0" dirty="0">
                <a:solidFill>
                  <a:srgbClr val="B5CEA8"/>
                </a:solidFill>
                <a:effectLst/>
                <a:latin typeface="Consolas" panose="020B0609020204030204" pitchFamily="49" charset="0"/>
              </a:rPr>
              <a:t>1</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a:t>
            </a:r>
          </a:p>
          <a:p>
            <a:pPr>
              <a:lnSpc>
                <a:spcPts val="1425"/>
              </a:lnSpc>
              <a:buNone/>
            </a:pP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B5CEA8"/>
                </a:solidFill>
                <a:effectLst/>
                <a:latin typeface="Consolas" panose="020B0609020204030204" pitchFamily="49" charset="0"/>
              </a:rPr>
              <a:t>3.</a:t>
            </a:r>
            <a:r>
              <a:rPr lang="en-US" sz="1200" b="0" dirty="0">
                <a:solidFill>
                  <a:srgbClr val="D4D4D4"/>
                </a:solidFill>
                <a:effectLst/>
                <a:latin typeface="Consolas" panose="020B0609020204030204" pitchFamily="49" charset="0"/>
              </a:rPr>
              <a:t> </a:t>
            </a:r>
            <a:r>
              <a:rPr lang="en-US" sz="1200" b="0" dirty="0">
                <a:solidFill>
                  <a:srgbClr val="C8C8C8"/>
                </a:solidFill>
                <a:effectLst/>
                <a:latin typeface="Consolas" panose="020B0609020204030204" pitchFamily="49" charset="0"/>
              </a:rPr>
              <a:t>Goal</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See</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how</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many</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reviews</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exist</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for</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each</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rating</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value</a:t>
            </a:r>
            <a:r>
              <a:rPr lang="en-US" sz="1200" b="0" dirty="0">
                <a:solidFill>
                  <a:srgbClr val="D4D4D4"/>
                </a:solidFill>
                <a:effectLst/>
                <a:latin typeface="Consolas" panose="020B0609020204030204" pitchFamily="49" charset="0"/>
              </a:rPr>
              <a:t>.</a:t>
            </a:r>
          </a:p>
          <a:p>
            <a:pPr>
              <a:lnSpc>
                <a:spcPts val="1425"/>
              </a:lnSpc>
              <a:buNone/>
            </a:pPr>
            <a:r>
              <a:rPr lang="en-US" sz="1200" b="0" dirty="0" err="1">
                <a:solidFill>
                  <a:srgbClr val="9CDCFE"/>
                </a:solidFill>
                <a:effectLst/>
                <a:latin typeface="Consolas" panose="020B0609020204030204" pitchFamily="49" charset="0"/>
              </a:rPr>
              <a:t>db</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products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aggregate</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 </a:t>
            </a:r>
            <a:r>
              <a:rPr lang="en-US" sz="1200" b="0" dirty="0">
                <a:solidFill>
                  <a:srgbClr val="9CDCFE"/>
                </a:solidFill>
                <a:effectLst/>
                <a:latin typeface="Consolas" panose="020B0609020204030204" pitchFamily="49" charset="0"/>
              </a:rPr>
              <a:t>$unwind:</a:t>
            </a:r>
            <a:r>
              <a:rPr lang="en-US" sz="1200" b="0" dirty="0">
                <a:solidFill>
                  <a:srgbClr val="D4D4D4"/>
                </a:solidFill>
                <a:effectLst/>
                <a:latin typeface="Consolas" panose="020B0609020204030204" pitchFamily="49" charset="0"/>
              </a:rPr>
              <a:t> </a:t>
            </a:r>
            <a:r>
              <a:rPr lang="en-US" sz="1200" b="0" dirty="0">
                <a:solidFill>
                  <a:srgbClr val="CE9178"/>
                </a:solidFill>
                <a:effectLst/>
                <a:latin typeface="Consolas" panose="020B0609020204030204" pitchFamily="49" charset="0"/>
              </a:rPr>
              <a:t>"$reviews"</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$group:</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_id:</a:t>
            </a:r>
            <a:r>
              <a:rPr lang="en-US" sz="1200" b="0" dirty="0">
                <a:solidFill>
                  <a:srgbClr val="D4D4D4"/>
                </a:solidFill>
                <a:effectLst/>
                <a:latin typeface="Consolas" panose="020B0609020204030204" pitchFamily="49" charset="0"/>
              </a:rPr>
              <a:t> </a:t>
            </a:r>
            <a:r>
              <a:rPr lang="en-US" sz="1200" b="0" dirty="0">
                <a:solidFill>
                  <a:srgbClr val="CE9178"/>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reviews.rating</a:t>
            </a:r>
            <a:r>
              <a:rPr lang="en-US" sz="1200" b="0" dirty="0">
                <a:solidFill>
                  <a:srgbClr val="CE9178"/>
                </a:solidFill>
                <a:effectLst/>
                <a:latin typeface="Consolas" panose="020B0609020204030204" pitchFamily="49" charset="0"/>
              </a:rPr>
              <a:t>"</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count:</a:t>
            </a:r>
            <a:r>
              <a:rPr lang="en-US" sz="1200" b="0" dirty="0">
                <a:solidFill>
                  <a:srgbClr val="D4D4D4"/>
                </a:solidFill>
                <a:effectLst/>
                <a:latin typeface="Consolas" panose="020B0609020204030204" pitchFamily="49" charset="0"/>
              </a:rPr>
              <a:t> { </a:t>
            </a:r>
            <a:r>
              <a:rPr lang="en-US" sz="1200" b="0" dirty="0">
                <a:solidFill>
                  <a:srgbClr val="9CDCFE"/>
                </a:solidFill>
                <a:effectLst/>
                <a:latin typeface="Consolas" panose="020B0609020204030204" pitchFamily="49" charset="0"/>
              </a:rPr>
              <a:t>$sum:</a:t>
            </a:r>
            <a:r>
              <a:rPr lang="en-US" sz="1200" b="0" dirty="0">
                <a:solidFill>
                  <a:srgbClr val="D4D4D4"/>
                </a:solidFill>
                <a:effectLst/>
                <a:latin typeface="Consolas" panose="020B0609020204030204" pitchFamily="49" charset="0"/>
              </a:rPr>
              <a:t> </a:t>
            </a:r>
            <a:r>
              <a:rPr lang="en-US" sz="1200" b="0" dirty="0">
                <a:solidFill>
                  <a:srgbClr val="B5CEA8"/>
                </a:solidFill>
                <a:effectLst/>
                <a:latin typeface="Consolas" panose="020B0609020204030204" pitchFamily="49" charset="0"/>
              </a:rPr>
              <a:t>1</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C8C8C8"/>
                </a:solidFill>
                <a:effectLst/>
                <a:latin typeface="Consolas" panose="020B0609020204030204" pitchFamily="49" charset="0"/>
              </a:rPr>
              <a:t>Explanation</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Combine</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$unwind</a:t>
            </a:r>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with</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$group</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for</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analytics</a:t>
            </a:r>
            <a:r>
              <a:rPr lang="en-US" sz="1200" dirty="0">
                <a:solidFill>
                  <a:srgbClr val="D4D4D4"/>
                </a:solidFill>
                <a:latin typeface="Consolas" panose="020B0609020204030204" pitchFamily="49" charset="0"/>
              </a:rPr>
              <a:t> </a:t>
            </a:r>
            <a:r>
              <a:rPr lang="en-US" sz="1200" b="0" dirty="0">
                <a:solidFill>
                  <a:srgbClr val="9CDCFE"/>
                </a:solidFill>
                <a:effectLst/>
                <a:latin typeface="Consolas" panose="020B0609020204030204" pitchFamily="49" charset="0"/>
              </a:rPr>
              <a:t>Perfect</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for</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star</a:t>
            </a:r>
            <a:r>
              <a:rPr lang="en-US" sz="1200" b="0" dirty="0">
                <a:solidFill>
                  <a:srgbClr val="D4D4D4"/>
                </a:solidFill>
                <a:effectLst/>
                <a:latin typeface="Consolas" panose="020B0609020204030204" pitchFamily="49" charset="0"/>
              </a:rPr>
              <a:t>-</a:t>
            </a:r>
            <a:r>
              <a:rPr lang="en-US" sz="1200" b="0" dirty="0">
                <a:solidFill>
                  <a:srgbClr val="9CDCFE"/>
                </a:solidFill>
                <a:effectLst/>
                <a:latin typeface="Consolas" panose="020B0609020204030204" pitchFamily="49" charset="0"/>
              </a:rPr>
              <a:t>distribution</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charts</a:t>
            </a:r>
            <a:r>
              <a:rPr lang="en-US" sz="1200" b="0" dirty="0">
                <a:solidFill>
                  <a:srgbClr val="D4D4D4"/>
                </a:solidFill>
                <a:effectLst/>
                <a:latin typeface="Consolas" panose="020B0609020204030204" pitchFamily="49" charset="0"/>
              </a:rPr>
              <a:t>.</a:t>
            </a:r>
          </a:p>
          <a:p>
            <a:pPr>
              <a:lnSpc>
                <a:spcPts val="1425"/>
              </a:lnSpc>
              <a:buNone/>
            </a:pPr>
            <a:br>
              <a:rPr lang="en-US" sz="1200" b="0" dirty="0">
                <a:solidFill>
                  <a:srgbClr val="D4D4D4"/>
                </a:solidFill>
                <a:effectLst/>
                <a:latin typeface="Consolas" panose="020B0609020204030204" pitchFamily="49" charset="0"/>
              </a:rPr>
            </a:b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p:txBody>
      </p:sp>
    </p:spTree>
    <p:extLst>
      <p:ext uri="{BB962C8B-B14F-4D97-AF65-F5344CB8AC3E}">
        <p14:creationId xmlns:p14="http://schemas.microsoft.com/office/powerpoint/2010/main" val="13270467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3AA246-BAD4-FF1C-5234-D0ED9E5B04A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89C5B8E-C3C3-0123-7665-EF2FB4F9F662}"/>
              </a:ext>
            </a:extLst>
          </p:cNvPr>
          <p:cNvSpPr txBox="1"/>
          <p:nvPr/>
        </p:nvSpPr>
        <p:spPr>
          <a:xfrm>
            <a:off x="195942" y="209005"/>
            <a:ext cx="987835" cy="369332"/>
          </a:xfrm>
          <a:prstGeom prst="rect">
            <a:avLst/>
          </a:prstGeom>
          <a:noFill/>
        </p:spPr>
        <p:txBody>
          <a:bodyPr wrap="none" rtlCol="0">
            <a:spAutoFit/>
          </a:bodyPr>
          <a:lstStyle/>
          <a:p>
            <a:r>
              <a:rPr lang="en-US" dirty="0">
                <a:solidFill>
                  <a:srgbClr val="FFFF00"/>
                </a:solidFill>
              </a:rPr>
              <a:t>$lookup</a:t>
            </a:r>
          </a:p>
        </p:txBody>
      </p:sp>
      <p:sp>
        <p:nvSpPr>
          <p:cNvPr id="4" name="TextBox 3">
            <a:extLst>
              <a:ext uri="{FF2B5EF4-FFF2-40B4-BE49-F238E27FC236}">
                <a16:creationId xmlns:a16="http://schemas.microsoft.com/office/drawing/2014/main" id="{534267E8-5516-AD28-364F-5977CD2ADA3C}"/>
              </a:ext>
            </a:extLst>
          </p:cNvPr>
          <p:cNvSpPr txBox="1"/>
          <p:nvPr/>
        </p:nvSpPr>
        <p:spPr>
          <a:xfrm>
            <a:off x="1023581" y="150538"/>
            <a:ext cx="9220355" cy="6556923"/>
          </a:xfrm>
          <a:prstGeom prst="rect">
            <a:avLst/>
          </a:prstGeom>
          <a:noFill/>
        </p:spPr>
        <p:txBody>
          <a:bodyPr wrap="square">
            <a:spAutoFit/>
          </a:bodyPr>
          <a:lstStyle/>
          <a:p>
            <a:pPr>
              <a:lnSpc>
                <a:spcPts val="1425"/>
              </a:lnSpc>
              <a:buNone/>
            </a:pPr>
            <a:r>
              <a:rPr lang="en-US" sz="1400" b="0" dirty="0">
                <a:solidFill>
                  <a:srgbClr val="CE9178"/>
                </a:solidFill>
                <a:effectLst/>
                <a:latin typeface="Consolas" panose="020B0609020204030204" pitchFamily="49" charset="0"/>
              </a:rPr>
              <a:t>"JOIN"</a:t>
            </a:r>
            <a:r>
              <a:rPr lang="en-US" sz="1400" b="0" dirty="0">
                <a:solidFill>
                  <a:srgbClr val="D4D4D4"/>
                </a:solidFill>
                <a:effectLst/>
                <a:latin typeface="Consolas" panose="020B0609020204030204" pitchFamily="49" charset="0"/>
              </a:rPr>
              <a:t> </a:t>
            </a:r>
            <a:r>
              <a:rPr lang="en-US" sz="1400" b="0" dirty="0">
                <a:solidFill>
                  <a:srgbClr val="569CD6"/>
                </a:solidFill>
                <a:effectLst/>
                <a:latin typeface="Consolas" panose="020B0609020204030204" pitchFamily="49" charset="0"/>
              </a:rPr>
              <a:t>in</a:t>
            </a:r>
            <a:r>
              <a:rPr lang="en-US" sz="1400" b="0" dirty="0">
                <a:solidFill>
                  <a:srgbClr val="D4D4D4"/>
                </a:solidFill>
                <a:effectLst/>
                <a:latin typeface="Consolas" panose="020B0609020204030204" pitchFamily="49" charset="0"/>
              </a:rPr>
              <a:t> </a:t>
            </a:r>
            <a:r>
              <a:rPr lang="en-US" sz="1400" b="0" dirty="0">
                <a:solidFill>
                  <a:srgbClr val="4FC1FF"/>
                </a:solidFill>
                <a:effectLst/>
                <a:latin typeface="Consolas" panose="020B0609020204030204" pitchFamily="49" charset="0"/>
              </a:rPr>
              <a:t>SQL</a:t>
            </a:r>
            <a:r>
              <a:rPr lang="en-US" sz="1400" b="0" dirty="0">
                <a:solidFill>
                  <a:srgbClr val="D4D4D4"/>
                </a:solidFill>
                <a:effectLst/>
                <a:latin typeface="Consolas" panose="020B0609020204030204" pitchFamily="49" charset="0"/>
              </a:rPr>
              <a:t> — </a:t>
            </a:r>
            <a:r>
              <a:rPr lang="en-US" sz="1400" b="0" dirty="0">
                <a:solidFill>
                  <a:srgbClr val="9CDCFE"/>
                </a:solidFill>
                <a:effectLst/>
                <a:latin typeface="Consolas" panose="020B0609020204030204" pitchFamily="49" charset="0"/>
              </a:rPr>
              <a:t>it</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brings</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related</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documents</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together</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from</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different</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collections</a:t>
            </a:r>
            <a:r>
              <a:rPr lang="en-US" sz="1400" b="0" dirty="0">
                <a:solidFill>
                  <a:srgbClr val="D4D4D4"/>
                </a:solidFill>
                <a:effectLst/>
                <a:latin typeface="Consolas" panose="020B0609020204030204" pitchFamily="49" charset="0"/>
              </a:rPr>
              <a:t>.</a:t>
            </a:r>
          </a:p>
          <a:p>
            <a:pPr>
              <a:lnSpc>
                <a:spcPts val="1425"/>
              </a:lnSpc>
              <a:buNone/>
            </a:pPr>
            <a:r>
              <a:rPr lang="en-US" sz="1400" b="0" dirty="0">
                <a:solidFill>
                  <a:srgbClr val="B5CEA8"/>
                </a:solidFill>
                <a:effectLst/>
                <a:latin typeface="Consolas" panose="020B0609020204030204" pitchFamily="49" charset="0"/>
              </a:rPr>
              <a:t>1.</a:t>
            </a:r>
            <a:r>
              <a:rPr lang="en-US" sz="1400" b="0" dirty="0">
                <a:solidFill>
                  <a:srgbClr val="D4D4D4"/>
                </a:solidFill>
                <a:effectLst/>
                <a:latin typeface="Consolas" panose="020B0609020204030204" pitchFamily="49" charset="0"/>
              </a:rPr>
              <a:t> </a:t>
            </a:r>
            <a:r>
              <a:rPr lang="en-US" sz="1400" b="0" dirty="0">
                <a:solidFill>
                  <a:srgbClr val="C8C8C8"/>
                </a:solidFill>
                <a:effectLst/>
                <a:latin typeface="Consolas" panose="020B0609020204030204" pitchFamily="49" charset="0"/>
              </a:rPr>
              <a:t>Goal</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For</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each</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order</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show</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customer</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details</a:t>
            </a:r>
            <a:endParaRPr lang="en-US" sz="1400" b="0" dirty="0">
              <a:solidFill>
                <a:srgbClr val="D4D4D4"/>
              </a:solidFill>
              <a:effectLst/>
              <a:latin typeface="Consolas" panose="020B0609020204030204" pitchFamily="49" charset="0"/>
            </a:endParaRPr>
          </a:p>
          <a:p>
            <a:pPr>
              <a:lnSpc>
                <a:spcPts val="1425"/>
              </a:lnSpc>
              <a:buNone/>
            </a:pPr>
            <a:r>
              <a:rPr lang="en-US" sz="1400" b="0" dirty="0" err="1">
                <a:solidFill>
                  <a:srgbClr val="9CDCFE"/>
                </a:solidFill>
                <a:effectLst/>
                <a:latin typeface="Consolas" panose="020B0609020204030204" pitchFamily="49" charset="0"/>
              </a:rPr>
              <a:t>db</a:t>
            </a:r>
            <a:r>
              <a:rPr lang="en-US" sz="1400" b="0" dirty="0" err="1">
                <a:solidFill>
                  <a:srgbClr val="D4D4D4"/>
                </a:solidFill>
                <a:effectLst/>
                <a:latin typeface="Consolas" panose="020B0609020204030204" pitchFamily="49" charset="0"/>
              </a:rPr>
              <a:t>.</a:t>
            </a:r>
            <a:r>
              <a:rPr lang="en-US" sz="1400" b="0" dirty="0" err="1">
                <a:solidFill>
                  <a:srgbClr val="9CDCFE"/>
                </a:solidFill>
                <a:effectLst/>
                <a:latin typeface="Consolas" panose="020B0609020204030204" pitchFamily="49" charset="0"/>
              </a:rPr>
              <a:t>orders</a:t>
            </a:r>
            <a:r>
              <a:rPr lang="en-US" sz="1400" b="0" dirty="0" err="1">
                <a:solidFill>
                  <a:srgbClr val="D4D4D4"/>
                </a:solidFill>
                <a:effectLst/>
                <a:latin typeface="Consolas" panose="020B0609020204030204" pitchFamily="49" charset="0"/>
              </a:rPr>
              <a:t>.</a:t>
            </a:r>
            <a:r>
              <a:rPr lang="en-US" sz="1400" b="0" dirty="0" err="1">
                <a:solidFill>
                  <a:srgbClr val="DCDCAA"/>
                </a:solidFill>
                <a:effectLst/>
                <a:latin typeface="Consolas" panose="020B0609020204030204" pitchFamily="49" charset="0"/>
              </a:rPr>
              <a:t>aggregate</a:t>
            </a:r>
            <a:r>
              <a:rPr lang="en-US" sz="1400" b="0" dirty="0">
                <a:solidFill>
                  <a:srgbClr val="D4D4D4"/>
                </a:solidFill>
                <a:effectLst/>
                <a:latin typeface="Consolas" panose="020B0609020204030204" pitchFamily="49" charset="0"/>
              </a:rPr>
              <a:t>([</a:t>
            </a:r>
          </a:p>
          <a:p>
            <a:pPr>
              <a:lnSpc>
                <a:spcPts val="1425"/>
              </a:lnSpc>
              <a:buNone/>
            </a:pP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$lookup:</a:t>
            </a: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from:</a:t>
            </a:r>
            <a:r>
              <a:rPr lang="en-US" sz="1400" b="0" dirty="0">
                <a:solidFill>
                  <a:srgbClr val="D4D4D4"/>
                </a:solidFill>
                <a:effectLst/>
                <a:latin typeface="Consolas" panose="020B0609020204030204" pitchFamily="49" charset="0"/>
              </a:rPr>
              <a:t> </a:t>
            </a:r>
            <a:r>
              <a:rPr lang="en-US" sz="1400" b="0" dirty="0">
                <a:solidFill>
                  <a:srgbClr val="CE9178"/>
                </a:solidFill>
                <a:effectLst/>
                <a:latin typeface="Consolas" panose="020B0609020204030204" pitchFamily="49" charset="0"/>
              </a:rPr>
              <a:t>"customers"</a:t>
            </a:r>
            <a:r>
              <a:rPr lang="en-US" sz="1400" b="0" dirty="0">
                <a:solidFill>
                  <a:srgbClr val="D4D4D4"/>
                </a:solidFill>
                <a:effectLst/>
                <a:latin typeface="Consolas" panose="020B0609020204030204" pitchFamily="49" charset="0"/>
              </a:rPr>
              <a:t>,</a:t>
            </a:r>
          </a:p>
          <a:p>
            <a:pPr>
              <a:lnSpc>
                <a:spcPts val="1425"/>
              </a:lnSpc>
              <a:buNone/>
            </a:pPr>
            <a:r>
              <a:rPr lang="en-US" sz="1400" b="0" dirty="0">
                <a:solidFill>
                  <a:srgbClr val="D4D4D4"/>
                </a:solidFill>
                <a:effectLst/>
                <a:latin typeface="Consolas" panose="020B0609020204030204" pitchFamily="49" charset="0"/>
              </a:rPr>
              <a:t>      </a:t>
            </a:r>
            <a:r>
              <a:rPr lang="en-US" sz="1400" b="0" dirty="0" err="1">
                <a:solidFill>
                  <a:srgbClr val="9CDCFE"/>
                </a:solidFill>
                <a:effectLst/>
                <a:latin typeface="Consolas" panose="020B0609020204030204" pitchFamily="49" charset="0"/>
              </a:rPr>
              <a:t>localField</a:t>
            </a:r>
            <a:r>
              <a:rPr lang="en-US" sz="1400" b="0" dirty="0">
                <a:solidFill>
                  <a:srgbClr val="9CDCFE"/>
                </a:solidFill>
                <a:effectLst/>
                <a:latin typeface="Consolas" panose="020B0609020204030204" pitchFamily="49" charset="0"/>
              </a:rPr>
              <a:t>:</a:t>
            </a:r>
            <a:r>
              <a:rPr lang="en-US" sz="1400" b="0" dirty="0">
                <a:solidFill>
                  <a:srgbClr val="D4D4D4"/>
                </a:solidFill>
                <a:effectLst/>
                <a:latin typeface="Consolas" panose="020B0609020204030204" pitchFamily="49" charset="0"/>
              </a:rPr>
              <a:t> </a:t>
            </a:r>
            <a:r>
              <a:rPr lang="en-US" sz="1400" b="0" dirty="0">
                <a:solidFill>
                  <a:srgbClr val="CE9178"/>
                </a:solidFill>
                <a:effectLst/>
                <a:latin typeface="Consolas" panose="020B0609020204030204" pitchFamily="49" charset="0"/>
              </a:rPr>
              <a:t>"</a:t>
            </a:r>
            <a:r>
              <a:rPr lang="en-US" sz="1400" b="0" dirty="0" err="1">
                <a:solidFill>
                  <a:srgbClr val="CE9178"/>
                </a:solidFill>
                <a:effectLst/>
                <a:latin typeface="Consolas" panose="020B0609020204030204" pitchFamily="49" charset="0"/>
              </a:rPr>
              <a:t>customerId</a:t>
            </a:r>
            <a:r>
              <a:rPr lang="en-US" sz="1400" b="0" dirty="0">
                <a:solidFill>
                  <a:srgbClr val="CE9178"/>
                </a:solidFill>
                <a:effectLst/>
                <a:latin typeface="Consolas" panose="020B0609020204030204" pitchFamily="49" charset="0"/>
              </a:rPr>
              <a:t>"</a:t>
            </a:r>
            <a:r>
              <a:rPr lang="en-US" sz="1400" b="0" dirty="0">
                <a:solidFill>
                  <a:srgbClr val="D4D4D4"/>
                </a:solidFill>
                <a:effectLst/>
                <a:latin typeface="Consolas" panose="020B0609020204030204" pitchFamily="49" charset="0"/>
              </a:rPr>
              <a:t>,</a:t>
            </a:r>
          </a:p>
          <a:p>
            <a:pPr>
              <a:lnSpc>
                <a:spcPts val="1425"/>
              </a:lnSpc>
              <a:buNone/>
            </a:pPr>
            <a:r>
              <a:rPr lang="en-US" sz="1400" b="0" dirty="0">
                <a:solidFill>
                  <a:srgbClr val="D4D4D4"/>
                </a:solidFill>
                <a:effectLst/>
                <a:latin typeface="Consolas" panose="020B0609020204030204" pitchFamily="49" charset="0"/>
              </a:rPr>
              <a:t>      </a:t>
            </a:r>
            <a:r>
              <a:rPr lang="en-US" sz="1400" b="0" dirty="0" err="1">
                <a:solidFill>
                  <a:srgbClr val="9CDCFE"/>
                </a:solidFill>
                <a:effectLst/>
                <a:latin typeface="Consolas" panose="020B0609020204030204" pitchFamily="49" charset="0"/>
              </a:rPr>
              <a:t>foreignField</a:t>
            </a:r>
            <a:r>
              <a:rPr lang="en-US" sz="1400" b="0" dirty="0">
                <a:solidFill>
                  <a:srgbClr val="9CDCFE"/>
                </a:solidFill>
                <a:effectLst/>
                <a:latin typeface="Consolas" panose="020B0609020204030204" pitchFamily="49" charset="0"/>
              </a:rPr>
              <a:t>:</a:t>
            </a:r>
            <a:r>
              <a:rPr lang="en-US" sz="1400" b="0" dirty="0">
                <a:solidFill>
                  <a:srgbClr val="D4D4D4"/>
                </a:solidFill>
                <a:effectLst/>
                <a:latin typeface="Consolas" panose="020B0609020204030204" pitchFamily="49" charset="0"/>
              </a:rPr>
              <a:t> </a:t>
            </a:r>
            <a:r>
              <a:rPr lang="en-US" sz="1400" b="0" dirty="0">
                <a:solidFill>
                  <a:srgbClr val="CE9178"/>
                </a:solidFill>
                <a:effectLst/>
                <a:latin typeface="Consolas" panose="020B0609020204030204" pitchFamily="49" charset="0"/>
              </a:rPr>
              <a:t>"_id"</a:t>
            </a:r>
            <a:r>
              <a:rPr lang="en-US" sz="1400" b="0" dirty="0">
                <a:solidFill>
                  <a:srgbClr val="D4D4D4"/>
                </a:solidFill>
                <a:effectLst/>
                <a:latin typeface="Consolas" panose="020B0609020204030204" pitchFamily="49" charset="0"/>
              </a:rPr>
              <a:t>,</a:t>
            </a:r>
          </a:p>
          <a:p>
            <a:pPr>
              <a:lnSpc>
                <a:spcPts val="1425"/>
              </a:lnSpc>
              <a:buNone/>
            </a:pP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as:</a:t>
            </a:r>
            <a:r>
              <a:rPr lang="en-US" sz="1400" b="0" dirty="0">
                <a:solidFill>
                  <a:srgbClr val="D4D4D4"/>
                </a:solidFill>
                <a:effectLst/>
                <a:latin typeface="Consolas" panose="020B0609020204030204" pitchFamily="49" charset="0"/>
              </a:rPr>
              <a:t> </a:t>
            </a:r>
            <a:r>
              <a:rPr lang="en-US" sz="1400" b="0" dirty="0">
                <a:solidFill>
                  <a:srgbClr val="CE9178"/>
                </a:solidFill>
                <a:effectLst/>
                <a:latin typeface="Consolas" panose="020B0609020204030204" pitchFamily="49" charset="0"/>
              </a:rPr>
              <a:t>"</a:t>
            </a:r>
            <a:r>
              <a:rPr lang="en-US" sz="1400" b="0" dirty="0" err="1">
                <a:solidFill>
                  <a:srgbClr val="CE9178"/>
                </a:solidFill>
                <a:effectLst/>
                <a:latin typeface="Consolas" panose="020B0609020204030204" pitchFamily="49" charset="0"/>
              </a:rPr>
              <a:t>cutomer_details</a:t>
            </a:r>
            <a:r>
              <a:rPr lang="en-US" sz="1400" b="0" dirty="0">
                <a:solidFill>
                  <a:srgbClr val="CE9178"/>
                </a:solidFill>
                <a:effectLst/>
                <a:latin typeface="Consolas" panose="020B0609020204030204" pitchFamily="49" charset="0"/>
              </a:rPr>
              <a:t>"</a:t>
            </a:r>
            <a:endParaRPr lang="en-US" sz="1400" b="0" dirty="0">
              <a:solidFill>
                <a:srgbClr val="D4D4D4"/>
              </a:solidFill>
              <a:effectLst/>
              <a:latin typeface="Consolas" panose="020B0609020204030204" pitchFamily="49" charset="0"/>
            </a:endParaRPr>
          </a:p>
          <a:p>
            <a:pPr>
              <a:lnSpc>
                <a:spcPts val="1425"/>
              </a:lnSpc>
              <a:buNone/>
            </a:pP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a:t>
            </a:r>
          </a:p>
          <a:p>
            <a:pPr>
              <a:lnSpc>
                <a:spcPts val="1425"/>
              </a:lnSpc>
              <a:buNone/>
            </a:pPr>
            <a:r>
              <a:rPr lang="en-US" sz="1400" b="0" dirty="0" err="1">
                <a:solidFill>
                  <a:srgbClr val="C8C8C8"/>
                </a:solidFill>
                <a:effectLst/>
                <a:latin typeface="Consolas" panose="020B0609020204030204" pitchFamily="49" charset="0"/>
              </a:rPr>
              <a:t>Explaination</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We</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are</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joining</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the</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orders</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and</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customers</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collections</a:t>
            </a:r>
            <a:r>
              <a:rPr lang="en-US" sz="1400" b="0" dirty="0">
                <a:solidFill>
                  <a:srgbClr val="D4D4D4"/>
                </a:solidFill>
                <a:effectLst/>
                <a:latin typeface="Consolas" panose="020B0609020204030204" pitchFamily="49" charset="0"/>
              </a:rPr>
              <a:t> </a:t>
            </a:r>
            <a:r>
              <a:rPr lang="en-US" sz="1400" b="0" dirty="0">
                <a:solidFill>
                  <a:srgbClr val="569CD6"/>
                </a:solidFill>
                <a:effectLst/>
                <a:latin typeface="Consolas" panose="020B0609020204030204" pitchFamily="49" charset="0"/>
              </a:rPr>
              <a:t>using</a:t>
            </a:r>
            <a:r>
              <a:rPr lang="en-US" sz="1400" b="0" dirty="0">
                <a:solidFill>
                  <a:srgbClr val="D4D4D4"/>
                </a:solidFill>
                <a:effectLst/>
                <a:latin typeface="Consolas" panose="020B0609020204030204" pitchFamily="49" charset="0"/>
              </a:rPr>
              <a:t> </a:t>
            </a:r>
            <a:r>
              <a:rPr lang="en-US" sz="1400" b="0" dirty="0" err="1">
                <a:solidFill>
                  <a:srgbClr val="9CDCFE"/>
                </a:solidFill>
                <a:effectLst/>
                <a:latin typeface="Consolas" panose="020B0609020204030204" pitchFamily="49" charset="0"/>
              </a:rPr>
              <a:t>customerId</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Each</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order</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will</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now</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include</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customer</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information</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like</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name</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email</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etc</a:t>
            </a:r>
            <a:r>
              <a:rPr lang="en-US" sz="1400" b="0" dirty="0">
                <a:solidFill>
                  <a:srgbClr val="D4D4D4"/>
                </a:solidFill>
                <a:effectLst/>
                <a:latin typeface="Consolas" panose="020B0609020204030204" pitchFamily="49" charset="0"/>
              </a:rPr>
              <a:t>.</a:t>
            </a:r>
          </a:p>
          <a:p>
            <a:pPr>
              <a:lnSpc>
                <a:spcPts val="1425"/>
              </a:lnSpc>
              <a:buNone/>
            </a:pPr>
            <a:r>
              <a:rPr lang="en-US" sz="1400" b="0" dirty="0">
                <a:solidFill>
                  <a:srgbClr val="B5CEA8"/>
                </a:solidFill>
                <a:effectLst/>
                <a:latin typeface="Consolas" panose="020B0609020204030204" pitchFamily="49" charset="0"/>
              </a:rPr>
              <a:t>2.</a:t>
            </a:r>
            <a:r>
              <a:rPr lang="en-US" sz="1400" b="0" dirty="0">
                <a:solidFill>
                  <a:srgbClr val="D4D4D4"/>
                </a:solidFill>
                <a:effectLst/>
                <a:latin typeface="Consolas" panose="020B0609020204030204" pitchFamily="49" charset="0"/>
              </a:rPr>
              <a:t> </a:t>
            </a:r>
            <a:r>
              <a:rPr lang="en-US" sz="1400" b="0" dirty="0">
                <a:solidFill>
                  <a:srgbClr val="C8C8C8"/>
                </a:solidFill>
                <a:effectLst/>
                <a:latin typeface="Consolas" panose="020B0609020204030204" pitchFamily="49" charset="0"/>
              </a:rPr>
              <a:t>Goal</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Show</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customers</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along</a:t>
            </a:r>
            <a:r>
              <a:rPr lang="en-US" sz="1400" b="0" dirty="0">
                <a:solidFill>
                  <a:srgbClr val="D4D4D4"/>
                </a:solidFill>
                <a:effectLst/>
                <a:latin typeface="Consolas" panose="020B0609020204030204" pitchFamily="49" charset="0"/>
              </a:rPr>
              <a:t> </a:t>
            </a:r>
            <a:r>
              <a:rPr lang="en-US" sz="1400" b="0" dirty="0">
                <a:solidFill>
                  <a:srgbClr val="C586C0"/>
                </a:solidFill>
                <a:effectLst/>
                <a:latin typeface="Consolas" panose="020B0609020204030204" pitchFamily="49" charset="0"/>
              </a:rPr>
              <a:t>with</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their</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order</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history</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donation</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history</a:t>
            </a:r>
            <a:endParaRPr lang="en-US" sz="1400" b="0" dirty="0">
              <a:solidFill>
                <a:srgbClr val="D4D4D4"/>
              </a:solidFill>
              <a:effectLst/>
              <a:latin typeface="Consolas" panose="020B0609020204030204" pitchFamily="49" charset="0"/>
            </a:endParaRPr>
          </a:p>
          <a:p>
            <a:pPr>
              <a:lnSpc>
                <a:spcPts val="1425"/>
              </a:lnSpc>
              <a:buNone/>
            </a:pPr>
            <a:r>
              <a:rPr lang="en-US" sz="1400" b="0" dirty="0" err="1">
                <a:solidFill>
                  <a:srgbClr val="9CDCFE"/>
                </a:solidFill>
                <a:effectLst/>
                <a:latin typeface="Consolas" panose="020B0609020204030204" pitchFamily="49" charset="0"/>
              </a:rPr>
              <a:t>db</a:t>
            </a:r>
            <a:r>
              <a:rPr lang="en-US" sz="1400" b="0" dirty="0" err="1">
                <a:solidFill>
                  <a:srgbClr val="D4D4D4"/>
                </a:solidFill>
                <a:effectLst/>
                <a:latin typeface="Consolas" panose="020B0609020204030204" pitchFamily="49" charset="0"/>
              </a:rPr>
              <a:t>.</a:t>
            </a:r>
            <a:r>
              <a:rPr lang="en-US" sz="1400" b="0" dirty="0" err="1">
                <a:solidFill>
                  <a:srgbClr val="9CDCFE"/>
                </a:solidFill>
                <a:effectLst/>
                <a:latin typeface="Consolas" panose="020B0609020204030204" pitchFamily="49" charset="0"/>
              </a:rPr>
              <a:t>customers</a:t>
            </a:r>
            <a:r>
              <a:rPr lang="en-US" sz="1400" b="0" dirty="0" err="1">
                <a:solidFill>
                  <a:srgbClr val="D4D4D4"/>
                </a:solidFill>
                <a:effectLst/>
                <a:latin typeface="Consolas" panose="020B0609020204030204" pitchFamily="49" charset="0"/>
              </a:rPr>
              <a:t>.</a:t>
            </a:r>
            <a:r>
              <a:rPr lang="en-US" sz="1400" b="0" dirty="0" err="1">
                <a:solidFill>
                  <a:srgbClr val="DCDCAA"/>
                </a:solidFill>
                <a:effectLst/>
                <a:latin typeface="Consolas" panose="020B0609020204030204" pitchFamily="49" charset="0"/>
              </a:rPr>
              <a:t>aggregate</a:t>
            </a:r>
            <a:r>
              <a:rPr lang="en-US" sz="1400" b="0" dirty="0">
                <a:solidFill>
                  <a:srgbClr val="D4D4D4"/>
                </a:solidFill>
                <a:effectLst/>
                <a:latin typeface="Consolas" panose="020B0609020204030204" pitchFamily="49" charset="0"/>
              </a:rPr>
              <a:t>([</a:t>
            </a:r>
          </a:p>
          <a:p>
            <a:pPr>
              <a:lnSpc>
                <a:spcPts val="1425"/>
              </a:lnSpc>
              <a:buNone/>
            </a:pP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$lookup:</a:t>
            </a: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from:</a:t>
            </a:r>
            <a:r>
              <a:rPr lang="en-US" sz="1400" b="0" dirty="0">
                <a:solidFill>
                  <a:srgbClr val="D4D4D4"/>
                </a:solidFill>
                <a:effectLst/>
                <a:latin typeface="Consolas" panose="020B0609020204030204" pitchFamily="49" charset="0"/>
              </a:rPr>
              <a:t> </a:t>
            </a:r>
            <a:r>
              <a:rPr lang="en-US" sz="1400" b="0" dirty="0">
                <a:solidFill>
                  <a:srgbClr val="CE9178"/>
                </a:solidFill>
                <a:effectLst/>
                <a:latin typeface="Consolas" panose="020B0609020204030204" pitchFamily="49" charset="0"/>
              </a:rPr>
              <a:t>"orders"</a:t>
            </a:r>
            <a:r>
              <a:rPr lang="en-US" sz="1400" b="0" dirty="0">
                <a:solidFill>
                  <a:srgbClr val="D4D4D4"/>
                </a:solidFill>
                <a:effectLst/>
                <a:latin typeface="Consolas" panose="020B0609020204030204" pitchFamily="49" charset="0"/>
              </a:rPr>
              <a:t>,</a:t>
            </a:r>
          </a:p>
          <a:p>
            <a:pPr>
              <a:lnSpc>
                <a:spcPts val="1425"/>
              </a:lnSpc>
              <a:buNone/>
            </a:pPr>
            <a:r>
              <a:rPr lang="en-US" sz="1400" b="0" dirty="0">
                <a:solidFill>
                  <a:srgbClr val="D4D4D4"/>
                </a:solidFill>
                <a:effectLst/>
                <a:latin typeface="Consolas" panose="020B0609020204030204" pitchFamily="49" charset="0"/>
              </a:rPr>
              <a:t>      </a:t>
            </a:r>
            <a:r>
              <a:rPr lang="en-US" sz="1400" b="0" dirty="0" err="1">
                <a:solidFill>
                  <a:srgbClr val="9CDCFE"/>
                </a:solidFill>
                <a:effectLst/>
                <a:latin typeface="Consolas" panose="020B0609020204030204" pitchFamily="49" charset="0"/>
              </a:rPr>
              <a:t>localField</a:t>
            </a:r>
            <a:r>
              <a:rPr lang="en-US" sz="1400" b="0" dirty="0">
                <a:solidFill>
                  <a:srgbClr val="9CDCFE"/>
                </a:solidFill>
                <a:effectLst/>
                <a:latin typeface="Consolas" panose="020B0609020204030204" pitchFamily="49" charset="0"/>
              </a:rPr>
              <a:t>:</a:t>
            </a:r>
            <a:r>
              <a:rPr lang="en-US" sz="1400" b="0" dirty="0">
                <a:solidFill>
                  <a:srgbClr val="D4D4D4"/>
                </a:solidFill>
                <a:effectLst/>
                <a:latin typeface="Consolas" panose="020B0609020204030204" pitchFamily="49" charset="0"/>
              </a:rPr>
              <a:t> </a:t>
            </a:r>
            <a:r>
              <a:rPr lang="en-US" sz="1400" b="0" dirty="0">
                <a:solidFill>
                  <a:srgbClr val="CE9178"/>
                </a:solidFill>
                <a:effectLst/>
                <a:latin typeface="Consolas" panose="020B0609020204030204" pitchFamily="49" charset="0"/>
              </a:rPr>
              <a:t>"_id"</a:t>
            </a:r>
            <a:r>
              <a:rPr lang="en-US" sz="1400" b="0" dirty="0">
                <a:solidFill>
                  <a:srgbClr val="D4D4D4"/>
                </a:solidFill>
                <a:effectLst/>
                <a:latin typeface="Consolas" panose="020B0609020204030204" pitchFamily="49" charset="0"/>
              </a:rPr>
              <a:t>,</a:t>
            </a:r>
          </a:p>
          <a:p>
            <a:pPr>
              <a:lnSpc>
                <a:spcPts val="1425"/>
              </a:lnSpc>
              <a:buNone/>
            </a:pPr>
            <a:r>
              <a:rPr lang="en-US" sz="1400" b="0" dirty="0">
                <a:solidFill>
                  <a:srgbClr val="D4D4D4"/>
                </a:solidFill>
                <a:effectLst/>
                <a:latin typeface="Consolas" panose="020B0609020204030204" pitchFamily="49" charset="0"/>
              </a:rPr>
              <a:t>      </a:t>
            </a:r>
            <a:r>
              <a:rPr lang="en-US" sz="1400" b="0" dirty="0" err="1">
                <a:solidFill>
                  <a:srgbClr val="9CDCFE"/>
                </a:solidFill>
                <a:effectLst/>
                <a:latin typeface="Consolas" panose="020B0609020204030204" pitchFamily="49" charset="0"/>
              </a:rPr>
              <a:t>foreignField</a:t>
            </a:r>
            <a:r>
              <a:rPr lang="en-US" sz="1400" b="0" dirty="0">
                <a:solidFill>
                  <a:srgbClr val="9CDCFE"/>
                </a:solidFill>
                <a:effectLst/>
                <a:latin typeface="Consolas" panose="020B0609020204030204" pitchFamily="49" charset="0"/>
              </a:rPr>
              <a:t>:</a:t>
            </a:r>
            <a:r>
              <a:rPr lang="en-US" sz="1400" b="0" dirty="0">
                <a:solidFill>
                  <a:srgbClr val="D4D4D4"/>
                </a:solidFill>
                <a:effectLst/>
                <a:latin typeface="Consolas" panose="020B0609020204030204" pitchFamily="49" charset="0"/>
              </a:rPr>
              <a:t> </a:t>
            </a:r>
            <a:r>
              <a:rPr lang="en-US" sz="1400" b="0" dirty="0">
                <a:solidFill>
                  <a:srgbClr val="CE9178"/>
                </a:solidFill>
                <a:effectLst/>
                <a:latin typeface="Consolas" panose="020B0609020204030204" pitchFamily="49" charset="0"/>
              </a:rPr>
              <a:t>"</a:t>
            </a:r>
            <a:r>
              <a:rPr lang="en-US" sz="1400" b="0" dirty="0" err="1">
                <a:solidFill>
                  <a:srgbClr val="CE9178"/>
                </a:solidFill>
                <a:effectLst/>
                <a:latin typeface="Consolas" panose="020B0609020204030204" pitchFamily="49" charset="0"/>
              </a:rPr>
              <a:t>customerId</a:t>
            </a:r>
            <a:r>
              <a:rPr lang="en-US" sz="1400" b="0" dirty="0">
                <a:solidFill>
                  <a:srgbClr val="CE9178"/>
                </a:solidFill>
                <a:effectLst/>
                <a:latin typeface="Consolas" panose="020B0609020204030204" pitchFamily="49" charset="0"/>
              </a:rPr>
              <a:t>"</a:t>
            </a:r>
            <a:r>
              <a:rPr lang="en-US" sz="1400" b="0" dirty="0">
                <a:solidFill>
                  <a:srgbClr val="D4D4D4"/>
                </a:solidFill>
                <a:effectLst/>
                <a:latin typeface="Consolas" panose="020B0609020204030204" pitchFamily="49" charset="0"/>
              </a:rPr>
              <a:t>,</a:t>
            </a:r>
          </a:p>
          <a:p>
            <a:pPr>
              <a:lnSpc>
                <a:spcPts val="1425"/>
              </a:lnSpc>
              <a:buNone/>
            </a:pP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as:</a:t>
            </a:r>
            <a:r>
              <a:rPr lang="en-US" sz="1400" b="0" dirty="0">
                <a:solidFill>
                  <a:srgbClr val="D4D4D4"/>
                </a:solidFill>
                <a:effectLst/>
                <a:latin typeface="Consolas" panose="020B0609020204030204" pitchFamily="49" charset="0"/>
              </a:rPr>
              <a:t> </a:t>
            </a:r>
            <a:r>
              <a:rPr lang="en-US" sz="1400" b="0" dirty="0">
                <a:solidFill>
                  <a:srgbClr val="CE9178"/>
                </a:solidFill>
                <a:effectLst/>
                <a:latin typeface="Consolas" panose="020B0609020204030204" pitchFamily="49" charset="0"/>
              </a:rPr>
              <a:t>"</a:t>
            </a:r>
            <a:r>
              <a:rPr lang="en-US" sz="1400" b="0" dirty="0" err="1">
                <a:solidFill>
                  <a:srgbClr val="CE9178"/>
                </a:solidFill>
                <a:effectLst/>
                <a:latin typeface="Consolas" panose="020B0609020204030204" pitchFamily="49" charset="0"/>
              </a:rPr>
              <a:t>orderHistory</a:t>
            </a:r>
            <a:r>
              <a:rPr lang="en-US" sz="1400" b="0" dirty="0">
                <a:solidFill>
                  <a:srgbClr val="CE9178"/>
                </a:solidFill>
                <a:effectLst/>
                <a:latin typeface="Consolas" panose="020B0609020204030204" pitchFamily="49" charset="0"/>
              </a:rPr>
              <a:t>"</a:t>
            </a:r>
            <a:endParaRPr lang="en-US" sz="1400" b="0" dirty="0">
              <a:solidFill>
                <a:srgbClr val="D4D4D4"/>
              </a:solidFill>
              <a:effectLst/>
              <a:latin typeface="Consolas" panose="020B0609020204030204" pitchFamily="49" charset="0"/>
            </a:endParaRPr>
          </a:p>
          <a:p>
            <a:pPr>
              <a:lnSpc>
                <a:spcPts val="1425"/>
              </a:lnSpc>
              <a:buNone/>
            </a:pP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$lookup:</a:t>
            </a: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from:</a:t>
            </a:r>
            <a:r>
              <a:rPr lang="en-US" sz="1400" b="0" dirty="0">
                <a:solidFill>
                  <a:srgbClr val="D4D4D4"/>
                </a:solidFill>
                <a:effectLst/>
                <a:latin typeface="Consolas" panose="020B0609020204030204" pitchFamily="49" charset="0"/>
              </a:rPr>
              <a:t> </a:t>
            </a:r>
            <a:r>
              <a:rPr lang="en-US" sz="1400" b="0" dirty="0">
                <a:solidFill>
                  <a:srgbClr val="CE9178"/>
                </a:solidFill>
                <a:effectLst/>
                <a:latin typeface="Consolas" panose="020B0609020204030204" pitchFamily="49" charset="0"/>
              </a:rPr>
              <a:t>"donations"</a:t>
            </a:r>
            <a:r>
              <a:rPr lang="en-US" sz="1400" b="0" dirty="0">
                <a:solidFill>
                  <a:srgbClr val="D4D4D4"/>
                </a:solidFill>
                <a:effectLst/>
                <a:latin typeface="Consolas" panose="020B0609020204030204" pitchFamily="49" charset="0"/>
              </a:rPr>
              <a:t>,</a:t>
            </a:r>
          </a:p>
          <a:p>
            <a:pPr>
              <a:lnSpc>
                <a:spcPts val="1425"/>
              </a:lnSpc>
              <a:buNone/>
            </a:pPr>
            <a:r>
              <a:rPr lang="en-US" sz="1400" b="0" dirty="0">
                <a:solidFill>
                  <a:srgbClr val="D4D4D4"/>
                </a:solidFill>
                <a:effectLst/>
                <a:latin typeface="Consolas" panose="020B0609020204030204" pitchFamily="49" charset="0"/>
              </a:rPr>
              <a:t>      </a:t>
            </a:r>
            <a:r>
              <a:rPr lang="en-US" sz="1400" b="0" dirty="0" err="1">
                <a:solidFill>
                  <a:srgbClr val="9CDCFE"/>
                </a:solidFill>
                <a:effectLst/>
                <a:latin typeface="Consolas" panose="020B0609020204030204" pitchFamily="49" charset="0"/>
              </a:rPr>
              <a:t>localField</a:t>
            </a:r>
            <a:r>
              <a:rPr lang="en-US" sz="1400" b="0" dirty="0">
                <a:solidFill>
                  <a:srgbClr val="9CDCFE"/>
                </a:solidFill>
                <a:effectLst/>
                <a:latin typeface="Consolas" panose="020B0609020204030204" pitchFamily="49" charset="0"/>
              </a:rPr>
              <a:t>:</a:t>
            </a:r>
            <a:r>
              <a:rPr lang="en-US" sz="1400" b="0" dirty="0">
                <a:solidFill>
                  <a:srgbClr val="D4D4D4"/>
                </a:solidFill>
                <a:effectLst/>
                <a:latin typeface="Consolas" panose="020B0609020204030204" pitchFamily="49" charset="0"/>
              </a:rPr>
              <a:t> </a:t>
            </a:r>
            <a:r>
              <a:rPr lang="en-US" sz="1400" b="0" dirty="0">
                <a:solidFill>
                  <a:srgbClr val="CE9178"/>
                </a:solidFill>
                <a:effectLst/>
                <a:latin typeface="Consolas" panose="020B0609020204030204" pitchFamily="49" charset="0"/>
              </a:rPr>
              <a:t>"_id"</a:t>
            </a:r>
            <a:r>
              <a:rPr lang="en-US" sz="1400" b="0" dirty="0">
                <a:solidFill>
                  <a:srgbClr val="D4D4D4"/>
                </a:solidFill>
                <a:effectLst/>
                <a:latin typeface="Consolas" panose="020B0609020204030204" pitchFamily="49" charset="0"/>
              </a:rPr>
              <a:t>,</a:t>
            </a:r>
          </a:p>
          <a:p>
            <a:pPr>
              <a:lnSpc>
                <a:spcPts val="1425"/>
              </a:lnSpc>
              <a:buNone/>
            </a:pPr>
            <a:r>
              <a:rPr lang="en-US" sz="1400" b="0" dirty="0">
                <a:solidFill>
                  <a:srgbClr val="D4D4D4"/>
                </a:solidFill>
                <a:effectLst/>
                <a:latin typeface="Consolas" panose="020B0609020204030204" pitchFamily="49" charset="0"/>
              </a:rPr>
              <a:t>      </a:t>
            </a:r>
            <a:r>
              <a:rPr lang="en-US" sz="1400" b="0" dirty="0" err="1">
                <a:solidFill>
                  <a:srgbClr val="9CDCFE"/>
                </a:solidFill>
                <a:effectLst/>
                <a:latin typeface="Consolas" panose="020B0609020204030204" pitchFamily="49" charset="0"/>
              </a:rPr>
              <a:t>foreignField</a:t>
            </a:r>
            <a:r>
              <a:rPr lang="en-US" sz="1400" b="0" dirty="0">
                <a:solidFill>
                  <a:srgbClr val="9CDCFE"/>
                </a:solidFill>
                <a:effectLst/>
                <a:latin typeface="Consolas" panose="020B0609020204030204" pitchFamily="49" charset="0"/>
              </a:rPr>
              <a:t>:</a:t>
            </a:r>
            <a:r>
              <a:rPr lang="en-US" sz="1400" b="0" dirty="0">
                <a:solidFill>
                  <a:srgbClr val="D4D4D4"/>
                </a:solidFill>
                <a:effectLst/>
                <a:latin typeface="Consolas" panose="020B0609020204030204" pitchFamily="49" charset="0"/>
              </a:rPr>
              <a:t> </a:t>
            </a:r>
            <a:r>
              <a:rPr lang="en-US" sz="1400" b="0" dirty="0">
                <a:solidFill>
                  <a:srgbClr val="CE9178"/>
                </a:solidFill>
                <a:effectLst/>
                <a:latin typeface="Consolas" panose="020B0609020204030204" pitchFamily="49" charset="0"/>
              </a:rPr>
              <a:t>"</a:t>
            </a:r>
            <a:r>
              <a:rPr lang="en-US" sz="1400" b="0" dirty="0" err="1">
                <a:solidFill>
                  <a:srgbClr val="CE9178"/>
                </a:solidFill>
                <a:effectLst/>
                <a:latin typeface="Consolas" panose="020B0609020204030204" pitchFamily="49" charset="0"/>
              </a:rPr>
              <a:t>customerId</a:t>
            </a:r>
            <a:r>
              <a:rPr lang="en-US" sz="1400" b="0" dirty="0">
                <a:solidFill>
                  <a:srgbClr val="CE9178"/>
                </a:solidFill>
                <a:effectLst/>
                <a:latin typeface="Consolas" panose="020B0609020204030204" pitchFamily="49" charset="0"/>
              </a:rPr>
              <a:t>"</a:t>
            </a:r>
            <a:r>
              <a:rPr lang="en-US" sz="1400" b="0" dirty="0">
                <a:solidFill>
                  <a:srgbClr val="D4D4D4"/>
                </a:solidFill>
                <a:effectLst/>
                <a:latin typeface="Consolas" panose="020B0609020204030204" pitchFamily="49" charset="0"/>
              </a:rPr>
              <a:t>,</a:t>
            </a:r>
          </a:p>
          <a:p>
            <a:pPr>
              <a:lnSpc>
                <a:spcPts val="1425"/>
              </a:lnSpc>
              <a:buNone/>
            </a:pP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as:</a:t>
            </a:r>
            <a:r>
              <a:rPr lang="en-US" sz="1400" b="0" dirty="0">
                <a:solidFill>
                  <a:srgbClr val="D4D4D4"/>
                </a:solidFill>
                <a:effectLst/>
                <a:latin typeface="Consolas" panose="020B0609020204030204" pitchFamily="49" charset="0"/>
              </a:rPr>
              <a:t> </a:t>
            </a:r>
            <a:r>
              <a:rPr lang="en-US" sz="1400" b="0" dirty="0">
                <a:solidFill>
                  <a:srgbClr val="CE9178"/>
                </a:solidFill>
                <a:effectLst/>
                <a:latin typeface="Consolas" panose="020B0609020204030204" pitchFamily="49" charset="0"/>
              </a:rPr>
              <a:t>"</a:t>
            </a:r>
            <a:r>
              <a:rPr lang="en-US" sz="1400" b="0" dirty="0" err="1">
                <a:solidFill>
                  <a:srgbClr val="CE9178"/>
                </a:solidFill>
                <a:effectLst/>
                <a:latin typeface="Consolas" panose="020B0609020204030204" pitchFamily="49" charset="0"/>
              </a:rPr>
              <a:t>donationHistory</a:t>
            </a:r>
            <a:r>
              <a:rPr lang="en-US" sz="1400" b="0" dirty="0">
                <a:solidFill>
                  <a:srgbClr val="CE9178"/>
                </a:solidFill>
                <a:effectLst/>
                <a:latin typeface="Consolas" panose="020B0609020204030204" pitchFamily="49" charset="0"/>
              </a:rPr>
              <a:t>"</a:t>
            </a:r>
            <a:endParaRPr lang="en-US" sz="1400" b="0" dirty="0">
              <a:solidFill>
                <a:srgbClr val="D4D4D4"/>
              </a:solidFill>
              <a:effectLst/>
              <a:latin typeface="Consolas" panose="020B0609020204030204" pitchFamily="49" charset="0"/>
            </a:endParaRPr>
          </a:p>
          <a:p>
            <a:pPr>
              <a:lnSpc>
                <a:spcPts val="1425"/>
              </a:lnSpc>
              <a:buNone/>
            </a:pP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a:t>
            </a:r>
          </a:p>
          <a:p>
            <a:pPr>
              <a:lnSpc>
                <a:spcPts val="1425"/>
              </a:lnSpc>
              <a:buNone/>
            </a:pPr>
            <a:r>
              <a:rPr lang="en-US" sz="1400" b="0" dirty="0" err="1">
                <a:solidFill>
                  <a:srgbClr val="C8C8C8"/>
                </a:solidFill>
                <a:effectLst/>
                <a:latin typeface="Consolas" panose="020B0609020204030204" pitchFamily="49" charset="0"/>
              </a:rPr>
              <a:t>Explaination</a:t>
            </a:r>
            <a:r>
              <a:rPr lang="en-US" sz="1400" b="0" dirty="0">
                <a:solidFill>
                  <a:srgbClr val="D4D4D4"/>
                </a:solidFill>
                <a:effectLst/>
                <a:latin typeface="Consolas" panose="020B0609020204030204" pitchFamily="49" charset="0"/>
              </a:rPr>
              <a:t>:</a:t>
            </a:r>
          </a:p>
          <a:p>
            <a:pPr>
              <a:lnSpc>
                <a:spcPts val="1425"/>
              </a:lnSpc>
              <a:buNone/>
            </a:pPr>
            <a:r>
              <a:rPr lang="en-US" sz="1400" b="0" dirty="0">
                <a:solidFill>
                  <a:srgbClr val="9CDCFE"/>
                </a:solidFill>
                <a:effectLst/>
                <a:latin typeface="Consolas" panose="020B0609020204030204" pitchFamily="49" charset="0"/>
              </a:rPr>
              <a:t>This</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joins</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each</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customer</a:t>
            </a:r>
            <a:r>
              <a:rPr lang="en-US" sz="1400" b="0" dirty="0">
                <a:solidFill>
                  <a:srgbClr val="D4D4D4"/>
                </a:solidFill>
                <a:effectLst/>
                <a:latin typeface="Consolas" panose="020B0609020204030204" pitchFamily="49" charset="0"/>
              </a:rPr>
              <a:t> </a:t>
            </a:r>
            <a:r>
              <a:rPr lang="en-US" sz="1400" b="0" dirty="0">
                <a:solidFill>
                  <a:srgbClr val="C586C0"/>
                </a:solidFill>
                <a:effectLst/>
                <a:latin typeface="Consolas" panose="020B0609020204030204" pitchFamily="49" charset="0"/>
              </a:rPr>
              <a:t>with</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the</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orders</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they</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placed</a:t>
            </a:r>
            <a:r>
              <a:rPr lang="en-US" sz="1400" b="0" dirty="0">
                <a:solidFill>
                  <a:srgbClr val="D4D4D4"/>
                </a:solidFill>
                <a:effectLst/>
                <a:latin typeface="Consolas" panose="020B0609020204030204" pitchFamily="49" charset="0"/>
              </a:rPr>
              <a:t>.</a:t>
            </a:r>
          </a:p>
          <a:p>
            <a:pPr>
              <a:lnSpc>
                <a:spcPts val="1425"/>
              </a:lnSpc>
              <a:buNone/>
            </a:pPr>
            <a:r>
              <a:rPr lang="en-US" sz="1400" b="0" dirty="0">
                <a:solidFill>
                  <a:srgbClr val="9CDCFE"/>
                </a:solidFill>
                <a:effectLst/>
                <a:latin typeface="Consolas" panose="020B0609020204030204" pitchFamily="49" charset="0"/>
              </a:rPr>
              <a:t>You</a:t>
            </a:r>
            <a:r>
              <a:rPr lang="en-US" sz="1400" b="0" dirty="0">
                <a:solidFill>
                  <a:srgbClr val="D4D4D4"/>
                </a:solidFill>
                <a:effectLst/>
                <a:latin typeface="Consolas" panose="020B0609020204030204" pitchFamily="49" charset="0"/>
              </a:rPr>
              <a:t>’</a:t>
            </a:r>
            <a:r>
              <a:rPr lang="en-US" sz="1400" b="0" dirty="0">
                <a:solidFill>
                  <a:srgbClr val="9CDCFE"/>
                </a:solidFill>
                <a:effectLst/>
                <a:latin typeface="Consolas" panose="020B0609020204030204" pitchFamily="49" charset="0"/>
              </a:rPr>
              <a:t>ll</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get</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customer</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details</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along</a:t>
            </a:r>
            <a:r>
              <a:rPr lang="en-US" sz="1400" b="0" dirty="0">
                <a:solidFill>
                  <a:srgbClr val="D4D4D4"/>
                </a:solidFill>
                <a:effectLst/>
                <a:latin typeface="Consolas" panose="020B0609020204030204" pitchFamily="49" charset="0"/>
              </a:rPr>
              <a:t> </a:t>
            </a:r>
            <a:r>
              <a:rPr lang="en-US" sz="1400" b="0" dirty="0">
                <a:solidFill>
                  <a:srgbClr val="C586C0"/>
                </a:solidFill>
                <a:effectLst/>
                <a:latin typeface="Consolas" panose="020B0609020204030204" pitchFamily="49" charset="0"/>
              </a:rPr>
              <a:t>with</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a</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list</a:t>
            </a:r>
            <a:r>
              <a:rPr lang="en-US" sz="1400" b="0" dirty="0">
                <a:solidFill>
                  <a:srgbClr val="D4D4D4"/>
                </a:solidFill>
                <a:effectLst/>
                <a:latin typeface="Consolas" panose="020B0609020204030204" pitchFamily="49" charset="0"/>
              </a:rPr>
              <a:t> </a:t>
            </a:r>
            <a:r>
              <a:rPr lang="en-US" sz="1400" b="0" dirty="0">
                <a:solidFill>
                  <a:srgbClr val="569CD6"/>
                </a:solidFill>
                <a:effectLst/>
                <a:latin typeface="Consolas" panose="020B0609020204030204" pitchFamily="49" charset="0"/>
              </a:rPr>
              <a:t>of</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their</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past</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orders</a:t>
            </a:r>
            <a:r>
              <a:rPr lang="en-US" sz="14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2089410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E13C3-DD17-657E-9AC6-3C43085DA18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9ED77E6-1F3C-2528-CFB2-54D65FFFFAB6}"/>
              </a:ext>
            </a:extLst>
          </p:cNvPr>
          <p:cNvSpPr txBox="1"/>
          <p:nvPr/>
        </p:nvSpPr>
        <p:spPr>
          <a:xfrm>
            <a:off x="195942" y="209005"/>
            <a:ext cx="886781" cy="369332"/>
          </a:xfrm>
          <a:prstGeom prst="rect">
            <a:avLst/>
          </a:prstGeom>
          <a:noFill/>
        </p:spPr>
        <p:txBody>
          <a:bodyPr wrap="none" rtlCol="0">
            <a:spAutoFit/>
          </a:bodyPr>
          <a:lstStyle/>
          <a:p>
            <a:r>
              <a:rPr lang="en-US" dirty="0">
                <a:solidFill>
                  <a:srgbClr val="FFFF00"/>
                </a:solidFill>
              </a:rPr>
              <a:t>$count</a:t>
            </a:r>
          </a:p>
        </p:txBody>
      </p:sp>
      <p:sp>
        <p:nvSpPr>
          <p:cNvPr id="4" name="TextBox 3">
            <a:extLst>
              <a:ext uri="{FF2B5EF4-FFF2-40B4-BE49-F238E27FC236}">
                <a16:creationId xmlns:a16="http://schemas.microsoft.com/office/drawing/2014/main" id="{D8DC84B6-022D-BDB8-CEBA-BF1C18D3DCF5}"/>
              </a:ext>
            </a:extLst>
          </p:cNvPr>
          <p:cNvSpPr txBox="1"/>
          <p:nvPr/>
        </p:nvSpPr>
        <p:spPr>
          <a:xfrm>
            <a:off x="1082723" y="807830"/>
            <a:ext cx="8143164" cy="2979405"/>
          </a:xfrm>
          <a:prstGeom prst="rect">
            <a:avLst/>
          </a:prstGeom>
          <a:noFill/>
        </p:spPr>
        <p:txBody>
          <a:bodyPr wrap="square">
            <a:spAutoFit/>
          </a:bodyPr>
          <a:lstStyle/>
          <a:p>
            <a:pPr>
              <a:lnSpc>
                <a:spcPts val="1425"/>
              </a:lnSpc>
              <a:buNone/>
            </a:pP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Goal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How</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many</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orders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are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pending</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orders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aggregate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$match:</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status:</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"pending"</a:t>
            </a:r>
            <a:r>
              <a:rPr lang="en-US" b="0" dirty="0">
                <a:solidFill>
                  <a:srgbClr val="D4D4D4"/>
                </a:solidFill>
                <a:effectLst/>
                <a:latin typeface="Consolas" panose="020B0609020204030204" pitchFamily="49" charset="0"/>
              </a:rPr>
              <a:t> } },</a:t>
            </a:r>
          </a:p>
          <a:p>
            <a:pPr>
              <a:lnSpc>
                <a:spcPts val="1425"/>
              </a:lnSpc>
              <a:buNone/>
            </a:pP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$count:</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pendingOrdersCount</a:t>
            </a:r>
            <a:r>
              <a:rPr lang="en-US" b="0" dirty="0">
                <a:solidFill>
                  <a:srgbClr val="CE9178"/>
                </a:solidFill>
                <a:effectLst/>
                <a:latin typeface="Consolas" panose="020B0609020204030204" pitchFamily="49" charset="0"/>
              </a:rPr>
              <a:t>"</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B5CEA8"/>
                </a:solidFill>
                <a:effectLst/>
                <a:latin typeface="Consolas" panose="020B0609020204030204" pitchFamily="49" charset="0"/>
              </a:rPr>
              <a:t>2.</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Goal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How</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many</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customers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are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from</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New</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York</a:t>
            </a:r>
            <a:r>
              <a:rPr lang="en-US" b="0" dirty="0">
                <a:solidFill>
                  <a:srgbClr val="D4D4D4"/>
                </a:solidFill>
                <a:effectLst/>
                <a:latin typeface="Consolas" panose="020B0609020204030204" pitchFamily="49" charset="0"/>
              </a:rPr>
              <a:t>: </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customers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aggregate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$match:</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location:</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"New York"</a:t>
            </a:r>
            <a:r>
              <a:rPr lang="en-US" b="0" dirty="0">
                <a:solidFill>
                  <a:srgbClr val="D4D4D4"/>
                </a:solidFill>
                <a:effectLst/>
                <a:latin typeface="Consolas" panose="020B0609020204030204" pitchFamily="49" charset="0"/>
              </a:rPr>
              <a:t> } },</a:t>
            </a:r>
          </a:p>
          <a:p>
            <a:pPr>
              <a:lnSpc>
                <a:spcPts val="1425"/>
              </a:lnSpc>
              <a:buNone/>
            </a:pP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$count:</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NewYorkCustCount</a:t>
            </a:r>
            <a:r>
              <a:rPr lang="en-US" b="0" dirty="0">
                <a:solidFill>
                  <a:srgbClr val="CE9178"/>
                </a:solidFill>
                <a:effectLst/>
                <a:latin typeface="Consolas" panose="020B0609020204030204" pitchFamily="49" charset="0"/>
              </a:rPr>
              <a:t>"</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29134317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FD228-E369-ABE6-14FF-4D22C51756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2B38631-CE75-582D-301D-E235873A43A9}"/>
              </a:ext>
            </a:extLst>
          </p:cNvPr>
          <p:cNvSpPr txBox="1"/>
          <p:nvPr/>
        </p:nvSpPr>
        <p:spPr>
          <a:xfrm>
            <a:off x="195942" y="209005"/>
            <a:ext cx="1287275" cy="369332"/>
          </a:xfrm>
          <a:prstGeom prst="rect">
            <a:avLst/>
          </a:prstGeom>
          <a:noFill/>
        </p:spPr>
        <p:txBody>
          <a:bodyPr wrap="none" rtlCol="0">
            <a:spAutoFit/>
          </a:bodyPr>
          <a:lstStyle/>
          <a:p>
            <a:r>
              <a:rPr lang="en-US" dirty="0">
                <a:solidFill>
                  <a:srgbClr val="FFFF00"/>
                </a:solidFill>
              </a:rPr>
              <a:t>$</a:t>
            </a:r>
            <a:r>
              <a:rPr lang="en-US" dirty="0" err="1">
                <a:solidFill>
                  <a:srgbClr val="FFFF00"/>
                </a:solidFill>
              </a:rPr>
              <a:t>addFields</a:t>
            </a:r>
            <a:endParaRPr lang="en-US" dirty="0">
              <a:solidFill>
                <a:srgbClr val="FFFF00"/>
              </a:solidFill>
            </a:endParaRPr>
          </a:p>
        </p:txBody>
      </p:sp>
      <p:sp>
        <p:nvSpPr>
          <p:cNvPr id="4" name="TextBox 3">
            <a:extLst>
              <a:ext uri="{FF2B5EF4-FFF2-40B4-BE49-F238E27FC236}">
                <a16:creationId xmlns:a16="http://schemas.microsoft.com/office/drawing/2014/main" id="{B90984AD-2EA1-3556-46A4-AF9C6AE42852}"/>
              </a:ext>
            </a:extLst>
          </p:cNvPr>
          <p:cNvSpPr txBox="1"/>
          <p:nvPr/>
        </p:nvSpPr>
        <p:spPr>
          <a:xfrm>
            <a:off x="2477069" y="2301782"/>
            <a:ext cx="4954136" cy="2261260"/>
          </a:xfrm>
          <a:prstGeom prst="rect">
            <a:avLst/>
          </a:prstGeom>
          <a:noFill/>
        </p:spPr>
        <p:txBody>
          <a:bodyPr wrap="square">
            <a:spAutoFit/>
          </a:bodyPr>
          <a:lstStyle/>
          <a:p>
            <a:pPr>
              <a:lnSpc>
                <a:spcPts val="1425"/>
              </a:lnSpc>
              <a:buNone/>
            </a:pP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Goal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Add</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tax</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field</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to</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each</a:t>
            </a:r>
            <a:r>
              <a:rPr lang="en-US" b="0" dirty="0">
                <a:solidFill>
                  <a:srgbClr val="D4D4D4"/>
                </a:solidFill>
                <a:effectLst/>
                <a:latin typeface="Consolas" panose="020B0609020204030204" pitchFamily="49" charset="0"/>
              </a:rPr>
              <a:t> </a:t>
            </a:r>
            <a:r>
              <a:rPr lang="en-US" b="0" dirty="0">
                <a:solidFill>
                  <a:srgbClr val="DCDCAA"/>
                </a:solidFill>
                <a:effectLst/>
                <a:latin typeface="Consolas" panose="020B0609020204030204" pitchFamily="49" charset="0"/>
              </a:rPr>
              <a:t>order</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10</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orders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aggregate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t>
            </a:r>
            <a:r>
              <a:rPr lang="en-US" b="0" dirty="0" err="1">
                <a:solidFill>
                  <a:srgbClr val="9CDCFE"/>
                </a:solidFill>
                <a:effectLst/>
                <a:latin typeface="Consolas" panose="020B0609020204030204" pitchFamily="49" charset="0"/>
              </a:rPr>
              <a:t>addFields</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tax:</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$multiply:</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"$total"</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0.10</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16400531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8A5FA0-1AEC-F2EB-EE77-1D22636CD08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589B708-F02F-05E7-1D03-82221C47C34A}"/>
              </a:ext>
            </a:extLst>
          </p:cNvPr>
          <p:cNvSpPr txBox="1"/>
          <p:nvPr/>
        </p:nvSpPr>
        <p:spPr>
          <a:xfrm>
            <a:off x="195942" y="209005"/>
            <a:ext cx="735842" cy="369332"/>
          </a:xfrm>
          <a:prstGeom prst="rect">
            <a:avLst/>
          </a:prstGeom>
          <a:noFill/>
        </p:spPr>
        <p:txBody>
          <a:bodyPr wrap="none" rtlCol="0">
            <a:spAutoFit/>
          </a:bodyPr>
          <a:lstStyle/>
          <a:p>
            <a:r>
              <a:rPr lang="en-US" dirty="0">
                <a:solidFill>
                  <a:srgbClr val="FFFF00"/>
                </a:solidFill>
              </a:rPr>
              <a:t>$expr</a:t>
            </a:r>
          </a:p>
        </p:txBody>
      </p:sp>
      <p:sp>
        <p:nvSpPr>
          <p:cNvPr id="4" name="TextBox 3">
            <a:extLst>
              <a:ext uri="{FF2B5EF4-FFF2-40B4-BE49-F238E27FC236}">
                <a16:creationId xmlns:a16="http://schemas.microsoft.com/office/drawing/2014/main" id="{FB92801D-53D1-8910-96A5-8C5596C369B1}"/>
              </a:ext>
            </a:extLst>
          </p:cNvPr>
          <p:cNvSpPr txBox="1"/>
          <p:nvPr/>
        </p:nvSpPr>
        <p:spPr>
          <a:xfrm>
            <a:off x="368488" y="816667"/>
            <a:ext cx="9103057" cy="4415696"/>
          </a:xfrm>
          <a:prstGeom prst="rect">
            <a:avLst/>
          </a:prstGeom>
          <a:noFill/>
        </p:spPr>
        <p:txBody>
          <a:bodyPr wrap="square">
            <a:spAutoFit/>
          </a:bodyPr>
          <a:lstStyle/>
          <a:p>
            <a:pPr>
              <a:lnSpc>
                <a:spcPts val="1425"/>
              </a:lnSpc>
              <a:buNone/>
            </a:pP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Goal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Find</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orders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where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total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greater</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than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$500</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orders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find</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$expr:</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a:t>
            </a:r>
            <a:r>
              <a:rPr lang="en-US" b="0" dirty="0" err="1">
                <a:solidFill>
                  <a:srgbClr val="9CDCFE"/>
                </a:solidFill>
                <a:effectLst/>
                <a:latin typeface="Consolas" panose="020B0609020204030204" pitchFamily="49" charset="0"/>
              </a:rPr>
              <a:t>gt</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"$total"</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500</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C8C8C8"/>
                </a:solidFill>
                <a:effectLst/>
                <a:latin typeface="Consolas" panose="020B0609020204030204" pitchFamily="49" charset="0"/>
              </a:rPr>
              <a:t>Explaination</a:t>
            </a:r>
            <a:r>
              <a:rPr lang="en-US" b="0" dirty="0">
                <a:solidFill>
                  <a:srgbClr val="D4D4D4"/>
                </a:solidFill>
                <a:effectLst/>
                <a:latin typeface="Consolas" panose="020B0609020204030204" pitchFamily="49" charset="0"/>
              </a:rPr>
              <a:t>:</a:t>
            </a:r>
          </a:p>
          <a:p>
            <a:pPr>
              <a:lnSpc>
                <a:spcPts val="1425"/>
              </a:lnSpc>
              <a:buNone/>
            </a:pPr>
            <a:r>
              <a:rPr lang="en-US" b="0" dirty="0">
                <a:solidFill>
                  <a:srgbClr val="9CDCFE"/>
                </a:solidFill>
                <a:effectLst/>
                <a:latin typeface="Consolas" panose="020B0609020204030204" pitchFamily="49" charset="0"/>
              </a:rPr>
              <a:t>This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returns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high</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value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orders</a:t>
            </a:r>
            <a:r>
              <a:rPr lang="en-US" b="0" dirty="0">
                <a:solidFill>
                  <a:srgbClr val="D4D4D4"/>
                </a:solidFill>
                <a:effectLst/>
                <a:latin typeface="Consolas" panose="020B0609020204030204" pitchFamily="49" charset="0"/>
              </a:rPr>
              <a:t> </a:t>
            </a:r>
            <a:r>
              <a:rPr lang="en-US" b="0" dirty="0">
                <a:solidFill>
                  <a:srgbClr val="C586C0"/>
                </a:solidFill>
                <a:effectLst/>
                <a:latin typeface="Consolas" panose="020B0609020204030204" pitchFamily="49" charset="0"/>
              </a:rPr>
              <a:t>with</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total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field</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above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$500</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using</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field</a:t>
            </a:r>
            <a:r>
              <a:rPr lang="en-US" b="0" dirty="0">
                <a:solidFill>
                  <a:srgbClr val="D4D4D4"/>
                </a:solidFill>
                <a:effectLst/>
                <a:latin typeface="Consolas" panose="020B0609020204030204" pitchFamily="49" charset="0"/>
              </a:rPr>
              <a:t>-to-value comparison</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B5CEA8"/>
                </a:solidFill>
                <a:effectLst/>
                <a:latin typeface="Consolas" panose="020B0609020204030204" pitchFamily="49" charset="0"/>
              </a:rPr>
              <a:t>2.</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Goal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Find</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customers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who</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are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least</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30</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years</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old</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customers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find</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$expr:</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a:t>
            </a:r>
            <a:r>
              <a:rPr lang="en-US" b="0" dirty="0" err="1">
                <a:solidFill>
                  <a:srgbClr val="9CDCFE"/>
                </a:solidFill>
                <a:effectLst/>
                <a:latin typeface="Consolas" panose="020B0609020204030204" pitchFamily="49" charset="0"/>
              </a:rPr>
              <a:t>gte</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"$age"</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30</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C8C8C8"/>
                </a:solidFill>
                <a:effectLst/>
                <a:latin typeface="Consolas" panose="020B0609020204030204" pitchFamily="49" charset="0"/>
              </a:rPr>
              <a:t>Explaination</a:t>
            </a:r>
            <a:r>
              <a:rPr lang="en-US" b="0" dirty="0">
                <a:solidFill>
                  <a:srgbClr val="D4D4D4"/>
                </a:solidFill>
                <a:effectLst/>
                <a:latin typeface="Consolas" panose="020B0609020204030204" pitchFamily="49" charset="0"/>
              </a:rPr>
              <a:t>:</a:t>
            </a:r>
          </a:p>
          <a:p>
            <a:pPr>
              <a:lnSpc>
                <a:spcPts val="1425"/>
              </a:lnSpc>
              <a:buNone/>
            </a:pPr>
            <a:r>
              <a:rPr lang="en-US" b="0" dirty="0">
                <a:solidFill>
                  <a:srgbClr val="9CDCFE"/>
                </a:solidFill>
                <a:effectLst/>
                <a:latin typeface="Consolas" panose="020B0609020204030204" pitchFamily="49" charset="0"/>
              </a:rPr>
              <a:t>Returns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all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customers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whose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age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greater</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than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or</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equal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to</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30.</a:t>
            </a:r>
            <a:r>
              <a:rPr lang="en-US" b="0" dirty="0">
                <a:solidFill>
                  <a:srgbClr val="D4D4D4"/>
                </a:solidFill>
                <a:effectLst/>
                <a:latin typeface="Consolas" panose="020B0609020204030204" pitchFamily="49" charset="0"/>
              </a:rPr>
              <a:t> </a:t>
            </a:r>
            <a:r>
              <a:rPr lang="en-US" b="0" dirty="0">
                <a:solidFill>
                  <a:srgbClr val="4FC1FF"/>
                </a:solidFill>
                <a:effectLst/>
                <a:latin typeface="Consolas" panose="020B0609020204030204" pitchFamily="49" charset="0"/>
              </a:rPr>
              <a:t>A</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classic</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use</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of</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$expr</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for</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field</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to</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constant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comparison</a:t>
            </a:r>
            <a:r>
              <a:rPr lang="en-US"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1635395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8D918A-F94C-E4EC-7A4F-9335D24AFD2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7DAEF38-1D13-71E6-256F-CCE23B34F673}"/>
              </a:ext>
            </a:extLst>
          </p:cNvPr>
          <p:cNvSpPr txBox="1"/>
          <p:nvPr/>
        </p:nvSpPr>
        <p:spPr>
          <a:xfrm>
            <a:off x="195942" y="209005"/>
            <a:ext cx="813043" cy="369332"/>
          </a:xfrm>
          <a:prstGeom prst="rect">
            <a:avLst/>
          </a:prstGeom>
          <a:noFill/>
        </p:spPr>
        <p:txBody>
          <a:bodyPr wrap="none" rtlCol="0">
            <a:spAutoFit/>
          </a:bodyPr>
          <a:lstStyle/>
          <a:p>
            <a:r>
              <a:rPr lang="en-US" dirty="0">
                <a:solidFill>
                  <a:srgbClr val="FFFF00"/>
                </a:solidFill>
              </a:rPr>
              <a:t>$</a:t>
            </a:r>
            <a:r>
              <a:rPr lang="en-US" dirty="0" err="1">
                <a:solidFill>
                  <a:srgbClr val="FFFF00"/>
                </a:solidFill>
              </a:rPr>
              <a:t>cond</a:t>
            </a:r>
            <a:endParaRPr lang="en-US" dirty="0">
              <a:solidFill>
                <a:srgbClr val="FFFF00"/>
              </a:solidFill>
            </a:endParaRPr>
          </a:p>
        </p:txBody>
      </p:sp>
      <p:sp>
        <p:nvSpPr>
          <p:cNvPr id="4" name="TextBox 3">
            <a:extLst>
              <a:ext uri="{FF2B5EF4-FFF2-40B4-BE49-F238E27FC236}">
                <a16:creationId xmlns:a16="http://schemas.microsoft.com/office/drawing/2014/main" id="{E9220430-F8BF-909B-D93A-2BC2505A4EC8}"/>
              </a:ext>
            </a:extLst>
          </p:cNvPr>
          <p:cNvSpPr txBox="1"/>
          <p:nvPr/>
        </p:nvSpPr>
        <p:spPr>
          <a:xfrm>
            <a:off x="614148" y="865492"/>
            <a:ext cx="8871045" cy="4774769"/>
          </a:xfrm>
          <a:prstGeom prst="rect">
            <a:avLst/>
          </a:prstGeom>
          <a:noFill/>
        </p:spPr>
        <p:txBody>
          <a:bodyPr wrap="square">
            <a:spAutoFit/>
          </a:bodyPr>
          <a:lstStyle/>
          <a:p>
            <a:pPr>
              <a:lnSpc>
                <a:spcPts val="1425"/>
              </a:lnSpc>
              <a:buNone/>
            </a:pP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Goal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Find</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customers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who</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are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tagged</a:t>
            </a:r>
            <a:r>
              <a:rPr lang="en-US" b="0" dirty="0">
                <a:solidFill>
                  <a:srgbClr val="D4D4D4"/>
                </a:solidFill>
                <a:effectLst/>
                <a:latin typeface="Consolas" panose="020B0609020204030204" pitchFamily="49" charset="0"/>
              </a:rPr>
              <a:t> </a:t>
            </a:r>
            <a:r>
              <a:rPr lang="en-US" b="0" dirty="0">
                <a:solidFill>
                  <a:srgbClr val="C586C0"/>
                </a:solidFill>
                <a:effectLst/>
                <a:latin typeface="Consolas" panose="020B0609020204030204" pitchFamily="49" charset="0"/>
              </a:rPr>
              <a:t>as</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"young"</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if</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age</a:t>
            </a:r>
            <a:r>
              <a:rPr lang="en-US" b="0" dirty="0">
                <a:solidFill>
                  <a:srgbClr val="D4D4D4"/>
                </a:solidFill>
                <a:effectLst/>
                <a:latin typeface="Consolas" panose="020B0609020204030204" pitchFamily="49" charset="0"/>
              </a:rPr>
              <a:t> &lt; </a:t>
            </a:r>
            <a:r>
              <a:rPr lang="en-US" b="0" dirty="0">
                <a:solidFill>
                  <a:srgbClr val="B5CEA8"/>
                </a:solidFill>
                <a:effectLst/>
                <a:latin typeface="Consolas" panose="020B0609020204030204" pitchFamily="49" charset="0"/>
              </a:rPr>
              <a:t>30</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and</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"senior"</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if</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age</a:t>
            </a:r>
            <a:r>
              <a:rPr lang="en-US" b="0" dirty="0">
                <a:solidFill>
                  <a:srgbClr val="D4D4D4"/>
                </a:solidFill>
                <a:effectLst/>
                <a:latin typeface="Consolas" panose="020B0609020204030204" pitchFamily="49" charset="0"/>
              </a:rPr>
              <a:t> ≥ </a:t>
            </a:r>
            <a:r>
              <a:rPr lang="en-US" b="0" dirty="0">
                <a:solidFill>
                  <a:srgbClr val="B5CEA8"/>
                </a:solidFill>
                <a:effectLst/>
                <a:latin typeface="Consolas" panose="020B0609020204030204" pitchFamily="49" charset="0"/>
              </a:rPr>
              <a:t>30</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4EC9B0"/>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4EC9B0"/>
                </a:solidFill>
                <a:effectLst/>
                <a:latin typeface="Consolas" panose="020B0609020204030204" pitchFamily="49" charset="0"/>
              </a:rPr>
              <a:t>customers</a:t>
            </a:r>
            <a:r>
              <a:rPr lang="en-US" b="0" dirty="0" err="1">
                <a:solidFill>
                  <a:srgbClr val="D4D4D4"/>
                </a:solidFill>
                <a:effectLst/>
                <a:latin typeface="Consolas" panose="020B0609020204030204" pitchFamily="49" charset="0"/>
              </a:rPr>
              <a:t>.</a:t>
            </a:r>
            <a:r>
              <a:rPr lang="en-US" b="0" dirty="0" err="1">
                <a:solidFill>
                  <a:srgbClr val="4EC9B0"/>
                </a:solidFill>
                <a:effectLst/>
                <a:latin typeface="Consolas" panose="020B0609020204030204" pitchFamily="49" charset="0"/>
              </a:rPr>
              <a:t>aggregate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$project</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name</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age</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ageGroup</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t>
            </a:r>
            <a:r>
              <a:rPr lang="en-US" b="0" dirty="0" err="1">
                <a:solidFill>
                  <a:srgbClr val="9CDCFE"/>
                </a:solidFill>
                <a:effectLst/>
                <a:latin typeface="Consolas" panose="020B0609020204030204" pitchFamily="49" charset="0"/>
              </a:rPr>
              <a:t>cond</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if</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a:t>
            </a:r>
            <a:r>
              <a:rPr lang="en-US" b="0" dirty="0" err="1">
                <a:solidFill>
                  <a:srgbClr val="9CDCFE"/>
                </a:solidFill>
                <a:effectLst/>
                <a:latin typeface="Consolas" panose="020B0609020204030204" pitchFamily="49" charset="0"/>
              </a:rPr>
              <a:t>lt</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"$age"</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30</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then</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"young"</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else</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"senior"</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4EC9B0"/>
                </a:solidFill>
                <a:effectLst/>
                <a:latin typeface="Consolas" panose="020B0609020204030204" pitchFamily="49" charset="0"/>
              </a:rPr>
              <a:t>Explaination</a:t>
            </a:r>
            <a:r>
              <a:rPr lang="en-US" b="0" dirty="0">
                <a:solidFill>
                  <a:srgbClr val="D4D4D4"/>
                </a:solidFill>
                <a:effectLst/>
                <a:latin typeface="Consolas" panose="020B0609020204030204" pitchFamily="49" charset="0"/>
              </a:rPr>
              <a:t>:</a:t>
            </a:r>
          </a:p>
          <a:p>
            <a:pPr>
              <a:lnSpc>
                <a:spcPts val="1425"/>
              </a:lnSpc>
              <a:buNone/>
            </a:pPr>
            <a:r>
              <a:rPr lang="en-US" b="0" dirty="0">
                <a:solidFill>
                  <a:srgbClr val="4EC9B0"/>
                </a:solidFill>
                <a:effectLst/>
                <a:latin typeface="Consolas" panose="020B0609020204030204" pitchFamily="49" charset="0"/>
              </a:rPr>
              <a:t>This</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classifies</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customers</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into</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"young"</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or</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"senior"</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groups</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based</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on</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age</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using</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$cond</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p:txBody>
      </p:sp>
    </p:spTree>
    <p:extLst>
      <p:ext uri="{BB962C8B-B14F-4D97-AF65-F5344CB8AC3E}">
        <p14:creationId xmlns:p14="http://schemas.microsoft.com/office/powerpoint/2010/main" val="28670583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4D7C7-B9FC-85EA-F65B-2B272869C65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201BADB-7FBE-8623-08DA-369830BA42E7}"/>
              </a:ext>
            </a:extLst>
          </p:cNvPr>
          <p:cNvSpPr txBox="1"/>
          <p:nvPr/>
        </p:nvSpPr>
        <p:spPr>
          <a:xfrm>
            <a:off x="195942" y="209005"/>
            <a:ext cx="813043" cy="369332"/>
          </a:xfrm>
          <a:prstGeom prst="rect">
            <a:avLst/>
          </a:prstGeom>
          <a:noFill/>
        </p:spPr>
        <p:txBody>
          <a:bodyPr wrap="none" rtlCol="0">
            <a:spAutoFit/>
          </a:bodyPr>
          <a:lstStyle/>
          <a:p>
            <a:r>
              <a:rPr lang="en-US" dirty="0">
                <a:solidFill>
                  <a:srgbClr val="FFFF00"/>
                </a:solidFill>
              </a:rPr>
              <a:t>$</a:t>
            </a:r>
            <a:r>
              <a:rPr lang="en-US" dirty="0" err="1">
                <a:solidFill>
                  <a:srgbClr val="FFFF00"/>
                </a:solidFill>
              </a:rPr>
              <a:t>cond</a:t>
            </a:r>
            <a:endParaRPr lang="en-US" dirty="0">
              <a:solidFill>
                <a:srgbClr val="FFFF00"/>
              </a:solidFill>
            </a:endParaRPr>
          </a:p>
        </p:txBody>
      </p:sp>
      <p:sp>
        <p:nvSpPr>
          <p:cNvPr id="4" name="TextBox 3">
            <a:extLst>
              <a:ext uri="{FF2B5EF4-FFF2-40B4-BE49-F238E27FC236}">
                <a16:creationId xmlns:a16="http://schemas.microsoft.com/office/drawing/2014/main" id="{C90D2FA6-A9BC-0DFE-910B-222DE1107CCE}"/>
              </a:ext>
            </a:extLst>
          </p:cNvPr>
          <p:cNvSpPr txBox="1"/>
          <p:nvPr/>
        </p:nvSpPr>
        <p:spPr>
          <a:xfrm>
            <a:off x="195942" y="685955"/>
            <a:ext cx="9439377" cy="4774769"/>
          </a:xfrm>
          <a:prstGeom prst="rect">
            <a:avLst/>
          </a:prstGeom>
          <a:noFill/>
        </p:spPr>
        <p:txBody>
          <a:bodyPr wrap="square">
            <a:spAutoFit/>
          </a:bodyPr>
          <a:lstStyle/>
          <a:p>
            <a:pPr>
              <a:lnSpc>
                <a:spcPts val="1425"/>
              </a:lnSpc>
              <a:buNone/>
            </a:pPr>
            <a:r>
              <a:rPr lang="en-US" b="0" dirty="0">
                <a:solidFill>
                  <a:srgbClr val="B5CEA8"/>
                </a:solidFill>
                <a:effectLst/>
                <a:latin typeface="Consolas" panose="020B0609020204030204" pitchFamily="49" charset="0"/>
              </a:rPr>
              <a:t>2.</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Goal</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Dynamically</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Add</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a:t>
            </a:r>
            <a:r>
              <a:rPr lang="en-US" b="0" dirty="0">
                <a:solidFill>
                  <a:srgbClr val="D4D4D4"/>
                </a:solidFill>
                <a:effectLst/>
                <a:latin typeface="Consolas" panose="020B0609020204030204" pitchFamily="49" charset="0"/>
              </a:rPr>
              <a:t> </a:t>
            </a:r>
            <a:r>
              <a:rPr lang="en-US" b="0" dirty="0" err="1">
                <a:solidFill>
                  <a:srgbClr val="4EC9B0"/>
                </a:solidFill>
                <a:effectLst/>
                <a:latin typeface="Consolas" panose="020B0609020204030204" pitchFamily="49" charset="0"/>
              </a:rPr>
              <a:t>stockStatus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field</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to</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products</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a:t>
            </a:r>
            <a:r>
              <a:rPr lang="en-US" b="0" dirty="0">
                <a:solidFill>
                  <a:srgbClr val="4EC9B0"/>
                </a:solidFill>
                <a:effectLst/>
                <a:latin typeface="Consolas" panose="020B0609020204030204" pitchFamily="49" charset="0"/>
              </a:rPr>
              <a:t>In</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Stock</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if</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stock</a:t>
            </a:r>
            <a:r>
              <a:rPr lang="en-US" b="0" dirty="0">
                <a:solidFill>
                  <a:srgbClr val="D4D4D4"/>
                </a:solidFill>
                <a:effectLst/>
                <a:latin typeface="Consolas" panose="020B0609020204030204" pitchFamily="49" charset="0"/>
              </a:rPr>
              <a:t> ≥ </a:t>
            </a:r>
            <a:r>
              <a:rPr lang="en-US" b="0" dirty="0">
                <a:solidFill>
                  <a:srgbClr val="B5CEA8"/>
                </a:solidFill>
                <a:effectLst/>
                <a:latin typeface="Consolas" panose="020B0609020204030204" pitchFamily="49" charset="0"/>
              </a:rPr>
              <a:t>100</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else</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Low</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Stock</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4EC9B0"/>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4EC9B0"/>
                </a:solidFill>
                <a:effectLst/>
                <a:latin typeface="Consolas" panose="020B0609020204030204" pitchFamily="49" charset="0"/>
              </a:rPr>
              <a:t>products</a:t>
            </a:r>
            <a:r>
              <a:rPr lang="en-US" b="0" dirty="0" err="1">
                <a:solidFill>
                  <a:srgbClr val="D4D4D4"/>
                </a:solidFill>
                <a:effectLst/>
                <a:latin typeface="Consolas" panose="020B0609020204030204" pitchFamily="49" charset="0"/>
              </a:rPr>
              <a:t>.</a:t>
            </a:r>
            <a:r>
              <a:rPr lang="en-US" b="0" dirty="0" err="1">
                <a:solidFill>
                  <a:srgbClr val="4EC9B0"/>
                </a:solidFill>
                <a:effectLst/>
                <a:latin typeface="Consolas" panose="020B0609020204030204" pitchFamily="49" charset="0"/>
              </a:rPr>
              <a:t>aggregate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t>
            </a:r>
            <a:r>
              <a:rPr lang="en-US" b="0" dirty="0" err="1">
                <a:solidFill>
                  <a:srgbClr val="9CDCFE"/>
                </a:solidFill>
                <a:effectLst/>
                <a:latin typeface="Consolas" panose="020B0609020204030204" pitchFamily="49" charset="0"/>
              </a:rPr>
              <a:t>addFields</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stockStatus</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t>
            </a:r>
            <a:r>
              <a:rPr lang="en-US" b="0" dirty="0" err="1">
                <a:solidFill>
                  <a:srgbClr val="9CDCFE"/>
                </a:solidFill>
                <a:effectLst/>
                <a:latin typeface="Consolas" panose="020B0609020204030204" pitchFamily="49" charset="0"/>
              </a:rPr>
              <a:t>cond</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if</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a:t>
            </a:r>
            <a:r>
              <a:rPr lang="en-US" b="0" dirty="0" err="1">
                <a:solidFill>
                  <a:srgbClr val="9CDCFE"/>
                </a:solidFill>
                <a:effectLst/>
                <a:latin typeface="Consolas" panose="020B0609020204030204" pitchFamily="49" charset="0"/>
              </a:rPr>
              <a:t>gte</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"$stock"</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100</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then</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"In Stock"</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else</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"Low Stock"</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4EC9B0"/>
                </a:solidFill>
                <a:effectLst/>
                <a:latin typeface="Consolas" panose="020B0609020204030204" pitchFamily="49" charset="0"/>
              </a:rPr>
              <a:t>Explaination</a:t>
            </a:r>
            <a:r>
              <a:rPr lang="en-US" b="0" dirty="0">
                <a:solidFill>
                  <a:srgbClr val="D4D4D4"/>
                </a:solidFill>
                <a:effectLst/>
                <a:latin typeface="Consolas" panose="020B0609020204030204" pitchFamily="49" charset="0"/>
              </a:rPr>
              <a:t>:</a:t>
            </a:r>
          </a:p>
          <a:p>
            <a:pPr>
              <a:lnSpc>
                <a:spcPts val="1425"/>
              </a:lnSpc>
              <a:buNone/>
            </a:pPr>
            <a:r>
              <a:rPr lang="en-US" b="0" dirty="0">
                <a:solidFill>
                  <a:srgbClr val="4EC9B0"/>
                </a:solidFill>
                <a:effectLst/>
                <a:latin typeface="Consolas" panose="020B0609020204030204" pitchFamily="49" charset="0"/>
              </a:rPr>
              <a:t>Dynamically</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add</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new</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fields</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to</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documents</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based</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on</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conditions</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like</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tagging</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flagging</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or</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labeling</a:t>
            </a:r>
            <a:r>
              <a:rPr lang="en-US" b="0" dirty="0">
                <a:solidFill>
                  <a:srgbClr val="D4D4D4"/>
                </a:solidFill>
                <a:effectLst/>
                <a:latin typeface="Consolas" panose="020B0609020204030204" pitchFamily="49" charset="0"/>
              </a:rPr>
              <a:t>.</a:t>
            </a:r>
          </a:p>
          <a:p>
            <a:pPr>
              <a:lnSpc>
                <a:spcPts val="1425"/>
              </a:lnSpc>
              <a:buNone/>
            </a:pPr>
            <a:r>
              <a:rPr lang="en-US" b="0" dirty="0">
                <a:solidFill>
                  <a:srgbClr val="4EC9B0"/>
                </a:solidFill>
                <a:effectLst/>
                <a:latin typeface="Consolas" panose="020B0609020204030204" pitchFamily="49" charset="0"/>
              </a:rPr>
              <a:t>Adds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new</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field</a:t>
            </a:r>
            <a:r>
              <a:rPr lang="en-US" b="0" dirty="0">
                <a:solidFill>
                  <a:srgbClr val="D4D4D4"/>
                </a:solidFill>
                <a:effectLst/>
                <a:latin typeface="Consolas" panose="020B0609020204030204" pitchFamily="49" charset="0"/>
              </a:rPr>
              <a:t> </a:t>
            </a:r>
            <a:r>
              <a:rPr lang="en-US" b="0" dirty="0" err="1">
                <a:solidFill>
                  <a:srgbClr val="4EC9B0"/>
                </a:solidFill>
                <a:effectLst/>
                <a:latin typeface="Consolas" panose="020B0609020204030204" pitchFamily="49" charset="0"/>
              </a:rPr>
              <a:t>stockStatus</a:t>
            </a:r>
            <a:r>
              <a:rPr lang="en-US" b="0" dirty="0">
                <a:solidFill>
                  <a:srgbClr val="D4D4D4"/>
                </a:solidFill>
                <a:effectLst/>
                <a:latin typeface="Consolas" panose="020B0609020204030204" pitchFamily="49" charset="0"/>
              </a:rPr>
              <a:t>.</a:t>
            </a:r>
          </a:p>
          <a:p>
            <a:pPr>
              <a:lnSpc>
                <a:spcPts val="1425"/>
              </a:lnSpc>
              <a:buNone/>
            </a:pPr>
            <a:r>
              <a:rPr lang="en-US" b="0" dirty="0">
                <a:solidFill>
                  <a:srgbClr val="4EC9B0"/>
                </a:solidFill>
                <a:effectLst/>
                <a:latin typeface="Consolas" panose="020B0609020204030204" pitchFamily="49" charset="0"/>
              </a:rPr>
              <a:t>Logic</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if</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stock</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is</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100</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or</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more</a:t>
            </a:r>
            <a:r>
              <a:rPr lang="en-US" b="0" dirty="0">
                <a:solidFill>
                  <a:srgbClr val="D4D4D4"/>
                </a:solidFill>
                <a:effectLst/>
                <a:latin typeface="Consolas" panose="020B0609020204030204" pitchFamily="49" charset="0"/>
              </a:rPr>
              <a:t> → </a:t>
            </a:r>
            <a:r>
              <a:rPr lang="en-US" b="0" dirty="0">
                <a:solidFill>
                  <a:srgbClr val="CE9178"/>
                </a:solidFill>
                <a:effectLst/>
                <a:latin typeface="Consolas" panose="020B0609020204030204" pitchFamily="49" charset="0"/>
              </a:rPr>
              <a:t>"In Stock"</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else</a:t>
            </a:r>
            <a:r>
              <a:rPr lang="en-US" b="0" dirty="0">
                <a:solidFill>
                  <a:srgbClr val="D4D4D4"/>
                </a:solidFill>
                <a:effectLst/>
                <a:latin typeface="Consolas" panose="020B0609020204030204" pitchFamily="49" charset="0"/>
              </a:rPr>
              <a:t> → </a:t>
            </a:r>
            <a:r>
              <a:rPr lang="en-US" b="0" dirty="0">
                <a:solidFill>
                  <a:srgbClr val="CE9178"/>
                </a:solidFill>
                <a:effectLst/>
                <a:latin typeface="Consolas" panose="020B0609020204030204" pitchFamily="49" charset="0"/>
              </a:rPr>
              <a:t>"Low Stock"</a:t>
            </a:r>
            <a:endParaRPr lang="en-US" b="0" dirty="0">
              <a:solidFill>
                <a:srgbClr val="D4D4D4"/>
              </a:solidFill>
              <a:effectLst/>
              <a:latin typeface="Consolas" panose="020B0609020204030204" pitchFamily="49" charset="0"/>
            </a:endParaRPr>
          </a:p>
        </p:txBody>
      </p:sp>
    </p:spTree>
    <p:extLst>
      <p:ext uri="{BB962C8B-B14F-4D97-AF65-F5344CB8AC3E}">
        <p14:creationId xmlns:p14="http://schemas.microsoft.com/office/powerpoint/2010/main" val="4988779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340834-4E99-5ECB-9077-9C0591B0400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CF45419-43F5-20FA-620A-E382DF2EAD0F}"/>
              </a:ext>
            </a:extLst>
          </p:cNvPr>
          <p:cNvSpPr txBox="1"/>
          <p:nvPr/>
        </p:nvSpPr>
        <p:spPr>
          <a:xfrm>
            <a:off x="195942" y="209005"/>
            <a:ext cx="815031" cy="369332"/>
          </a:xfrm>
          <a:prstGeom prst="rect">
            <a:avLst/>
          </a:prstGeom>
          <a:noFill/>
        </p:spPr>
        <p:txBody>
          <a:bodyPr wrap="none" rtlCol="0">
            <a:spAutoFit/>
          </a:bodyPr>
          <a:lstStyle/>
          <a:p>
            <a:r>
              <a:rPr lang="en-US" dirty="0">
                <a:solidFill>
                  <a:srgbClr val="FFFF00"/>
                </a:solidFill>
              </a:rPr>
              <a:t>$facet</a:t>
            </a:r>
          </a:p>
        </p:txBody>
      </p:sp>
      <p:sp>
        <p:nvSpPr>
          <p:cNvPr id="4" name="TextBox 3">
            <a:extLst>
              <a:ext uri="{FF2B5EF4-FFF2-40B4-BE49-F238E27FC236}">
                <a16:creationId xmlns:a16="http://schemas.microsoft.com/office/drawing/2014/main" id="{8035DB8D-16C7-DA88-3241-5B09CC104A9E}"/>
              </a:ext>
            </a:extLst>
          </p:cNvPr>
          <p:cNvSpPr txBox="1"/>
          <p:nvPr/>
        </p:nvSpPr>
        <p:spPr>
          <a:xfrm>
            <a:off x="1146412" y="57578"/>
            <a:ext cx="8759587" cy="5851987"/>
          </a:xfrm>
          <a:prstGeom prst="rect">
            <a:avLst/>
          </a:prstGeom>
          <a:noFill/>
        </p:spPr>
        <p:txBody>
          <a:bodyPr wrap="square">
            <a:spAutoFit/>
          </a:bodyPr>
          <a:lstStyle/>
          <a:p>
            <a:pPr>
              <a:lnSpc>
                <a:spcPts val="1425"/>
              </a:lnSpc>
              <a:buNone/>
            </a:pPr>
            <a:r>
              <a:rPr lang="en-US" b="0" dirty="0">
                <a:solidFill>
                  <a:srgbClr val="9CDCFE"/>
                </a:solidFill>
                <a:effectLst/>
                <a:latin typeface="Consolas" panose="020B0609020204030204" pitchFamily="49" charset="0"/>
              </a:rPr>
              <a:t>It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allows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you</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to</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run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multiple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aggregation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operations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same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time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same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input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data</a:t>
            </a:r>
            <a:r>
              <a:rPr lang="en-US" b="0" dirty="0">
                <a:solidFill>
                  <a:srgbClr val="D4D4D4"/>
                </a:solidFill>
                <a:effectLst/>
                <a:latin typeface="Consolas" panose="020B0609020204030204" pitchFamily="49" charset="0"/>
              </a:rPr>
              <a:t> </a:t>
            </a:r>
          </a:p>
          <a:p>
            <a:pPr>
              <a:lnSpc>
                <a:spcPts val="1425"/>
              </a:lnSpc>
              <a:buNone/>
            </a:pPr>
            <a:r>
              <a:rPr lang="en-US" b="0" dirty="0">
                <a:solidFill>
                  <a:srgbClr val="9CDCFE"/>
                </a:solidFill>
                <a:effectLst/>
                <a:latin typeface="Consolas" panose="020B0609020204030204" pitchFamily="49" charset="0"/>
              </a:rPr>
              <a:t>and</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get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all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results</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in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single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output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document</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Use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when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you</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need</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to</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Split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results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into</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multiple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categories</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Run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multiple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analyses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once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Do</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pagination</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stats</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in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one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query</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Filter</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sort</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group</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all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together</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Goal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Do</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pagination</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Order</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Status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Counts</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in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one</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query</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orders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aggregate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$facet:</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statusCounts</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$group:</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_id:</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"$status"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count:</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$sum:</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 }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page:</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$sort:</a:t>
            </a:r>
            <a:r>
              <a:rPr lang="en-US" b="0" dirty="0">
                <a:solidFill>
                  <a:srgbClr val="D4D4D4"/>
                </a:solidFill>
                <a:effectLst/>
                <a:latin typeface="Consolas" panose="020B0609020204030204" pitchFamily="49" charset="0"/>
              </a:rPr>
              <a:t> { </a:t>
            </a:r>
            <a:r>
              <a:rPr lang="en-US" b="0" dirty="0" err="1">
                <a:solidFill>
                  <a:srgbClr val="9CDCFE"/>
                </a:solidFill>
                <a:effectLst/>
                <a:latin typeface="Consolas" panose="020B0609020204030204" pitchFamily="49" charset="0"/>
              </a:rPr>
              <a:t>orderDate</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 },</a:t>
            </a:r>
          </a:p>
          <a:p>
            <a:pPr>
              <a:lnSpc>
                <a:spcPts val="1425"/>
              </a:lnSpc>
              <a:buNone/>
            </a:pP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$skip:</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10</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$limit:</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5</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7611492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E6B5E4-685C-9E8C-FA62-01D8A1A6D74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8862730-421C-C60E-A67F-785CEEF314EE}"/>
              </a:ext>
            </a:extLst>
          </p:cNvPr>
          <p:cNvSpPr txBox="1"/>
          <p:nvPr/>
        </p:nvSpPr>
        <p:spPr>
          <a:xfrm>
            <a:off x="195942" y="209005"/>
            <a:ext cx="815031" cy="369332"/>
          </a:xfrm>
          <a:prstGeom prst="rect">
            <a:avLst/>
          </a:prstGeom>
          <a:noFill/>
        </p:spPr>
        <p:txBody>
          <a:bodyPr wrap="none" rtlCol="0">
            <a:spAutoFit/>
          </a:bodyPr>
          <a:lstStyle/>
          <a:p>
            <a:r>
              <a:rPr lang="en-US" dirty="0">
                <a:solidFill>
                  <a:srgbClr val="FFFF00"/>
                </a:solidFill>
              </a:rPr>
              <a:t>$facet</a:t>
            </a:r>
          </a:p>
        </p:txBody>
      </p:sp>
      <p:sp>
        <p:nvSpPr>
          <p:cNvPr id="4" name="TextBox 3">
            <a:extLst>
              <a:ext uri="{FF2B5EF4-FFF2-40B4-BE49-F238E27FC236}">
                <a16:creationId xmlns:a16="http://schemas.microsoft.com/office/drawing/2014/main" id="{B7851C5A-4013-90B8-4C63-335265A9320E}"/>
              </a:ext>
            </a:extLst>
          </p:cNvPr>
          <p:cNvSpPr txBox="1"/>
          <p:nvPr/>
        </p:nvSpPr>
        <p:spPr>
          <a:xfrm>
            <a:off x="777924" y="841266"/>
            <a:ext cx="8816452" cy="5492914"/>
          </a:xfrm>
          <a:prstGeom prst="rect">
            <a:avLst/>
          </a:prstGeom>
          <a:noFill/>
        </p:spPr>
        <p:txBody>
          <a:bodyPr wrap="square">
            <a:spAutoFit/>
          </a:bodyPr>
          <a:lstStyle/>
          <a:p>
            <a:pPr>
              <a:lnSpc>
                <a:spcPts val="1425"/>
              </a:lnSpc>
              <a:buNone/>
            </a:pP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statusCounts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pipeline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counts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how</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many</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orders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are</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in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each</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status</a:t>
            </a:r>
            <a:r>
              <a:rPr lang="en-US" b="0" dirty="0">
                <a:solidFill>
                  <a:srgbClr val="D4D4D4"/>
                </a:solidFill>
                <a:effectLst/>
                <a:latin typeface="Consolas" panose="020B0609020204030204" pitchFamily="49" charset="0"/>
              </a:rPr>
              <a:t>.</a:t>
            </a:r>
          </a:p>
          <a:p>
            <a:pPr>
              <a:lnSpc>
                <a:spcPts val="1425"/>
              </a:lnSpc>
              <a:buNone/>
            </a:pP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page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pipeline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fetches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most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recent</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5</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orders</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B5CEA8"/>
                </a:solidFill>
                <a:effectLst/>
                <a:latin typeface="Consolas" panose="020B0609020204030204" pitchFamily="49" charset="0"/>
              </a:rPr>
              <a:t>2.</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Goal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Split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results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into</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multiple</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categories</a:t>
            </a:r>
            <a:r>
              <a:rPr lang="en-US" b="0" dirty="0">
                <a:solidFill>
                  <a:srgbClr val="D4D4D4"/>
                </a:solidFill>
                <a:effectLst/>
                <a:latin typeface="Consolas" panose="020B0609020204030204" pitchFamily="49" charset="0"/>
              </a:rPr>
              <a:t>: </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C8C8C8"/>
                </a:solidFill>
                <a:effectLst/>
                <a:latin typeface="Consolas" panose="020B0609020204030204" pitchFamily="49" charset="0"/>
              </a:rPr>
              <a:t>Scenario</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Group</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products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into</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price</a:t>
            </a:r>
            <a:r>
              <a:rPr lang="en-US" b="0" dirty="0">
                <a:solidFill>
                  <a:srgbClr val="D4D4D4"/>
                </a:solidFill>
                <a:effectLst/>
                <a:latin typeface="Consolas" panose="020B0609020204030204" pitchFamily="49" charset="0"/>
              </a:rPr>
              <a:t> </a:t>
            </a:r>
            <a:r>
              <a:rPr lang="en-US" b="0" dirty="0">
                <a:solidFill>
                  <a:srgbClr val="DCDCAA"/>
                </a:solidFill>
                <a:effectLst/>
                <a:latin typeface="Consolas" panose="020B0609020204030204" pitchFamily="49" charset="0"/>
              </a:rPr>
              <a:t>ranges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cheap</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moderate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expensive</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products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aggregate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$facet:</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cheap:</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$match:</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price:</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a:t>
            </a:r>
            <a:r>
              <a:rPr lang="en-US" b="0" dirty="0" err="1">
                <a:solidFill>
                  <a:srgbClr val="9CDCFE"/>
                </a:solidFill>
                <a:effectLst/>
                <a:latin typeface="Consolas" panose="020B0609020204030204" pitchFamily="49" charset="0"/>
              </a:rPr>
              <a:t>lt</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50</a:t>
            </a:r>
            <a:r>
              <a:rPr lang="en-US" b="0" dirty="0">
                <a:solidFill>
                  <a:srgbClr val="D4D4D4"/>
                </a:solidFill>
                <a:effectLst/>
                <a:latin typeface="Consolas" panose="020B0609020204030204" pitchFamily="49" charset="0"/>
              </a:rPr>
              <a:t> } } },</a:t>
            </a:r>
          </a:p>
          <a:p>
            <a:pPr>
              <a:lnSpc>
                <a:spcPts val="1425"/>
              </a:lnSpc>
              <a:buNone/>
            </a:pP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$project:</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name:</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price:</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_id:</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0</a:t>
            </a:r>
            <a:r>
              <a:rPr lang="en-US" b="0" dirty="0">
                <a:solidFill>
                  <a:srgbClr val="D4D4D4"/>
                </a:solidFill>
                <a:effectLst/>
                <a:latin typeface="Consolas" panose="020B0609020204030204" pitchFamily="49" charset="0"/>
              </a:rPr>
              <a:t> }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moderate:</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$match:</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price:</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a:t>
            </a:r>
            <a:r>
              <a:rPr lang="en-US" b="0" dirty="0" err="1">
                <a:solidFill>
                  <a:srgbClr val="9CDCFE"/>
                </a:solidFill>
                <a:effectLst/>
                <a:latin typeface="Consolas" panose="020B0609020204030204" pitchFamily="49" charset="0"/>
              </a:rPr>
              <a:t>gte</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50</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t>
            </a:r>
            <a:r>
              <a:rPr lang="en-US" b="0" dirty="0" err="1">
                <a:solidFill>
                  <a:srgbClr val="9CDCFE"/>
                </a:solidFill>
                <a:effectLst/>
                <a:latin typeface="Consolas" panose="020B0609020204030204" pitchFamily="49" charset="0"/>
              </a:rPr>
              <a:t>lt</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100</a:t>
            </a:r>
            <a:r>
              <a:rPr lang="en-US" b="0" dirty="0">
                <a:solidFill>
                  <a:srgbClr val="D4D4D4"/>
                </a:solidFill>
                <a:effectLst/>
                <a:latin typeface="Consolas" panose="020B0609020204030204" pitchFamily="49" charset="0"/>
              </a:rPr>
              <a:t> } } },</a:t>
            </a:r>
          </a:p>
          <a:p>
            <a:pPr>
              <a:lnSpc>
                <a:spcPts val="1425"/>
              </a:lnSpc>
              <a:buNone/>
            </a:pP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$project:</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name:</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price:</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_id:</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0</a:t>
            </a:r>
            <a:r>
              <a:rPr lang="en-US" b="0" dirty="0">
                <a:solidFill>
                  <a:srgbClr val="D4D4D4"/>
                </a:solidFill>
                <a:effectLst/>
                <a:latin typeface="Consolas" panose="020B0609020204030204" pitchFamily="49" charset="0"/>
              </a:rPr>
              <a:t> }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expensive:</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$match:</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price:</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a:t>
            </a:r>
            <a:r>
              <a:rPr lang="en-US" b="0" dirty="0" err="1">
                <a:solidFill>
                  <a:srgbClr val="9CDCFE"/>
                </a:solidFill>
                <a:effectLst/>
                <a:latin typeface="Consolas" panose="020B0609020204030204" pitchFamily="49" charset="0"/>
              </a:rPr>
              <a:t>gte</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100</a:t>
            </a:r>
            <a:r>
              <a:rPr lang="en-US" b="0" dirty="0">
                <a:solidFill>
                  <a:srgbClr val="D4D4D4"/>
                </a:solidFill>
                <a:effectLst/>
                <a:latin typeface="Consolas" panose="020B0609020204030204" pitchFamily="49" charset="0"/>
              </a:rPr>
              <a:t> } } },</a:t>
            </a:r>
          </a:p>
          <a:p>
            <a:pPr>
              <a:lnSpc>
                <a:spcPts val="1425"/>
              </a:lnSpc>
              <a:buNone/>
            </a:pP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$project:</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name:</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price:</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_id:</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0</a:t>
            </a:r>
            <a:r>
              <a:rPr lang="en-US" b="0" dirty="0">
                <a:solidFill>
                  <a:srgbClr val="D4D4D4"/>
                </a:solidFill>
                <a:effectLst/>
                <a:latin typeface="Consolas" panose="020B0609020204030204" pitchFamily="49" charset="0"/>
              </a:rPr>
              <a:t> }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9264009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E19BD-34CA-D7C4-95DE-DDFE25D73EB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3F527A4-CE1A-5B28-A1E6-960DF209FC16}"/>
              </a:ext>
            </a:extLst>
          </p:cNvPr>
          <p:cNvSpPr txBox="1"/>
          <p:nvPr/>
        </p:nvSpPr>
        <p:spPr>
          <a:xfrm>
            <a:off x="195942" y="209005"/>
            <a:ext cx="991875" cy="369332"/>
          </a:xfrm>
          <a:prstGeom prst="rect">
            <a:avLst/>
          </a:prstGeom>
          <a:noFill/>
        </p:spPr>
        <p:txBody>
          <a:bodyPr wrap="none" rtlCol="0">
            <a:spAutoFit/>
          </a:bodyPr>
          <a:lstStyle/>
          <a:p>
            <a:r>
              <a:rPr lang="en-US" dirty="0">
                <a:solidFill>
                  <a:srgbClr val="FFFF00"/>
                </a:solidFill>
              </a:rPr>
              <a:t>$bucket</a:t>
            </a:r>
          </a:p>
        </p:txBody>
      </p:sp>
      <p:sp>
        <p:nvSpPr>
          <p:cNvPr id="4" name="TextBox 3">
            <a:extLst>
              <a:ext uri="{FF2B5EF4-FFF2-40B4-BE49-F238E27FC236}">
                <a16:creationId xmlns:a16="http://schemas.microsoft.com/office/drawing/2014/main" id="{FBACBF0E-B27E-484C-92AF-5873A7F05A21}"/>
              </a:ext>
            </a:extLst>
          </p:cNvPr>
          <p:cNvSpPr txBox="1"/>
          <p:nvPr/>
        </p:nvSpPr>
        <p:spPr>
          <a:xfrm>
            <a:off x="491319" y="955260"/>
            <a:ext cx="8952932" cy="3877087"/>
          </a:xfrm>
          <a:prstGeom prst="rect">
            <a:avLst/>
          </a:prstGeom>
          <a:noFill/>
        </p:spPr>
        <p:txBody>
          <a:bodyPr wrap="square">
            <a:spAutoFit/>
          </a:bodyPr>
          <a:lstStyle/>
          <a:p>
            <a:pPr>
              <a:lnSpc>
                <a:spcPts val="1425"/>
              </a:lnSpc>
              <a:buNone/>
            </a:pPr>
            <a:r>
              <a:rPr lang="en-US" b="0" dirty="0">
                <a:solidFill>
                  <a:srgbClr val="9CDCFE"/>
                </a:solidFill>
                <a:effectLst/>
                <a:latin typeface="Consolas" panose="020B0609020204030204" pitchFamily="49" charset="0"/>
              </a:rPr>
              <a:t>$bucket</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You</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define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boundaries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manually</a:t>
            </a: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Think</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of</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it</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as</a:t>
            </a:r>
            <a:r>
              <a:rPr lang="en-US" b="0" dirty="0">
                <a:solidFill>
                  <a:srgbClr val="D4D4D4"/>
                </a:solidFill>
                <a:effectLst/>
                <a:latin typeface="Consolas" panose="020B0609020204030204" pitchFamily="49" charset="0"/>
              </a:rPr>
              <a:t>:</a:t>
            </a:r>
          </a:p>
          <a:p>
            <a:pPr>
              <a:lnSpc>
                <a:spcPts val="1425"/>
              </a:lnSpc>
              <a:buNone/>
            </a:pPr>
            <a:r>
              <a:rPr lang="en-US" b="0" dirty="0">
                <a:solidFill>
                  <a:srgbClr val="CE9178"/>
                </a:solidFill>
                <a:effectLst/>
                <a:latin typeface="Consolas" panose="020B0609020204030204" pitchFamily="49" charset="0"/>
              </a:rPr>
              <a:t>"I know the ranges I want — group documents into specific buckets I define."</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C8C8C8"/>
                </a:solidFill>
                <a:effectLst/>
                <a:latin typeface="Consolas" panose="020B0609020204030204" pitchFamily="49" charset="0"/>
              </a:rPr>
              <a:t>Example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Manually</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group</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customers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into</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age</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brackets</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customers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aggregate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$bucket:</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groupBy</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"$age"</a:t>
            </a:r>
            <a:r>
              <a:rPr lang="en-US" b="0" dirty="0">
                <a:solidFill>
                  <a:srgbClr val="D4D4D4"/>
                </a:solidFill>
                <a:effectLst/>
                <a:latin typeface="Consolas" panose="020B0609020204030204" pitchFamily="49" charset="0"/>
              </a:rPr>
              <a:t>,   </a:t>
            </a:r>
            <a:r>
              <a:rPr lang="en-US" b="0" dirty="0">
                <a:solidFill>
                  <a:srgbClr val="6A9955"/>
                </a:solidFill>
                <a:effectLst/>
                <a:latin typeface="Consolas" panose="020B0609020204030204" pitchFamily="49" charset="0"/>
              </a:rPr>
              <a:t>// Field to group by</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boundaries:</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18</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30</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40</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50</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100</a:t>
            </a:r>
            <a:r>
              <a:rPr lang="en-US" b="0" dirty="0">
                <a:solidFill>
                  <a:srgbClr val="D4D4D4"/>
                </a:solidFill>
                <a:effectLst/>
                <a:latin typeface="Consolas" panose="020B0609020204030204" pitchFamily="49" charset="0"/>
              </a:rPr>
              <a:t>], </a:t>
            </a:r>
            <a:r>
              <a:rPr lang="en-US" b="0" dirty="0">
                <a:solidFill>
                  <a:srgbClr val="6A9955"/>
                </a:solidFill>
                <a:effectLst/>
                <a:latin typeface="Consolas" panose="020B0609020204030204" pitchFamily="49" charset="0"/>
              </a:rPr>
              <a:t>// Must be sorted, defines ranges: 18–29, 30–39, etc.</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default:</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"Other"</a:t>
            </a:r>
            <a:r>
              <a:rPr lang="en-US" b="0" dirty="0">
                <a:solidFill>
                  <a:srgbClr val="D4D4D4"/>
                </a:solidFill>
                <a:effectLst/>
                <a:latin typeface="Consolas" panose="020B0609020204030204" pitchFamily="49" charset="0"/>
              </a:rPr>
              <a:t>,  </a:t>
            </a:r>
            <a:r>
              <a:rPr lang="en-US" b="0" dirty="0">
                <a:solidFill>
                  <a:srgbClr val="6A9955"/>
                </a:solidFill>
                <a:effectLst/>
                <a:latin typeface="Consolas" panose="020B0609020204030204" pitchFamily="49" charset="0"/>
              </a:rPr>
              <a:t>// If value doesn't fit in any boundary</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output:</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totalCustomers</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$sum:</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p:txBody>
      </p:sp>
    </p:spTree>
    <p:extLst>
      <p:ext uri="{BB962C8B-B14F-4D97-AF65-F5344CB8AC3E}">
        <p14:creationId xmlns:p14="http://schemas.microsoft.com/office/powerpoint/2010/main" val="23276912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4DE78-D402-D72A-1C2A-5F2C1949782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4A1967A-226A-5D70-D3F9-619CB83724EF}"/>
              </a:ext>
            </a:extLst>
          </p:cNvPr>
          <p:cNvSpPr txBox="1"/>
          <p:nvPr/>
        </p:nvSpPr>
        <p:spPr>
          <a:xfrm>
            <a:off x="195942" y="209005"/>
            <a:ext cx="1457194" cy="369332"/>
          </a:xfrm>
          <a:prstGeom prst="rect">
            <a:avLst/>
          </a:prstGeom>
          <a:noFill/>
        </p:spPr>
        <p:txBody>
          <a:bodyPr wrap="none" rtlCol="0">
            <a:spAutoFit/>
          </a:bodyPr>
          <a:lstStyle/>
          <a:p>
            <a:r>
              <a:rPr lang="en-US" dirty="0">
                <a:solidFill>
                  <a:srgbClr val="FFFF00"/>
                </a:solidFill>
              </a:rPr>
              <a:t>$</a:t>
            </a:r>
            <a:r>
              <a:rPr lang="en-US" dirty="0" err="1">
                <a:solidFill>
                  <a:srgbClr val="FFFF00"/>
                </a:solidFill>
              </a:rPr>
              <a:t>bucketAuto</a:t>
            </a:r>
            <a:endParaRPr lang="en-US" dirty="0">
              <a:solidFill>
                <a:srgbClr val="FFFF00"/>
              </a:solidFill>
            </a:endParaRPr>
          </a:p>
        </p:txBody>
      </p:sp>
      <p:sp>
        <p:nvSpPr>
          <p:cNvPr id="4" name="TextBox 3">
            <a:extLst>
              <a:ext uri="{FF2B5EF4-FFF2-40B4-BE49-F238E27FC236}">
                <a16:creationId xmlns:a16="http://schemas.microsoft.com/office/drawing/2014/main" id="{5DC66B95-B345-67F5-94F6-0700594A06DF}"/>
              </a:ext>
            </a:extLst>
          </p:cNvPr>
          <p:cNvSpPr txBox="1"/>
          <p:nvPr/>
        </p:nvSpPr>
        <p:spPr>
          <a:xfrm>
            <a:off x="195942" y="646941"/>
            <a:ext cx="9291851" cy="6211059"/>
          </a:xfrm>
          <a:prstGeom prst="rect">
            <a:avLst/>
          </a:prstGeom>
          <a:noFill/>
        </p:spPr>
        <p:txBody>
          <a:bodyPr wrap="square">
            <a:spAutoFit/>
          </a:bodyPr>
          <a:lstStyle/>
          <a:p>
            <a:pPr>
              <a:lnSpc>
                <a:spcPts val="1425"/>
              </a:lnSpc>
              <a:buNone/>
            </a:pPr>
            <a:r>
              <a:rPr lang="en-US" b="0" dirty="0">
                <a:solidFill>
                  <a:srgbClr val="9CDCFE"/>
                </a:solidFill>
                <a:effectLst/>
                <a:latin typeface="Consolas" panose="020B0609020204030204" pitchFamily="49" charset="0"/>
              </a:rPr>
              <a:t>$</a:t>
            </a:r>
            <a:r>
              <a:rPr lang="en-US" b="0" dirty="0" err="1">
                <a:solidFill>
                  <a:srgbClr val="9CDCFE"/>
                </a:solidFill>
                <a:effectLst/>
                <a:latin typeface="Consolas" panose="020B0609020204030204" pitchFamily="49" charset="0"/>
              </a:rPr>
              <a:t>bucketAuto</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Let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MongoDB</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decide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ranges</a:t>
            </a: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Think</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of</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it</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as</a:t>
            </a:r>
            <a:r>
              <a:rPr lang="en-US" b="0" dirty="0">
                <a:solidFill>
                  <a:srgbClr val="D4D4D4"/>
                </a:solidFill>
                <a:effectLst/>
                <a:latin typeface="Consolas" panose="020B0609020204030204" pitchFamily="49" charset="0"/>
              </a:rPr>
              <a:t>:</a:t>
            </a:r>
          </a:p>
          <a:p>
            <a:pPr>
              <a:lnSpc>
                <a:spcPts val="1425"/>
              </a:lnSpc>
              <a:buNone/>
            </a:pPr>
            <a:r>
              <a:rPr lang="en-US" b="0" dirty="0">
                <a:solidFill>
                  <a:srgbClr val="CE9178"/>
                </a:solidFill>
                <a:effectLst/>
                <a:latin typeface="Consolas" panose="020B0609020204030204" pitchFamily="49" charset="0"/>
              </a:rPr>
              <a:t>"Automatically group documents into evenly sized groups based on values."</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C8C8C8"/>
                </a:solidFill>
                <a:effectLst/>
                <a:latin typeface="Consolas" panose="020B0609020204030204" pitchFamily="49" charset="0"/>
              </a:rPr>
              <a:t>Example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Group</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customers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into</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4</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age</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buckets</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customers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aggregate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t>
            </a:r>
            <a:r>
              <a:rPr lang="en-US" b="0" dirty="0" err="1">
                <a:solidFill>
                  <a:srgbClr val="9CDCFE"/>
                </a:solidFill>
                <a:effectLst/>
                <a:latin typeface="Consolas" panose="020B0609020204030204" pitchFamily="49" charset="0"/>
              </a:rPr>
              <a:t>bucketAuto</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groupBy</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"$age"</a:t>
            </a:r>
            <a:r>
              <a:rPr lang="en-US" b="0" dirty="0">
                <a:solidFill>
                  <a:srgbClr val="D4D4D4"/>
                </a:solidFill>
                <a:effectLst/>
                <a:latin typeface="Consolas" panose="020B0609020204030204" pitchFamily="49" charset="0"/>
              </a:rPr>
              <a:t>,    </a:t>
            </a:r>
            <a:r>
              <a:rPr lang="en-US" b="0" dirty="0">
                <a:solidFill>
                  <a:srgbClr val="6A9955"/>
                </a:solidFill>
                <a:effectLst/>
                <a:latin typeface="Consolas" panose="020B0609020204030204" pitchFamily="49" charset="0"/>
              </a:rPr>
              <a:t>// Field to group by</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buckets:</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4</a:t>
            </a:r>
            <a:r>
              <a:rPr lang="en-US" b="0" dirty="0">
                <a:solidFill>
                  <a:srgbClr val="D4D4D4"/>
                </a:solidFill>
                <a:effectLst/>
                <a:latin typeface="Consolas" panose="020B0609020204030204" pitchFamily="49" charset="0"/>
              </a:rPr>
              <a:t>,         </a:t>
            </a:r>
            <a:r>
              <a:rPr lang="en-US" b="0" dirty="0">
                <a:solidFill>
                  <a:srgbClr val="6A9955"/>
                </a:solidFill>
                <a:effectLst/>
                <a:latin typeface="Consolas" panose="020B0609020204030204" pitchFamily="49" charset="0"/>
              </a:rPr>
              <a:t>// Number of buckets you want</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output:</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totalCustomers</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$sum:</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$bucket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vs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t>
            </a:r>
            <a:r>
              <a:rPr lang="en-US" b="0" dirty="0" err="1">
                <a:solidFill>
                  <a:srgbClr val="9CDCFE"/>
                </a:solidFill>
                <a:effectLst/>
                <a:latin typeface="Consolas" panose="020B0609020204030204" pitchFamily="49" charset="0"/>
              </a:rPr>
              <a:t>bucketAuto</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What</a:t>
            </a:r>
            <a:r>
              <a:rPr lang="en-US" b="0" dirty="0">
                <a:solidFill>
                  <a:srgbClr val="CE9178"/>
                </a:solidFill>
                <a:effectLst/>
                <a:latin typeface="Consolas" panose="020B0609020204030204" pitchFamily="49" charset="0"/>
              </a:rPr>
              <a:t>'s the Difference</a:t>
            </a:r>
            <a:r>
              <a:rPr lang="en-US" b="0" dirty="0">
                <a:solidFill>
                  <a:srgbClr val="F44747"/>
                </a:solidFill>
                <a:effectLst/>
                <a:latin typeface="Consolas" panose="020B0609020204030204" pitchFamily="49" charset="0"/>
              </a:rPr>
              <a:t>?</a:t>
            </a: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Operator</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You</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define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ranges</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Mongo</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chooses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ranges</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Equal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document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count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per</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bucket</a:t>
            </a:r>
            <a:r>
              <a:rPr lang="en-US" b="0" dirty="0">
                <a:solidFill>
                  <a:srgbClr val="D4D4D4"/>
                </a:solidFill>
                <a:effectLst/>
                <a:latin typeface="Consolas" panose="020B0609020204030204" pitchFamily="49" charset="0"/>
              </a:rPr>
              <a:t>?</a:t>
            </a:r>
          </a:p>
          <a:p>
            <a:pPr>
              <a:lnSpc>
                <a:spcPts val="1425"/>
              </a:lnSpc>
              <a:buNone/>
            </a:pPr>
            <a:r>
              <a:rPr lang="en-US" b="0" dirty="0">
                <a:solidFill>
                  <a:srgbClr val="9CDCFE"/>
                </a:solidFill>
                <a:effectLst/>
                <a:latin typeface="Consolas" panose="020B0609020204030204" pitchFamily="49" charset="0"/>
              </a:rPr>
              <a:t>$bucket</a:t>
            </a:r>
            <a:r>
              <a:rPr lang="en-US" b="0" dirty="0">
                <a:solidFill>
                  <a:srgbClr val="D4D4D4"/>
                </a:solidFill>
                <a:effectLst/>
                <a:latin typeface="Consolas" panose="020B0609020204030204" pitchFamily="49" charset="0"/>
              </a:rPr>
              <a:t>       | ✅ </a:t>
            </a:r>
            <a:r>
              <a:rPr lang="en-US" b="0" dirty="0">
                <a:solidFill>
                  <a:srgbClr val="9CDCFE"/>
                </a:solidFill>
                <a:effectLst/>
                <a:latin typeface="Consolas" panose="020B0609020204030204" pitchFamily="49" charset="0"/>
              </a:rPr>
              <a:t>Yes</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No</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Not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guaranteed</a:t>
            </a: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a:t>
            </a:r>
            <a:r>
              <a:rPr lang="en-US" b="0" dirty="0" err="1">
                <a:solidFill>
                  <a:srgbClr val="9CDCFE"/>
                </a:solidFill>
                <a:effectLst/>
                <a:latin typeface="Consolas" panose="020B0609020204030204" pitchFamily="49" charset="0"/>
              </a:rPr>
              <a:t>bucketAuto</a:t>
            </a:r>
            <a:r>
              <a:rPr lang="en-US" b="0" dirty="0">
                <a:solidFill>
                  <a:srgbClr val="D4D4D4"/>
                </a:solidFill>
                <a:effectLst/>
                <a:latin typeface="Consolas" panose="020B0609020204030204" pitchFamily="49" charset="0"/>
              </a:rPr>
              <a:t>   | ❌ </a:t>
            </a:r>
            <a:r>
              <a:rPr lang="en-US" b="0" dirty="0">
                <a:solidFill>
                  <a:srgbClr val="9CDCFE"/>
                </a:solidFill>
                <a:effectLst/>
                <a:latin typeface="Consolas" panose="020B0609020204030204" pitchFamily="49" charset="0"/>
              </a:rPr>
              <a:t>No</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Yes</a:t>
            </a:r>
            <a:r>
              <a:rPr lang="en-US" b="0" dirty="0">
                <a:solidFill>
                  <a:srgbClr val="D4D4D4"/>
                </a:solidFill>
                <a:effectLst/>
                <a:latin typeface="Consolas" panose="020B0609020204030204" pitchFamily="49" charset="0"/>
              </a:rPr>
              <a:t>                   ✅ </a:t>
            </a:r>
            <a:r>
              <a:rPr lang="en-US" b="0" dirty="0">
                <a:solidFill>
                  <a:srgbClr val="DCDCAA"/>
                </a:solidFill>
                <a:effectLst/>
                <a:latin typeface="Consolas" panose="020B0609020204030204" pitchFamily="49" charset="0"/>
              </a:rPr>
              <a:t>Yes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tries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to</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balance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count</a:t>
            </a:r>
            <a:r>
              <a:rPr lang="en-US" b="0" dirty="0">
                <a:solidFill>
                  <a:srgbClr val="D4D4D4"/>
                </a:solidFill>
                <a:effectLst/>
                <a:latin typeface="Consolas" panose="020B0609020204030204" pitchFamily="49" charset="0"/>
              </a:rPr>
              <a:t>)</a:t>
            </a:r>
          </a:p>
          <a:p>
            <a:pPr>
              <a:lnSpc>
                <a:spcPts val="1425"/>
              </a:lnSpc>
              <a:buNone/>
            </a:pP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MongoDB</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calculates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ranges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based</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data</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and</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tries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to</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distribute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documents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evenly</a:t>
            </a:r>
            <a:r>
              <a:rPr lang="en-US"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28246037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E621F1-0209-D548-F29E-65037D6DA8B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D63BEF8-A266-ACE7-192B-1CB478DE0625}"/>
              </a:ext>
            </a:extLst>
          </p:cNvPr>
          <p:cNvSpPr txBox="1"/>
          <p:nvPr/>
        </p:nvSpPr>
        <p:spPr>
          <a:xfrm>
            <a:off x="195942" y="209005"/>
            <a:ext cx="1462003" cy="369332"/>
          </a:xfrm>
          <a:prstGeom prst="rect">
            <a:avLst/>
          </a:prstGeom>
          <a:noFill/>
        </p:spPr>
        <p:txBody>
          <a:bodyPr wrap="none" rtlCol="0">
            <a:spAutoFit/>
          </a:bodyPr>
          <a:lstStyle/>
          <a:p>
            <a:r>
              <a:rPr lang="en-US" dirty="0">
                <a:solidFill>
                  <a:srgbClr val="FFFF00"/>
                </a:solidFill>
              </a:rPr>
              <a:t>$</a:t>
            </a:r>
            <a:r>
              <a:rPr lang="en-US" dirty="0" err="1">
                <a:solidFill>
                  <a:srgbClr val="FFFF00"/>
                </a:solidFill>
              </a:rPr>
              <a:t>regexMatch</a:t>
            </a:r>
            <a:endParaRPr lang="en-US" dirty="0">
              <a:solidFill>
                <a:srgbClr val="FFFF00"/>
              </a:solidFill>
            </a:endParaRPr>
          </a:p>
        </p:txBody>
      </p:sp>
      <p:sp>
        <p:nvSpPr>
          <p:cNvPr id="4" name="TextBox 3">
            <a:extLst>
              <a:ext uri="{FF2B5EF4-FFF2-40B4-BE49-F238E27FC236}">
                <a16:creationId xmlns:a16="http://schemas.microsoft.com/office/drawing/2014/main" id="{4FAAEA89-4078-6C66-84B9-FB1A752774D1}"/>
              </a:ext>
            </a:extLst>
          </p:cNvPr>
          <p:cNvSpPr txBox="1"/>
          <p:nvPr/>
        </p:nvSpPr>
        <p:spPr>
          <a:xfrm>
            <a:off x="511791" y="991597"/>
            <a:ext cx="6039134" cy="2081724"/>
          </a:xfrm>
          <a:prstGeom prst="rect">
            <a:avLst/>
          </a:prstGeom>
          <a:noFill/>
        </p:spPr>
        <p:txBody>
          <a:bodyPr wrap="square">
            <a:spAutoFit/>
          </a:bodyPr>
          <a:lstStyle/>
          <a:p>
            <a:pPr>
              <a:lnSpc>
                <a:spcPts val="1425"/>
              </a:lnSpc>
              <a:buNone/>
            </a:pP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Goal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Products</a:t>
            </a:r>
            <a:r>
              <a:rPr lang="en-US" b="0" dirty="0">
                <a:solidFill>
                  <a:srgbClr val="D4D4D4"/>
                </a:solidFill>
                <a:effectLst/>
                <a:latin typeface="Consolas" panose="020B0609020204030204" pitchFamily="49" charset="0"/>
              </a:rPr>
              <a:t> </a:t>
            </a:r>
            <a:r>
              <a:rPr lang="en-US" b="0" dirty="0">
                <a:solidFill>
                  <a:srgbClr val="C586C0"/>
                </a:solidFill>
                <a:effectLst/>
                <a:latin typeface="Consolas" panose="020B0609020204030204" pitchFamily="49" charset="0"/>
              </a:rPr>
              <a:t>with</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great</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in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description</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products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aggregate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$match:</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description:</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$regex:</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"great"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$options:</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i</a:t>
            </a:r>
            <a:r>
              <a:rPr lang="en-US" b="0" dirty="0">
                <a:solidFill>
                  <a:srgbClr val="CE9178"/>
                </a:solidFill>
                <a:effectLst/>
                <a:latin typeface="Consolas" panose="020B0609020204030204" pitchFamily="49" charset="0"/>
              </a:rPr>
              <a:t>"</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13996152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1FC711-1208-1693-B617-8575A093F01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9A7E8F-A08C-B42B-CB6F-60272251C4E0}"/>
              </a:ext>
            </a:extLst>
          </p:cNvPr>
          <p:cNvSpPr txBox="1"/>
          <p:nvPr/>
        </p:nvSpPr>
        <p:spPr>
          <a:xfrm>
            <a:off x="195942" y="209005"/>
            <a:ext cx="678584" cy="369332"/>
          </a:xfrm>
          <a:prstGeom prst="rect">
            <a:avLst/>
          </a:prstGeom>
          <a:noFill/>
        </p:spPr>
        <p:txBody>
          <a:bodyPr wrap="none" rtlCol="0">
            <a:spAutoFit/>
          </a:bodyPr>
          <a:lstStyle/>
          <a:p>
            <a:r>
              <a:rPr lang="en-US" dirty="0">
                <a:solidFill>
                  <a:srgbClr val="FFFF00"/>
                </a:solidFill>
              </a:rPr>
              <a:t>$text</a:t>
            </a:r>
          </a:p>
        </p:txBody>
      </p:sp>
      <p:sp>
        <p:nvSpPr>
          <p:cNvPr id="4" name="TextBox 3">
            <a:extLst>
              <a:ext uri="{FF2B5EF4-FFF2-40B4-BE49-F238E27FC236}">
                <a16:creationId xmlns:a16="http://schemas.microsoft.com/office/drawing/2014/main" id="{74F12A35-08DD-6C99-DB50-DAA244FE8F72}"/>
              </a:ext>
            </a:extLst>
          </p:cNvPr>
          <p:cNvSpPr txBox="1"/>
          <p:nvPr/>
        </p:nvSpPr>
        <p:spPr>
          <a:xfrm>
            <a:off x="195942" y="988204"/>
            <a:ext cx="6994477" cy="2440796"/>
          </a:xfrm>
          <a:prstGeom prst="rect">
            <a:avLst/>
          </a:prstGeom>
          <a:noFill/>
        </p:spPr>
        <p:txBody>
          <a:bodyPr wrap="square">
            <a:spAutoFit/>
          </a:bodyPr>
          <a:lstStyle/>
          <a:p>
            <a:pPr>
              <a:lnSpc>
                <a:spcPts val="1425"/>
              </a:lnSpc>
              <a:buNone/>
            </a:pP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Goal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Full</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text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search</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for</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electronics</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products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aggregate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$match:</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$text:</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$search:</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"electronics"</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$text</a:t>
            </a:r>
            <a:r>
              <a:rPr lang="en-US" b="0" dirty="0">
                <a:solidFill>
                  <a:srgbClr val="D4D4D4"/>
                </a:solidFill>
                <a:effectLst/>
                <a:latin typeface="Consolas" panose="020B0609020204030204" pitchFamily="49" charset="0"/>
              </a:rPr>
              <a:t>--&gt; </a:t>
            </a:r>
            <a:r>
              <a:rPr lang="en-US" b="0" dirty="0">
                <a:solidFill>
                  <a:srgbClr val="9CDCFE"/>
                </a:solidFill>
                <a:effectLst/>
                <a:latin typeface="Consolas" panose="020B0609020204030204" pitchFamily="49" charset="0"/>
              </a:rPr>
              <a:t>must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be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used</a:t>
            </a:r>
            <a:r>
              <a:rPr lang="en-US" b="0" dirty="0">
                <a:solidFill>
                  <a:srgbClr val="D4D4D4"/>
                </a:solidFill>
                <a:effectLst/>
                <a:latin typeface="Consolas" panose="020B0609020204030204" pitchFamily="49" charset="0"/>
              </a:rPr>
              <a:t> </a:t>
            </a:r>
            <a:r>
              <a:rPr lang="en-US" b="0" dirty="0">
                <a:solidFill>
                  <a:srgbClr val="C586C0"/>
                </a:solidFill>
                <a:effectLst/>
                <a:latin typeface="Consolas" panose="020B0609020204030204" pitchFamily="49" charset="0"/>
              </a:rPr>
              <a:t>with</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index</a:t>
            </a:r>
            <a:endParaRPr lang="en-US" b="0" dirty="0">
              <a:solidFill>
                <a:srgbClr val="D4D4D4"/>
              </a:solidFill>
              <a:effectLst/>
              <a:latin typeface="Consolas" panose="020B0609020204030204" pitchFamily="49" charset="0"/>
            </a:endParaRPr>
          </a:p>
        </p:txBody>
      </p:sp>
    </p:spTree>
    <p:extLst>
      <p:ext uri="{BB962C8B-B14F-4D97-AF65-F5344CB8AC3E}">
        <p14:creationId xmlns:p14="http://schemas.microsoft.com/office/powerpoint/2010/main" val="40717693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00374A-0FE5-2856-0307-568B25AC809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859D4D7-3E76-2A40-C4FC-CB6FC27DE3D8}"/>
              </a:ext>
            </a:extLst>
          </p:cNvPr>
          <p:cNvSpPr txBox="1"/>
          <p:nvPr/>
        </p:nvSpPr>
        <p:spPr>
          <a:xfrm>
            <a:off x="195942" y="209005"/>
            <a:ext cx="1694053" cy="369332"/>
          </a:xfrm>
          <a:prstGeom prst="rect">
            <a:avLst/>
          </a:prstGeom>
          <a:noFill/>
        </p:spPr>
        <p:txBody>
          <a:bodyPr wrap="none" rtlCol="0">
            <a:spAutoFit/>
          </a:bodyPr>
          <a:lstStyle/>
          <a:p>
            <a:r>
              <a:rPr lang="en-US" dirty="0">
                <a:solidFill>
                  <a:srgbClr val="FFFF00"/>
                </a:solidFill>
              </a:rPr>
              <a:t>$year    $month</a:t>
            </a:r>
          </a:p>
        </p:txBody>
      </p:sp>
      <p:sp>
        <p:nvSpPr>
          <p:cNvPr id="4" name="TextBox 3">
            <a:extLst>
              <a:ext uri="{FF2B5EF4-FFF2-40B4-BE49-F238E27FC236}">
                <a16:creationId xmlns:a16="http://schemas.microsoft.com/office/drawing/2014/main" id="{961D2A5C-E104-CF9A-CDF4-0E6AD6AA4CD8}"/>
              </a:ext>
            </a:extLst>
          </p:cNvPr>
          <p:cNvSpPr txBox="1"/>
          <p:nvPr/>
        </p:nvSpPr>
        <p:spPr>
          <a:xfrm>
            <a:off x="545911" y="973719"/>
            <a:ext cx="6898942" cy="2620333"/>
          </a:xfrm>
          <a:prstGeom prst="rect">
            <a:avLst/>
          </a:prstGeom>
          <a:noFill/>
        </p:spPr>
        <p:txBody>
          <a:bodyPr wrap="square">
            <a:spAutoFit/>
          </a:bodyPr>
          <a:lstStyle/>
          <a:p>
            <a:pPr>
              <a:lnSpc>
                <a:spcPts val="1425"/>
              </a:lnSpc>
              <a:buNone/>
            </a:pP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Goal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$year</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$month</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Monthly</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sales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report</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orders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aggregate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$group:</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_id:</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year:</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$year:</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orderDate</a:t>
            </a:r>
            <a:r>
              <a:rPr lang="en-US" b="0" dirty="0">
                <a:solidFill>
                  <a:srgbClr val="CE9178"/>
                </a:solidFill>
                <a:effectLst/>
                <a:latin typeface="Consolas" panose="020B0609020204030204" pitchFamily="49" charset="0"/>
              </a:rPr>
              <a:t>"</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month:</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$month:</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orderDate</a:t>
            </a:r>
            <a:r>
              <a:rPr lang="en-US" b="0" dirty="0">
                <a:solidFill>
                  <a:srgbClr val="CE9178"/>
                </a:solidFill>
                <a:effectLst/>
                <a:latin typeface="Consolas" panose="020B0609020204030204" pitchFamily="49" charset="0"/>
              </a:rPr>
              <a:t>"</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totalSales</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$sum:</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"$total"</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37887277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3149EC-2DB3-12BB-D082-03C22DEF0C1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5BBDF4C-F11A-DC8D-0947-3597473106FC}"/>
              </a:ext>
            </a:extLst>
          </p:cNvPr>
          <p:cNvSpPr txBox="1"/>
          <p:nvPr/>
        </p:nvSpPr>
        <p:spPr>
          <a:xfrm>
            <a:off x="195942" y="209005"/>
            <a:ext cx="758541" cy="369332"/>
          </a:xfrm>
          <a:prstGeom prst="rect">
            <a:avLst/>
          </a:prstGeom>
          <a:noFill/>
        </p:spPr>
        <p:txBody>
          <a:bodyPr wrap="none" rtlCol="0">
            <a:spAutoFit/>
          </a:bodyPr>
          <a:lstStyle/>
          <a:p>
            <a:r>
              <a:rPr lang="en-US" dirty="0">
                <a:solidFill>
                  <a:srgbClr val="FFFF00"/>
                </a:solidFill>
              </a:rPr>
              <a:t>$map</a:t>
            </a:r>
          </a:p>
        </p:txBody>
      </p:sp>
      <p:sp>
        <p:nvSpPr>
          <p:cNvPr id="4" name="TextBox 3">
            <a:extLst>
              <a:ext uri="{FF2B5EF4-FFF2-40B4-BE49-F238E27FC236}">
                <a16:creationId xmlns:a16="http://schemas.microsoft.com/office/drawing/2014/main" id="{9BF5A908-8BF7-B886-B59A-85A148E13EA9}"/>
              </a:ext>
            </a:extLst>
          </p:cNvPr>
          <p:cNvSpPr txBox="1"/>
          <p:nvPr/>
        </p:nvSpPr>
        <p:spPr>
          <a:xfrm>
            <a:off x="1151286" y="143934"/>
            <a:ext cx="10176356" cy="6570132"/>
          </a:xfrm>
          <a:prstGeom prst="rect">
            <a:avLst/>
          </a:prstGeom>
          <a:noFill/>
        </p:spPr>
        <p:txBody>
          <a:bodyPr wrap="square">
            <a:spAutoFit/>
          </a:bodyPr>
          <a:lstStyle/>
          <a:p>
            <a:pPr>
              <a:lnSpc>
                <a:spcPts val="1425"/>
              </a:lnSpc>
              <a:buNone/>
            </a:pPr>
            <a:r>
              <a:rPr lang="en-US" sz="1400" b="0" dirty="0">
                <a:solidFill>
                  <a:srgbClr val="B5CEA8"/>
                </a:solidFill>
                <a:effectLst/>
                <a:latin typeface="Consolas" panose="020B0609020204030204" pitchFamily="49" charset="0"/>
              </a:rPr>
              <a:t>1.</a:t>
            </a:r>
            <a:r>
              <a:rPr lang="en-US" sz="1400" b="0" dirty="0">
                <a:solidFill>
                  <a:srgbClr val="D4D4D4"/>
                </a:solidFill>
                <a:effectLst/>
                <a:latin typeface="Consolas" panose="020B0609020204030204" pitchFamily="49" charset="0"/>
              </a:rPr>
              <a:t> </a:t>
            </a:r>
            <a:r>
              <a:rPr lang="en-US" sz="1400" b="0" dirty="0">
                <a:solidFill>
                  <a:srgbClr val="C8C8C8"/>
                </a:solidFill>
                <a:effectLst/>
                <a:latin typeface="Consolas" panose="020B0609020204030204" pitchFamily="49" charset="0"/>
              </a:rPr>
              <a:t>Goal</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buy</a:t>
            </a:r>
            <a:r>
              <a:rPr lang="en-US" sz="1400" b="0" dirty="0">
                <a:solidFill>
                  <a:srgbClr val="D4D4D4"/>
                </a:solidFill>
                <a:effectLst/>
                <a:latin typeface="Consolas" panose="020B0609020204030204" pitchFamily="49" charset="0"/>
              </a:rPr>
              <a:t> </a:t>
            </a:r>
            <a:r>
              <a:rPr lang="en-US" sz="1400" b="0" dirty="0">
                <a:solidFill>
                  <a:srgbClr val="B5CEA8"/>
                </a:solidFill>
                <a:effectLst/>
                <a:latin typeface="Consolas" panose="020B0609020204030204" pitchFamily="49" charset="0"/>
              </a:rPr>
              <a:t>1</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get</a:t>
            </a:r>
            <a:r>
              <a:rPr lang="en-US" sz="1400" b="0" dirty="0">
                <a:solidFill>
                  <a:srgbClr val="D4D4D4"/>
                </a:solidFill>
                <a:effectLst/>
                <a:latin typeface="Consolas" panose="020B0609020204030204" pitchFamily="49" charset="0"/>
              </a:rPr>
              <a:t> </a:t>
            </a:r>
            <a:r>
              <a:rPr lang="en-US" sz="1400" b="0" dirty="0">
                <a:solidFill>
                  <a:srgbClr val="B5CEA8"/>
                </a:solidFill>
                <a:effectLst/>
                <a:latin typeface="Consolas" panose="020B0609020204030204" pitchFamily="49" charset="0"/>
              </a:rPr>
              <a:t>1</a:t>
            </a:r>
            <a:endParaRPr lang="en-US" sz="1400" b="0" dirty="0">
              <a:solidFill>
                <a:srgbClr val="D4D4D4"/>
              </a:solidFill>
              <a:effectLst/>
              <a:latin typeface="Consolas" panose="020B0609020204030204" pitchFamily="49" charset="0"/>
            </a:endParaRPr>
          </a:p>
          <a:p>
            <a:pPr>
              <a:lnSpc>
                <a:spcPts val="1425"/>
              </a:lnSpc>
              <a:buNone/>
            </a:pPr>
            <a:r>
              <a:rPr lang="en-US" sz="1400" b="0" dirty="0">
                <a:solidFill>
                  <a:srgbClr val="9CDCFE"/>
                </a:solidFill>
                <a:effectLst/>
                <a:latin typeface="Consolas" panose="020B0609020204030204" pitchFamily="49" charset="0"/>
              </a:rPr>
              <a:t>map</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means</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transform</a:t>
            </a:r>
            <a:endParaRPr lang="en-US" sz="1400" b="0" dirty="0">
              <a:solidFill>
                <a:srgbClr val="D4D4D4"/>
              </a:solidFill>
              <a:effectLst/>
              <a:latin typeface="Consolas" panose="020B0609020204030204" pitchFamily="49" charset="0"/>
            </a:endParaRPr>
          </a:p>
          <a:p>
            <a:pPr>
              <a:lnSpc>
                <a:spcPts val="1425"/>
              </a:lnSpc>
              <a:buNone/>
            </a:pPr>
            <a:r>
              <a:rPr lang="en-US" sz="1400" b="0" dirty="0" err="1">
                <a:solidFill>
                  <a:srgbClr val="9CDCFE"/>
                </a:solidFill>
                <a:effectLst/>
                <a:latin typeface="Consolas" panose="020B0609020204030204" pitchFamily="49" charset="0"/>
              </a:rPr>
              <a:t>javascript</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map</a:t>
            </a:r>
            <a:r>
              <a:rPr lang="en-US" sz="1400" b="0" dirty="0">
                <a:solidFill>
                  <a:srgbClr val="D4D4D4"/>
                </a:solidFill>
                <a:effectLst/>
                <a:latin typeface="Consolas" panose="020B0609020204030204" pitchFamily="49" charset="0"/>
              </a:rPr>
              <a:t> </a:t>
            </a:r>
            <a:r>
              <a:rPr lang="en-US" sz="1400" b="0" dirty="0">
                <a:solidFill>
                  <a:srgbClr val="C8C8C8"/>
                </a:solidFill>
                <a:effectLst/>
                <a:latin typeface="Consolas" panose="020B0609020204030204" pitchFamily="49" charset="0"/>
              </a:rPr>
              <a:t>example</a:t>
            </a:r>
            <a:r>
              <a:rPr lang="en-US" sz="1400" b="0" dirty="0">
                <a:solidFill>
                  <a:srgbClr val="D4D4D4"/>
                </a:solidFill>
                <a:effectLst/>
                <a:latin typeface="Consolas" panose="020B0609020204030204" pitchFamily="49" charset="0"/>
              </a:rPr>
              <a:t>:</a:t>
            </a:r>
            <a:br>
              <a:rPr lang="en-US" sz="1400" b="0" dirty="0">
                <a:solidFill>
                  <a:srgbClr val="D4D4D4"/>
                </a:solidFill>
                <a:effectLst/>
                <a:latin typeface="Consolas" panose="020B0609020204030204" pitchFamily="49" charset="0"/>
              </a:rPr>
            </a:br>
            <a:endParaRPr lang="en-US" sz="1400" b="0" dirty="0">
              <a:solidFill>
                <a:srgbClr val="D4D4D4"/>
              </a:solidFill>
              <a:effectLst/>
              <a:latin typeface="Consolas" panose="020B0609020204030204" pitchFamily="49" charset="0"/>
            </a:endParaRPr>
          </a:p>
          <a:p>
            <a:pPr>
              <a:lnSpc>
                <a:spcPts val="1425"/>
              </a:lnSpc>
              <a:buNone/>
            </a:pPr>
            <a:r>
              <a:rPr lang="en-US" sz="1400" b="0" dirty="0">
                <a:solidFill>
                  <a:srgbClr val="569CD6"/>
                </a:solidFill>
                <a:effectLst/>
                <a:latin typeface="Consolas" panose="020B0609020204030204" pitchFamily="49" charset="0"/>
              </a:rPr>
              <a:t>let</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products</a:t>
            </a:r>
            <a:r>
              <a:rPr lang="en-US" sz="1400" b="0" dirty="0">
                <a:solidFill>
                  <a:srgbClr val="D4D4D4"/>
                </a:solidFill>
                <a:effectLst/>
                <a:latin typeface="Consolas" panose="020B0609020204030204" pitchFamily="49" charset="0"/>
              </a:rPr>
              <a:t> = [</a:t>
            </a:r>
          </a:p>
          <a:p>
            <a:pPr>
              <a:lnSpc>
                <a:spcPts val="1425"/>
              </a:lnSpc>
              <a:buNone/>
            </a:pPr>
            <a:r>
              <a:rPr lang="en-US" sz="1400" b="0" dirty="0">
                <a:solidFill>
                  <a:srgbClr val="D4D4D4"/>
                </a:solidFill>
                <a:effectLst/>
                <a:latin typeface="Consolas" panose="020B0609020204030204" pitchFamily="49" charset="0"/>
              </a:rPr>
              <a:t>    {</a:t>
            </a:r>
            <a:r>
              <a:rPr lang="en-US" sz="1400" b="0" dirty="0">
                <a:solidFill>
                  <a:srgbClr val="CE9178"/>
                </a:solidFill>
                <a:effectLst/>
                <a:latin typeface="Consolas" panose="020B0609020204030204" pitchFamily="49" charset="0"/>
              </a:rPr>
              <a:t>"</a:t>
            </a:r>
            <a:r>
              <a:rPr lang="en-US" sz="1400" b="0" dirty="0" err="1">
                <a:solidFill>
                  <a:srgbClr val="CE9178"/>
                </a:solidFill>
                <a:effectLst/>
                <a:latin typeface="Consolas" panose="020B0609020204030204" pitchFamily="49" charset="0"/>
              </a:rPr>
              <a:t>productId</a:t>
            </a:r>
            <a:r>
              <a:rPr lang="en-US" sz="1400" b="0" dirty="0">
                <a:solidFill>
                  <a:srgbClr val="CE9178"/>
                </a:solidFill>
                <a:effectLst/>
                <a:latin typeface="Consolas" panose="020B0609020204030204" pitchFamily="49" charset="0"/>
              </a:rPr>
              <a:t>"</a:t>
            </a:r>
            <a:r>
              <a:rPr lang="en-US" sz="1400" b="0" dirty="0">
                <a:solidFill>
                  <a:srgbClr val="9CDCFE"/>
                </a:solidFill>
                <a:effectLst/>
                <a:latin typeface="Consolas" panose="020B0609020204030204" pitchFamily="49" charset="0"/>
              </a:rPr>
              <a:t>:</a:t>
            </a:r>
            <a:r>
              <a:rPr lang="en-US" sz="1400" b="0" dirty="0">
                <a:solidFill>
                  <a:srgbClr val="D4D4D4"/>
                </a:solidFill>
                <a:effectLst/>
                <a:latin typeface="Consolas" panose="020B0609020204030204" pitchFamily="49" charset="0"/>
              </a:rPr>
              <a:t> </a:t>
            </a:r>
            <a:r>
              <a:rPr lang="en-US" sz="1400" b="0" dirty="0">
                <a:solidFill>
                  <a:srgbClr val="B5CEA8"/>
                </a:solidFill>
                <a:effectLst/>
                <a:latin typeface="Consolas" panose="020B0609020204030204" pitchFamily="49" charset="0"/>
              </a:rPr>
              <a:t>1234324</a:t>
            </a:r>
            <a:r>
              <a:rPr lang="en-US" sz="1400" b="0" dirty="0">
                <a:solidFill>
                  <a:srgbClr val="D4D4D4"/>
                </a:solidFill>
                <a:effectLst/>
                <a:latin typeface="Consolas" panose="020B0609020204030204" pitchFamily="49" charset="0"/>
              </a:rPr>
              <a:t>, </a:t>
            </a:r>
            <a:r>
              <a:rPr lang="en-US" sz="1400" b="0" dirty="0">
                <a:solidFill>
                  <a:srgbClr val="CE9178"/>
                </a:solidFill>
                <a:effectLst/>
                <a:latin typeface="Consolas" panose="020B0609020204030204" pitchFamily="49" charset="0"/>
              </a:rPr>
              <a:t>"quantity"</a:t>
            </a:r>
            <a:r>
              <a:rPr lang="en-US" sz="1400" b="0" dirty="0">
                <a:solidFill>
                  <a:srgbClr val="9CDCFE"/>
                </a:solidFill>
                <a:effectLst/>
                <a:latin typeface="Consolas" panose="020B0609020204030204" pitchFamily="49" charset="0"/>
              </a:rPr>
              <a:t>:</a:t>
            </a:r>
            <a:r>
              <a:rPr lang="en-US" sz="1400" b="0" dirty="0">
                <a:solidFill>
                  <a:srgbClr val="B5CEA8"/>
                </a:solidFill>
                <a:effectLst/>
                <a:latin typeface="Consolas" panose="020B0609020204030204" pitchFamily="49" charset="0"/>
              </a:rPr>
              <a:t>3</a:t>
            </a:r>
            <a:r>
              <a:rPr lang="en-US" sz="1400" b="0" dirty="0">
                <a:solidFill>
                  <a:srgbClr val="D4D4D4"/>
                </a:solidFill>
                <a:effectLst/>
                <a:latin typeface="Consolas" panose="020B0609020204030204" pitchFamily="49" charset="0"/>
              </a:rPr>
              <a:t>},&lt;--</a:t>
            </a:r>
          </a:p>
          <a:p>
            <a:pPr>
              <a:lnSpc>
                <a:spcPts val="1425"/>
              </a:lnSpc>
              <a:buNone/>
            </a:pPr>
            <a:r>
              <a:rPr lang="en-US" sz="1400" b="0" dirty="0">
                <a:solidFill>
                  <a:srgbClr val="D4D4D4"/>
                </a:solidFill>
                <a:effectLst/>
                <a:latin typeface="Consolas" panose="020B0609020204030204" pitchFamily="49" charset="0"/>
              </a:rPr>
              <a:t>    {</a:t>
            </a:r>
            <a:r>
              <a:rPr lang="en-US" sz="1400" b="0" dirty="0">
                <a:solidFill>
                  <a:srgbClr val="CE9178"/>
                </a:solidFill>
                <a:effectLst/>
                <a:latin typeface="Consolas" panose="020B0609020204030204" pitchFamily="49" charset="0"/>
              </a:rPr>
              <a:t>"</a:t>
            </a:r>
            <a:r>
              <a:rPr lang="en-US" sz="1400" b="0" dirty="0" err="1">
                <a:solidFill>
                  <a:srgbClr val="CE9178"/>
                </a:solidFill>
                <a:effectLst/>
                <a:latin typeface="Consolas" panose="020B0609020204030204" pitchFamily="49" charset="0"/>
              </a:rPr>
              <a:t>productId</a:t>
            </a:r>
            <a:r>
              <a:rPr lang="en-US" sz="1400" b="0" dirty="0">
                <a:solidFill>
                  <a:srgbClr val="CE9178"/>
                </a:solidFill>
                <a:effectLst/>
                <a:latin typeface="Consolas" panose="020B0609020204030204" pitchFamily="49" charset="0"/>
              </a:rPr>
              <a:t>"</a:t>
            </a:r>
            <a:r>
              <a:rPr lang="en-US" sz="1400" b="0" dirty="0">
                <a:solidFill>
                  <a:srgbClr val="9CDCFE"/>
                </a:solidFill>
                <a:effectLst/>
                <a:latin typeface="Consolas" panose="020B0609020204030204" pitchFamily="49" charset="0"/>
              </a:rPr>
              <a:t>:</a:t>
            </a:r>
            <a:r>
              <a:rPr lang="en-US" sz="1400" b="0" dirty="0">
                <a:solidFill>
                  <a:srgbClr val="D4D4D4"/>
                </a:solidFill>
                <a:effectLst/>
                <a:latin typeface="Consolas" panose="020B0609020204030204" pitchFamily="49" charset="0"/>
              </a:rPr>
              <a:t> </a:t>
            </a:r>
            <a:r>
              <a:rPr lang="en-US" sz="1400" b="0" dirty="0">
                <a:solidFill>
                  <a:srgbClr val="B5CEA8"/>
                </a:solidFill>
                <a:effectLst/>
                <a:latin typeface="Consolas" panose="020B0609020204030204" pitchFamily="49" charset="0"/>
              </a:rPr>
              <a:t>3423423</a:t>
            </a:r>
            <a:r>
              <a:rPr lang="en-US" sz="1400" b="0" dirty="0">
                <a:solidFill>
                  <a:srgbClr val="D4D4D4"/>
                </a:solidFill>
                <a:effectLst/>
                <a:latin typeface="Consolas" panose="020B0609020204030204" pitchFamily="49" charset="0"/>
              </a:rPr>
              <a:t>, </a:t>
            </a:r>
            <a:r>
              <a:rPr lang="en-US" sz="1400" b="0" dirty="0">
                <a:solidFill>
                  <a:srgbClr val="CE9178"/>
                </a:solidFill>
                <a:effectLst/>
                <a:latin typeface="Consolas" panose="020B0609020204030204" pitchFamily="49" charset="0"/>
              </a:rPr>
              <a:t>"quantity"</a:t>
            </a:r>
            <a:r>
              <a:rPr lang="en-US" sz="1400" b="0" dirty="0">
                <a:solidFill>
                  <a:srgbClr val="9CDCFE"/>
                </a:solidFill>
                <a:effectLst/>
                <a:latin typeface="Consolas" panose="020B0609020204030204" pitchFamily="49" charset="0"/>
              </a:rPr>
              <a:t>:</a:t>
            </a:r>
            <a:r>
              <a:rPr lang="en-US" sz="1400" b="0" dirty="0">
                <a:solidFill>
                  <a:srgbClr val="B5CEA8"/>
                </a:solidFill>
                <a:effectLst/>
                <a:latin typeface="Consolas" panose="020B0609020204030204" pitchFamily="49" charset="0"/>
              </a:rPr>
              <a:t>5</a:t>
            </a:r>
            <a:r>
              <a:rPr lang="en-US" sz="1400" b="0" dirty="0">
                <a:solidFill>
                  <a:srgbClr val="D4D4D4"/>
                </a:solidFill>
                <a:effectLst/>
                <a:latin typeface="Consolas" panose="020B0609020204030204" pitchFamily="49" charset="0"/>
              </a:rPr>
              <a:t>} &lt;--</a:t>
            </a:r>
          </a:p>
          <a:p>
            <a:pPr>
              <a:lnSpc>
                <a:spcPts val="1425"/>
              </a:lnSpc>
              <a:buNone/>
            </a:pP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x</a:t>
            </a:r>
            <a:r>
              <a:rPr lang="en-US" sz="1400" b="0" dirty="0">
                <a:solidFill>
                  <a:srgbClr val="D4D4D4"/>
                </a:solidFill>
                <a:effectLst/>
                <a:latin typeface="Consolas" panose="020B0609020204030204" pitchFamily="49" charset="0"/>
              </a:rPr>
              <a:t>  -&gt;  </a:t>
            </a:r>
            <a:r>
              <a:rPr lang="en-US" sz="1400" b="0" dirty="0">
                <a:solidFill>
                  <a:srgbClr val="DCDCAA"/>
                </a:solidFill>
                <a:effectLst/>
                <a:latin typeface="Consolas" panose="020B0609020204030204" pitchFamily="49" charset="0"/>
              </a:rPr>
              <a:t>f</a:t>
            </a:r>
            <a:r>
              <a:rPr lang="en-US" sz="1400" b="0" dirty="0">
                <a:solidFill>
                  <a:srgbClr val="D4D4D4"/>
                </a:solidFill>
                <a:effectLst/>
                <a:latin typeface="Consolas" panose="020B0609020204030204" pitchFamily="49" charset="0"/>
              </a:rPr>
              <a:t>(</a:t>
            </a:r>
            <a:r>
              <a:rPr lang="en-US" sz="1400" b="0" dirty="0">
                <a:solidFill>
                  <a:srgbClr val="9CDCFE"/>
                </a:solidFill>
                <a:effectLst/>
                <a:latin typeface="Consolas" panose="020B0609020204030204" pitchFamily="49" charset="0"/>
              </a:rPr>
              <a:t>x</a:t>
            </a:r>
            <a:r>
              <a:rPr lang="en-US" sz="1400" b="0" dirty="0">
                <a:solidFill>
                  <a:srgbClr val="D4D4D4"/>
                </a:solidFill>
                <a:effectLst/>
                <a:latin typeface="Consolas" panose="020B0609020204030204" pitchFamily="49" charset="0"/>
              </a:rPr>
              <a:t>)</a:t>
            </a:r>
            <a:br>
              <a:rPr lang="en-US" sz="1400" b="0" dirty="0">
                <a:solidFill>
                  <a:srgbClr val="D4D4D4"/>
                </a:solidFill>
                <a:effectLst/>
                <a:latin typeface="Consolas" panose="020B0609020204030204" pitchFamily="49" charset="0"/>
              </a:rPr>
            </a:br>
            <a:endParaRPr lang="en-US" sz="1400" b="0" dirty="0">
              <a:solidFill>
                <a:srgbClr val="D4D4D4"/>
              </a:solidFill>
              <a:effectLst/>
              <a:latin typeface="Consolas" panose="020B0609020204030204" pitchFamily="49" charset="0"/>
            </a:endParaRPr>
          </a:p>
          <a:p>
            <a:pPr>
              <a:lnSpc>
                <a:spcPts val="1425"/>
              </a:lnSpc>
              <a:buNone/>
            </a:pPr>
            <a:r>
              <a:rPr lang="en-US" sz="1400" b="0" dirty="0">
                <a:solidFill>
                  <a:srgbClr val="569CD6"/>
                </a:solidFill>
                <a:effectLst/>
                <a:latin typeface="Consolas" panose="020B0609020204030204" pitchFamily="49" charset="0"/>
              </a:rPr>
              <a:t>const</a:t>
            </a:r>
            <a:r>
              <a:rPr lang="en-US" sz="1400" b="0" dirty="0">
                <a:solidFill>
                  <a:srgbClr val="D4D4D4"/>
                </a:solidFill>
                <a:effectLst/>
                <a:latin typeface="Consolas" panose="020B0609020204030204" pitchFamily="49" charset="0"/>
              </a:rPr>
              <a:t> </a:t>
            </a:r>
            <a:r>
              <a:rPr lang="en-US" sz="1400" b="0" dirty="0" err="1">
                <a:solidFill>
                  <a:srgbClr val="4FC1FF"/>
                </a:solidFill>
                <a:effectLst/>
                <a:latin typeface="Consolas" panose="020B0609020204030204" pitchFamily="49" charset="0"/>
              </a:rPr>
              <a:t>productsAfterOffer</a:t>
            </a:r>
            <a:r>
              <a:rPr lang="en-US" sz="1400" b="0" dirty="0">
                <a:solidFill>
                  <a:srgbClr val="D4D4D4"/>
                </a:solidFill>
                <a:effectLst/>
                <a:latin typeface="Consolas" panose="020B0609020204030204" pitchFamily="49" charset="0"/>
              </a:rPr>
              <a:t> = </a:t>
            </a:r>
            <a:r>
              <a:rPr lang="en-US" sz="1400" b="0" dirty="0" err="1">
                <a:solidFill>
                  <a:srgbClr val="9CDCFE"/>
                </a:solidFill>
                <a:effectLst/>
                <a:latin typeface="Consolas" panose="020B0609020204030204" pitchFamily="49" charset="0"/>
              </a:rPr>
              <a:t>products</a:t>
            </a:r>
            <a:r>
              <a:rPr lang="en-US" sz="1400" b="0" dirty="0" err="1">
                <a:solidFill>
                  <a:srgbClr val="D4D4D4"/>
                </a:solidFill>
                <a:effectLst/>
                <a:latin typeface="Consolas" panose="020B0609020204030204" pitchFamily="49" charset="0"/>
              </a:rPr>
              <a:t>.</a:t>
            </a:r>
            <a:r>
              <a:rPr lang="en-US" sz="1400" b="0" dirty="0" err="1">
                <a:solidFill>
                  <a:srgbClr val="DCDCAA"/>
                </a:solidFill>
                <a:effectLst/>
                <a:latin typeface="Consolas" panose="020B0609020204030204" pitchFamily="49" charset="0"/>
              </a:rPr>
              <a:t>map</a:t>
            </a:r>
            <a:r>
              <a:rPr lang="en-US" sz="1400" b="0" dirty="0">
                <a:solidFill>
                  <a:srgbClr val="D4D4D4"/>
                </a:solidFill>
                <a:effectLst/>
                <a:latin typeface="Consolas" panose="020B0609020204030204" pitchFamily="49" charset="0"/>
              </a:rPr>
              <a:t>(</a:t>
            </a:r>
            <a:r>
              <a:rPr lang="en-US" sz="1400" b="0" dirty="0">
                <a:solidFill>
                  <a:srgbClr val="569CD6"/>
                </a:solidFill>
                <a:effectLst/>
                <a:latin typeface="Consolas" panose="020B0609020204030204" pitchFamily="49" charset="0"/>
              </a:rPr>
              <a:t>function</a:t>
            </a:r>
            <a:r>
              <a:rPr lang="en-US" sz="1400" b="0" dirty="0">
                <a:solidFill>
                  <a:srgbClr val="D4D4D4"/>
                </a:solidFill>
                <a:effectLst/>
                <a:latin typeface="Consolas" panose="020B0609020204030204" pitchFamily="49" charset="0"/>
              </a:rPr>
              <a:t>(</a:t>
            </a:r>
            <a:r>
              <a:rPr lang="en-US" sz="1400" b="0" dirty="0">
                <a:solidFill>
                  <a:srgbClr val="9CDCFE"/>
                </a:solidFill>
                <a:effectLst/>
                <a:latin typeface="Consolas" panose="020B0609020204030204" pitchFamily="49" charset="0"/>
              </a:rPr>
              <a:t>product</a:t>
            </a:r>
            <a:r>
              <a:rPr lang="en-US" sz="1400" b="0" dirty="0">
                <a:solidFill>
                  <a:srgbClr val="D4D4D4"/>
                </a:solidFill>
                <a:effectLst/>
                <a:latin typeface="Consolas" panose="020B0609020204030204" pitchFamily="49" charset="0"/>
              </a:rPr>
              <a:t>){</a:t>
            </a:r>
          </a:p>
          <a:p>
            <a:pPr>
              <a:lnSpc>
                <a:spcPts val="1425"/>
              </a:lnSpc>
              <a:buNone/>
            </a:pPr>
            <a:r>
              <a:rPr lang="en-US" sz="1400" b="0" dirty="0">
                <a:solidFill>
                  <a:srgbClr val="D4D4D4"/>
                </a:solidFill>
                <a:effectLst/>
                <a:latin typeface="Consolas" panose="020B0609020204030204" pitchFamily="49" charset="0"/>
              </a:rPr>
              <a:t>    </a:t>
            </a:r>
            <a:r>
              <a:rPr lang="en-US" sz="1400" b="0" dirty="0">
                <a:solidFill>
                  <a:srgbClr val="C586C0"/>
                </a:solidFill>
                <a:effectLst/>
                <a:latin typeface="Consolas" panose="020B0609020204030204" pitchFamily="49" charset="0"/>
              </a:rPr>
              <a:t>return</a:t>
            </a: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        </a:t>
            </a:r>
            <a:r>
              <a:rPr lang="en-US" sz="1400" b="0" dirty="0">
                <a:solidFill>
                  <a:srgbClr val="CE9178"/>
                </a:solidFill>
                <a:effectLst/>
                <a:latin typeface="Consolas" panose="020B0609020204030204" pitchFamily="49" charset="0"/>
              </a:rPr>
              <a:t>"</a:t>
            </a:r>
            <a:r>
              <a:rPr lang="en-US" sz="1400" b="0" dirty="0" err="1">
                <a:solidFill>
                  <a:srgbClr val="CE9178"/>
                </a:solidFill>
                <a:effectLst/>
                <a:latin typeface="Consolas" panose="020B0609020204030204" pitchFamily="49" charset="0"/>
              </a:rPr>
              <a:t>productId</a:t>
            </a:r>
            <a:r>
              <a:rPr lang="en-US" sz="1400" b="0" dirty="0">
                <a:solidFill>
                  <a:srgbClr val="CE9178"/>
                </a:solidFill>
                <a:effectLst/>
                <a:latin typeface="Consolas" panose="020B0609020204030204" pitchFamily="49" charset="0"/>
              </a:rPr>
              <a:t>"</a:t>
            </a:r>
            <a:r>
              <a:rPr lang="en-US" sz="1400" b="0" dirty="0">
                <a:solidFill>
                  <a:srgbClr val="9CDCFE"/>
                </a:solidFill>
                <a:effectLst/>
                <a:latin typeface="Consolas" panose="020B0609020204030204" pitchFamily="49" charset="0"/>
              </a:rPr>
              <a:t>:</a:t>
            </a:r>
            <a:r>
              <a:rPr lang="en-US" sz="1400" b="0" dirty="0">
                <a:solidFill>
                  <a:srgbClr val="D4D4D4"/>
                </a:solidFill>
                <a:effectLst/>
                <a:latin typeface="Consolas" panose="020B0609020204030204" pitchFamily="49" charset="0"/>
              </a:rPr>
              <a:t> </a:t>
            </a:r>
            <a:r>
              <a:rPr lang="en-US" sz="1400" b="0" dirty="0" err="1">
                <a:solidFill>
                  <a:srgbClr val="9CDCFE"/>
                </a:solidFill>
                <a:effectLst/>
                <a:latin typeface="Consolas" panose="020B0609020204030204" pitchFamily="49" charset="0"/>
              </a:rPr>
              <a:t>product</a:t>
            </a:r>
            <a:r>
              <a:rPr lang="en-US" sz="1400" b="0" dirty="0" err="1">
                <a:solidFill>
                  <a:srgbClr val="D4D4D4"/>
                </a:solidFill>
                <a:effectLst/>
                <a:latin typeface="Consolas" panose="020B0609020204030204" pitchFamily="49" charset="0"/>
              </a:rPr>
              <a:t>.</a:t>
            </a:r>
            <a:r>
              <a:rPr lang="en-US" sz="1400" b="0" dirty="0" err="1">
                <a:solidFill>
                  <a:srgbClr val="9CDCFE"/>
                </a:solidFill>
                <a:effectLst/>
                <a:latin typeface="Consolas" panose="020B0609020204030204" pitchFamily="49" charset="0"/>
              </a:rPr>
              <a:t>productId</a:t>
            </a:r>
            <a:r>
              <a:rPr lang="en-US" sz="1400" b="0" dirty="0">
                <a:solidFill>
                  <a:srgbClr val="D4D4D4"/>
                </a:solidFill>
                <a:effectLst/>
                <a:latin typeface="Consolas" panose="020B0609020204030204" pitchFamily="49" charset="0"/>
              </a:rPr>
              <a:t>,</a:t>
            </a:r>
          </a:p>
          <a:p>
            <a:pPr>
              <a:lnSpc>
                <a:spcPts val="1425"/>
              </a:lnSpc>
              <a:buNone/>
            </a:pPr>
            <a:r>
              <a:rPr lang="en-US" sz="1400" b="0" dirty="0">
                <a:solidFill>
                  <a:srgbClr val="D4D4D4"/>
                </a:solidFill>
                <a:effectLst/>
                <a:latin typeface="Consolas" panose="020B0609020204030204" pitchFamily="49" charset="0"/>
              </a:rPr>
              <a:t>        </a:t>
            </a:r>
            <a:r>
              <a:rPr lang="en-US" sz="1400" b="0" dirty="0">
                <a:solidFill>
                  <a:srgbClr val="CE9178"/>
                </a:solidFill>
                <a:effectLst/>
                <a:latin typeface="Consolas" panose="020B0609020204030204" pitchFamily="49" charset="0"/>
              </a:rPr>
              <a:t>"</a:t>
            </a:r>
            <a:r>
              <a:rPr lang="en-US" sz="1400" b="0" dirty="0" err="1">
                <a:solidFill>
                  <a:srgbClr val="CE9178"/>
                </a:solidFill>
                <a:effectLst/>
                <a:latin typeface="Consolas" panose="020B0609020204030204" pitchFamily="49" charset="0"/>
              </a:rPr>
              <a:t>quantityAfterOffer</a:t>
            </a:r>
            <a:r>
              <a:rPr lang="en-US" sz="1400" b="0" dirty="0">
                <a:solidFill>
                  <a:srgbClr val="CE9178"/>
                </a:solidFill>
                <a:effectLst/>
                <a:latin typeface="Consolas" panose="020B0609020204030204" pitchFamily="49" charset="0"/>
              </a:rPr>
              <a:t>"</a:t>
            </a:r>
            <a:r>
              <a:rPr lang="en-US" sz="1400" b="0" dirty="0">
                <a:solidFill>
                  <a:srgbClr val="9CDCFE"/>
                </a:solidFill>
                <a:effectLst/>
                <a:latin typeface="Consolas" panose="020B0609020204030204" pitchFamily="49" charset="0"/>
              </a:rPr>
              <a:t>:</a:t>
            </a:r>
            <a:r>
              <a:rPr lang="en-US" sz="1400" b="0" dirty="0">
                <a:solidFill>
                  <a:srgbClr val="D4D4D4"/>
                </a:solidFill>
                <a:effectLst/>
                <a:latin typeface="Consolas" panose="020B0609020204030204" pitchFamily="49" charset="0"/>
              </a:rPr>
              <a:t> </a:t>
            </a:r>
            <a:r>
              <a:rPr lang="en-US" sz="1400" b="0" dirty="0" err="1">
                <a:solidFill>
                  <a:srgbClr val="9CDCFE"/>
                </a:solidFill>
                <a:effectLst/>
                <a:latin typeface="Consolas" panose="020B0609020204030204" pitchFamily="49" charset="0"/>
              </a:rPr>
              <a:t>product</a:t>
            </a:r>
            <a:r>
              <a:rPr lang="en-US" sz="1400" b="0" dirty="0" err="1">
                <a:solidFill>
                  <a:srgbClr val="D4D4D4"/>
                </a:solidFill>
                <a:effectLst/>
                <a:latin typeface="Consolas" panose="020B0609020204030204" pitchFamily="49" charset="0"/>
              </a:rPr>
              <a:t>.</a:t>
            </a:r>
            <a:r>
              <a:rPr lang="en-US" sz="1400" b="0" dirty="0" err="1">
                <a:solidFill>
                  <a:srgbClr val="9CDCFE"/>
                </a:solidFill>
                <a:effectLst/>
                <a:latin typeface="Consolas" panose="020B0609020204030204" pitchFamily="49" charset="0"/>
              </a:rPr>
              <a:t>quantity</a:t>
            </a:r>
            <a:r>
              <a:rPr lang="en-US" sz="1400" b="0" dirty="0">
                <a:solidFill>
                  <a:srgbClr val="D4D4D4"/>
                </a:solidFill>
                <a:effectLst/>
                <a:latin typeface="Consolas" panose="020B0609020204030204" pitchFamily="49" charset="0"/>
              </a:rPr>
              <a:t> *</a:t>
            </a:r>
            <a:r>
              <a:rPr lang="en-US" sz="1400" b="0" dirty="0">
                <a:solidFill>
                  <a:srgbClr val="B5CEA8"/>
                </a:solidFill>
                <a:effectLst/>
                <a:latin typeface="Consolas" panose="020B0609020204030204" pitchFamily="49" charset="0"/>
              </a:rPr>
              <a:t>2</a:t>
            </a:r>
            <a:endParaRPr lang="en-US" sz="1400" b="0" dirty="0">
              <a:solidFill>
                <a:srgbClr val="D4D4D4"/>
              </a:solidFill>
              <a:effectLst/>
              <a:latin typeface="Consolas" panose="020B0609020204030204" pitchFamily="49" charset="0"/>
            </a:endParaRPr>
          </a:p>
          <a:p>
            <a:pPr>
              <a:lnSpc>
                <a:spcPts val="1425"/>
              </a:lnSpc>
              <a:buNone/>
            </a:pP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a:t>
            </a:r>
            <a:br>
              <a:rPr lang="en-US" sz="1400" b="0" dirty="0">
                <a:solidFill>
                  <a:srgbClr val="D4D4D4"/>
                </a:solidFill>
                <a:effectLst/>
                <a:latin typeface="Consolas" panose="020B0609020204030204" pitchFamily="49" charset="0"/>
              </a:rPr>
            </a:br>
            <a:endParaRPr lang="en-US" sz="1400" b="0" dirty="0">
              <a:solidFill>
                <a:srgbClr val="D4D4D4"/>
              </a:solidFill>
              <a:effectLst/>
              <a:latin typeface="Consolas" panose="020B0609020204030204" pitchFamily="49" charset="0"/>
            </a:endParaRPr>
          </a:p>
          <a:p>
            <a:pPr>
              <a:lnSpc>
                <a:spcPts val="1425"/>
              </a:lnSpc>
              <a:buNone/>
            </a:pPr>
            <a:r>
              <a:rPr lang="en-US" sz="1400" b="0" dirty="0" err="1">
                <a:solidFill>
                  <a:srgbClr val="9CDCFE"/>
                </a:solidFill>
                <a:effectLst/>
                <a:latin typeface="Consolas" panose="020B0609020204030204" pitchFamily="49" charset="0"/>
              </a:rPr>
              <a:t>mongodb</a:t>
            </a: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$map</a:t>
            </a:r>
            <a:r>
              <a:rPr lang="en-US" sz="1400" b="0" dirty="0">
                <a:solidFill>
                  <a:srgbClr val="D4D4D4"/>
                </a:solidFill>
                <a:effectLst/>
                <a:latin typeface="Consolas" panose="020B0609020204030204" pitchFamily="49" charset="0"/>
              </a:rPr>
              <a:t> </a:t>
            </a:r>
            <a:r>
              <a:rPr lang="en-US" sz="1400" b="0" dirty="0">
                <a:solidFill>
                  <a:srgbClr val="C8C8C8"/>
                </a:solidFill>
                <a:effectLst/>
                <a:latin typeface="Consolas" panose="020B0609020204030204" pitchFamily="49" charset="0"/>
              </a:rPr>
              <a:t>example</a:t>
            </a:r>
            <a:r>
              <a:rPr lang="en-US" sz="1400" b="0" dirty="0">
                <a:solidFill>
                  <a:srgbClr val="D4D4D4"/>
                </a:solidFill>
                <a:effectLst/>
                <a:latin typeface="Consolas" panose="020B0609020204030204" pitchFamily="49" charset="0"/>
              </a:rPr>
              <a:t>:</a:t>
            </a:r>
          </a:p>
          <a:p>
            <a:pPr>
              <a:lnSpc>
                <a:spcPts val="1425"/>
              </a:lnSpc>
              <a:buNone/>
            </a:pPr>
            <a:endParaRPr lang="en-US" sz="1400" b="0" dirty="0">
              <a:solidFill>
                <a:srgbClr val="D4D4D4"/>
              </a:solidFill>
              <a:effectLst/>
              <a:latin typeface="Consolas" panose="020B0609020204030204" pitchFamily="49" charset="0"/>
            </a:endParaRPr>
          </a:p>
          <a:p>
            <a:pPr>
              <a:lnSpc>
                <a:spcPts val="1425"/>
              </a:lnSpc>
              <a:buNone/>
            </a:pPr>
            <a:r>
              <a:rPr lang="en-US" sz="1400" b="0" dirty="0" err="1">
                <a:solidFill>
                  <a:srgbClr val="9CDCFE"/>
                </a:solidFill>
                <a:effectLst/>
                <a:latin typeface="Consolas" panose="020B0609020204030204" pitchFamily="49" charset="0"/>
              </a:rPr>
              <a:t>db</a:t>
            </a:r>
            <a:r>
              <a:rPr lang="en-US" sz="1400" b="0" dirty="0" err="1">
                <a:solidFill>
                  <a:srgbClr val="D4D4D4"/>
                </a:solidFill>
                <a:effectLst/>
                <a:latin typeface="Consolas" panose="020B0609020204030204" pitchFamily="49" charset="0"/>
              </a:rPr>
              <a:t>.</a:t>
            </a:r>
            <a:r>
              <a:rPr lang="en-US" sz="1400" b="0" dirty="0" err="1">
                <a:solidFill>
                  <a:srgbClr val="9CDCFE"/>
                </a:solidFill>
                <a:effectLst/>
                <a:latin typeface="Consolas" panose="020B0609020204030204" pitchFamily="49" charset="0"/>
              </a:rPr>
              <a:t>orders</a:t>
            </a:r>
            <a:r>
              <a:rPr lang="en-US" sz="1400" b="0" dirty="0" err="1">
                <a:solidFill>
                  <a:srgbClr val="D4D4D4"/>
                </a:solidFill>
                <a:effectLst/>
                <a:latin typeface="Consolas" panose="020B0609020204030204" pitchFamily="49" charset="0"/>
              </a:rPr>
              <a:t>.</a:t>
            </a:r>
            <a:r>
              <a:rPr lang="en-US" sz="1400" b="0" dirty="0" err="1">
                <a:solidFill>
                  <a:srgbClr val="DCDCAA"/>
                </a:solidFill>
                <a:effectLst/>
                <a:latin typeface="Consolas" panose="020B0609020204030204" pitchFamily="49" charset="0"/>
              </a:rPr>
              <a:t>aggregate</a:t>
            </a:r>
            <a:r>
              <a:rPr lang="en-US" sz="1400" b="0" dirty="0">
                <a:solidFill>
                  <a:srgbClr val="D4D4D4"/>
                </a:solidFill>
                <a:effectLst/>
                <a:latin typeface="Consolas" panose="020B0609020204030204" pitchFamily="49" charset="0"/>
              </a:rPr>
              <a:t>([</a:t>
            </a:r>
          </a:p>
          <a:p>
            <a:pPr>
              <a:lnSpc>
                <a:spcPts val="1425"/>
              </a:lnSpc>
              <a:buNone/>
            </a:pP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$project:</a:t>
            </a: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      </a:t>
            </a:r>
            <a:r>
              <a:rPr lang="en-US" sz="1400" b="0" dirty="0" err="1">
                <a:solidFill>
                  <a:srgbClr val="9CDCFE"/>
                </a:solidFill>
                <a:effectLst/>
                <a:latin typeface="Consolas" panose="020B0609020204030204" pitchFamily="49" charset="0"/>
              </a:rPr>
              <a:t>productBeforeOffer</a:t>
            </a:r>
            <a:r>
              <a:rPr lang="en-US" sz="1400" b="0" dirty="0">
                <a:solidFill>
                  <a:srgbClr val="9CDCFE"/>
                </a:solidFill>
                <a:effectLst/>
                <a:latin typeface="Consolas" panose="020B0609020204030204" pitchFamily="49" charset="0"/>
              </a:rPr>
              <a:t>:</a:t>
            </a:r>
            <a:r>
              <a:rPr lang="en-US" sz="1400" b="0" dirty="0">
                <a:solidFill>
                  <a:srgbClr val="D4D4D4"/>
                </a:solidFill>
                <a:effectLst/>
                <a:latin typeface="Consolas" panose="020B0609020204030204" pitchFamily="49" charset="0"/>
              </a:rPr>
              <a:t> </a:t>
            </a:r>
            <a:r>
              <a:rPr lang="en-US" sz="1400" b="0" dirty="0">
                <a:solidFill>
                  <a:srgbClr val="CE9178"/>
                </a:solidFill>
                <a:effectLst/>
                <a:latin typeface="Consolas" panose="020B0609020204030204" pitchFamily="49" charset="0"/>
              </a:rPr>
              <a:t>"$products"</a:t>
            </a:r>
            <a:r>
              <a:rPr lang="en-US" sz="1400" b="0" dirty="0">
                <a:solidFill>
                  <a:srgbClr val="D4D4D4"/>
                </a:solidFill>
                <a:effectLst/>
                <a:latin typeface="Consolas" panose="020B0609020204030204" pitchFamily="49" charset="0"/>
              </a:rPr>
              <a:t>,</a:t>
            </a:r>
          </a:p>
          <a:p>
            <a:pPr>
              <a:lnSpc>
                <a:spcPts val="1425"/>
              </a:lnSpc>
              <a:buNone/>
            </a:pPr>
            <a:r>
              <a:rPr lang="en-US" sz="1400" b="0" dirty="0">
                <a:solidFill>
                  <a:srgbClr val="D4D4D4"/>
                </a:solidFill>
                <a:effectLst/>
                <a:latin typeface="Consolas" panose="020B0609020204030204" pitchFamily="49" charset="0"/>
              </a:rPr>
              <a:t>      </a:t>
            </a:r>
            <a:r>
              <a:rPr lang="en-US" sz="1400" b="0" dirty="0" err="1">
                <a:solidFill>
                  <a:srgbClr val="9CDCFE"/>
                </a:solidFill>
                <a:effectLst/>
                <a:latin typeface="Consolas" panose="020B0609020204030204" pitchFamily="49" charset="0"/>
              </a:rPr>
              <a:t>productsAfterOffer</a:t>
            </a:r>
            <a:r>
              <a:rPr lang="en-US" sz="1400" b="0" dirty="0">
                <a:solidFill>
                  <a:srgbClr val="9CDCFE"/>
                </a:solidFill>
                <a:effectLst/>
                <a:latin typeface="Consolas" panose="020B0609020204030204" pitchFamily="49" charset="0"/>
              </a:rPr>
              <a:t>:</a:t>
            </a:r>
            <a:r>
              <a:rPr lang="en-US" sz="1400" b="0" dirty="0">
                <a:solidFill>
                  <a:srgbClr val="D4D4D4"/>
                </a:solidFill>
                <a:effectLst/>
                <a:latin typeface="Consolas" panose="020B0609020204030204" pitchFamily="49" charset="0"/>
              </a:rPr>
              <a:t> { </a:t>
            </a:r>
          </a:p>
          <a:p>
            <a:pPr>
              <a:lnSpc>
                <a:spcPts val="1425"/>
              </a:lnSpc>
              <a:buNone/>
            </a:pP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$map:</a:t>
            </a:r>
            <a:r>
              <a:rPr lang="en-US" sz="1400" b="0" dirty="0">
                <a:solidFill>
                  <a:srgbClr val="D4D4D4"/>
                </a:solidFill>
                <a:effectLst/>
                <a:latin typeface="Consolas" panose="020B0609020204030204" pitchFamily="49" charset="0"/>
              </a:rPr>
              <a:t> { </a:t>
            </a:r>
          </a:p>
          <a:p>
            <a:pPr>
              <a:lnSpc>
                <a:spcPts val="1425"/>
              </a:lnSpc>
              <a:buNone/>
            </a:pP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input:</a:t>
            </a:r>
            <a:r>
              <a:rPr lang="en-US" sz="1400" b="0" dirty="0">
                <a:solidFill>
                  <a:srgbClr val="D4D4D4"/>
                </a:solidFill>
                <a:effectLst/>
                <a:latin typeface="Consolas" panose="020B0609020204030204" pitchFamily="49" charset="0"/>
              </a:rPr>
              <a:t> </a:t>
            </a:r>
            <a:r>
              <a:rPr lang="en-US" sz="1400" b="0" dirty="0">
                <a:solidFill>
                  <a:srgbClr val="CE9178"/>
                </a:solidFill>
                <a:effectLst/>
                <a:latin typeface="Consolas" panose="020B0609020204030204" pitchFamily="49" charset="0"/>
              </a:rPr>
              <a:t>"$products"</a:t>
            </a: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as:</a:t>
            </a:r>
            <a:r>
              <a:rPr lang="en-US" sz="1400" b="0" dirty="0">
                <a:solidFill>
                  <a:srgbClr val="D4D4D4"/>
                </a:solidFill>
                <a:effectLst/>
                <a:latin typeface="Consolas" panose="020B0609020204030204" pitchFamily="49" charset="0"/>
              </a:rPr>
              <a:t> </a:t>
            </a:r>
            <a:r>
              <a:rPr lang="en-US" sz="1400" b="0" dirty="0">
                <a:solidFill>
                  <a:srgbClr val="CE9178"/>
                </a:solidFill>
                <a:effectLst/>
                <a:latin typeface="Consolas" panose="020B0609020204030204" pitchFamily="49" charset="0"/>
              </a:rPr>
              <a:t>"product"</a:t>
            </a: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          </a:t>
            </a:r>
            <a:r>
              <a:rPr lang="en-US" sz="1400" b="0" dirty="0">
                <a:solidFill>
                  <a:srgbClr val="9CDCFE"/>
                </a:solidFill>
                <a:effectLst/>
                <a:latin typeface="Consolas" panose="020B0609020204030204" pitchFamily="49" charset="0"/>
              </a:rPr>
              <a:t>in:</a:t>
            </a:r>
            <a:r>
              <a:rPr lang="en-US" sz="1400" b="0" dirty="0">
                <a:solidFill>
                  <a:srgbClr val="D4D4D4"/>
                </a:solidFill>
                <a:effectLst/>
                <a:latin typeface="Consolas" panose="020B0609020204030204" pitchFamily="49" charset="0"/>
              </a:rPr>
              <a:t> { </a:t>
            </a:r>
          </a:p>
          <a:p>
            <a:pPr>
              <a:lnSpc>
                <a:spcPts val="1425"/>
              </a:lnSpc>
              <a:buNone/>
            </a:pPr>
            <a:r>
              <a:rPr lang="en-US" sz="1400" b="0" dirty="0">
                <a:solidFill>
                  <a:srgbClr val="D4D4D4"/>
                </a:solidFill>
                <a:effectLst/>
                <a:latin typeface="Consolas" panose="020B0609020204030204" pitchFamily="49" charset="0"/>
              </a:rPr>
              <a:t>            </a:t>
            </a:r>
            <a:r>
              <a:rPr lang="en-US" sz="1400" b="0" dirty="0">
                <a:solidFill>
                  <a:srgbClr val="CE9178"/>
                </a:solidFill>
                <a:effectLst/>
                <a:latin typeface="Consolas" panose="020B0609020204030204" pitchFamily="49" charset="0"/>
              </a:rPr>
              <a:t>"</a:t>
            </a:r>
            <a:r>
              <a:rPr lang="en-US" sz="1400" b="0" dirty="0" err="1">
                <a:solidFill>
                  <a:srgbClr val="CE9178"/>
                </a:solidFill>
                <a:effectLst/>
                <a:latin typeface="Consolas" panose="020B0609020204030204" pitchFamily="49" charset="0"/>
              </a:rPr>
              <a:t>productId</a:t>
            </a:r>
            <a:r>
              <a:rPr lang="en-US" sz="1400" b="0" dirty="0">
                <a:solidFill>
                  <a:srgbClr val="CE9178"/>
                </a:solidFill>
                <a:effectLst/>
                <a:latin typeface="Consolas" panose="020B0609020204030204" pitchFamily="49" charset="0"/>
              </a:rPr>
              <a:t>"</a:t>
            </a:r>
            <a:r>
              <a:rPr lang="en-US" sz="1400" b="0" dirty="0">
                <a:solidFill>
                  <a:srgbClr val="9CDCFE"/>
                </a:solidFill>
                <a:effectLst/>
                <a:latin typeface="Consolas" panose="020B0609020204030204" pitchFamily="49" charset="0"/>
              </a:rPr>
              <a:t>:</a:t>
            </a:r>
            <a:r>
              <a:rPr lang="en-US" sz="1400" b="0" dirty="0">
                <a:solidFill>
                  <a:srgbClr val="D4D4D4"/>
                </a:solidFill>
                <a:effectLst/>
                <a:latin typeface="Consolas" panose="020B0609020204030204" pitchFamily="49" charset="0"/>
              </a:rPr>
              <a:t> </a:t>
            </a:r>
            <a:r>
              <a:rPr lang="en-US" sz="1400" b="0" dirty="0">
                <a:solidFill>
                  <a:srgbClr val="CE9178"/>
                </a:solidFill>
                <a:effectLst/>
                <a:latin typeface="Consolas" panose="020B0609020204030204" pitchFamily="49" charset="0"/>
              </a:rPr>
              <a:t>"$$</a:t>
            </a:r>
            <a:r>
              <a:rPr lang="en-US" sz="1400" b="0" dirty="0" err="1">
                <a:solidFill>
                  <a:srgbClr val="CE9178"/>
                </a:solidFill>
                <a:effectLst/>
                <a:latin typeface="Consolas" panose="020B0609020204030204" pitchFamily="49" charset="0"/>
              </a:rPr>
              <a:t>product.productId</a:t>
            </a:r>
            <a:r>
              <a:rPr lang="en-US" sz="1400" b="0" dirty="0">
                <a:solidFill>
                  <a:srgbClr val="CE9178"/>
                </a:solidFill>
                <a:effectLst/>
                <a:latin typeface="Consolas" panose="020B0609020204030204" pitchFamily="49" charset="0"/>
              </a:rPr>
              <a:t>"</a:t>
            </a:r>
            <a:r>
              <a:rPr lang="en-US" sz="1400" b="0" dirty="0">
                <a:solidFill>
                  <a:srgbClr val="D4D4D4"/>
                </a:solidFill>
                <a:effectLst/>
                <a:latin typeface="Consolas" panose="020B0609020204030204" pitchFamily="49" charset="0"/>
              </a:rPr>
              <a:t>,</a:t>
            </a:r>
          </a:p>
          <a:p>
            <a:pPr>
              <a:lnSpc>
                <a:spcPts val="1425"/>
              </a:lnSpc>
              <a:buNone/>
            </a:pPr>
            <a:r>
              <a:rPr lang="en-US" sz="1400" b="0" dirty="0">
                <a:solidFill>
                  <a:srgbClr val="D4D4D4"/>
                </a:solidFill>
                <a:effectLst/>
                <a:latin typeface="Consolas" panose="020B0609020204030204" pitchFamily="49" charset="0"/>
              </a:rPr>
              <a:t>            </a:t>
            </a:r>
            <a:r>
              <a:rPr lang="en-US" sz="1400" b="0" dirty="0">
                <a:solidFill>
                  <a:srgbClr val="CE9178"/>
                </a:solidFill>
                <a:effectLst/>
                <a:latin typeface="Consolas" panose="020B0609020204030204" pitchFamily="49" charset="0"/>
              </a:rPr>
              <a:t>"</a:t>
            </a:r>
            <a:r>
              <a:rPr lang="en-US" sz="1400" b="0" dirty="0" err="1">
                <a:solidFill>
                  <a:srgbClr val="CE9178"/>
                </a:solidFill>
                <a:effectLst/>
                <a:latin typeface="Consolas" panose="020B0609020204030204" pitchFamily="49" charset="0"/>
              </a:rPr>
              <a:t>quantityAfterOffer</a:t>
            </a:r>
            <a:r>
              <a:rPr lang="en-US" sz="1400" b="0" dirty="0">
                <a:solidFill>
                  <a:srgbClr val="CE9178"/>
                </a:solidFill>
                <a:effectLst/>
                <a:latin typeface="Consolas" panose="020B0609020204030204" pitchFamily="49" charset="0"/>
              </a:rPr>
              <a:t>"</a:t>
            </a:r>
            <a:r>
              <a:rPr lang="en-US" sz="1400" b="0" dirty="0">
                <a:solidFill>
                  <a:srgbClr val="9CDCFE"/>
                </a:solidFill>
                <a:effectLst/>
                <a:latin typeface="Consolas" panose="020B0609020204030204" pitchFamily="49" charset="0"/>
              </a:rPr>
              <a:t>:</a:t>
            </a:r>
            <a:r>
              <a:rPr lang="en-US" sz="1400" b="0" dirty="0">
                <a:solidFill>
                  <a:srgbClr val="D4D4D4"/>
                </a:solidFill>
                <a:effectLst/>
                <a:latin typeface="Consolas" panose="020B0609020204030204" pitchFamily="49" charset="0"/>
              </a:rPr>
              <a:t> { </a:t>
            </a:r>
            <a:r>
              <a:rPr lang="en-US" sz="1400" b="0" dirty="0">
                <a:solidFill>
                  <a:srgbClr val="9CDCFE"/>
                </a:solidFill>
                <a:effectLst/>
                <a:latin typeface="Consolas" panose="020B0609020204030204" pitchFamily="49" charset="0"/>
              </a:rPr>
              <a:t>$multiply :</a:t>
            </a:r>
            <a:r>
              <a:rPr lang="en-US" sz="1400" b="0" dirty="0">
                <a:solidFill>
                  <a:srgbClr val="D4D4D4"/>
                </a:solidFill>
                <a:effectLst/>
                <a:latin typeface="Consolas" panose="020B0609020204030204" pitchFamily="49" charset="0"/>
              </a:rPr>
              <a:t> [</a:t>
            </a:r>
            <a:r>
              <a:rPr lang="en-US" sz="1400" b="0" dirty="0">
                <a:solidFill>
                  <a:srgbClr val="CE9178"/>
                </a:solidFill>
                <a:effectLst/>
                <a:latin typeface="Consolas" panose="020B0609020204030204" pitchFamily="49" charset="0"/>
              </a:rPr>
              <a:t>"$$</a:t>
            </a:r>
            <a:r>
              <a:rPr lang="en-US" sz="1400" b="0" dirty="0" err="1">
                <a:solidFill>
                  <a:srgbClr val="CE9178"/>
                </a:solidFill>
                <a:effectLst/>
                <a:latin typeface="Consolas" panose="020B0609020204030204" pitchFamily="49" charset="0"/>
              </a:rPr>
              <a:t>product.quantity</a:t>
            </a:r>
            <a:r>
              <a:rPr lang="en-US" sz="1400" b="0" dirty="0">
                <a:solidFill>
                  <a:srgbClr val="CE9178"/>
                </a:solidFill>
                <a:effectLst/>
                <a:latin typeface="Consolas" panose="020B0609020204030204" pitchFamily="49" charset="0"/>
              </a:rPr>
              <a:t>"</a:t>
            </a:r>
            <a:r>
              <a:rPr lang="en-US" sz="1400" b="0" dirty="0">
                <a:solidFill>
                  <a:srgbClr val="D4D4D4"/>
                </a:solidFill>
                <a:effectLst/>
                <a:latin typeface="Consolas" panose="020B0609020204030204" pitchFamily="49" charset="0"/>
              </a:rPr>
              <a:t>, </a:t>
            </a:r>
            <a:r>
              <a:rPr lang="en-US" sz="1400" b="0" dirty="0">
                <a:solidFill>
                  <a:srgbClr val="B5CEA8"/>
                </a:solidFill>
                <a:effectLst/>
                <a:latin typeface="Consolas" panose="020B0609020204030204" pitchFamily="49" charset="0"/>
              </a:rPr>
              <a:t>2</a:t>
            </a:r>
            <a:r>
              <a:rPr lang="en-US" sz="1400" b="0" dirty="0">
                <a:solidFill>
                  <a:srgbClr val="D4D4D4"/>
                </a:solidFill>
                <a:effectLst/>
                <a:latin typeface="Consolas" panose="020B0609020204030204" pitchFamily="49" charset="0"/>
              </a:rPr>
              <a:t>]}</a:t>
            </a:r>
          </a:p>
          <a:p>
            <a:pPr>
              <a:lnSpc>
                <a:spcPts val="1425"/>
              </a:lnSpc>
              <a:buNone/>
            </a:pPr>
            <a:r>
              <a:rPr lang="en-US" sz="1400" b="0" dirty="0">
                <a:solidFill>
                  <a:srgbClr val="D4D4D4"/>
                </a:solidFill>
                <a:effectLst/>
                <a:latin typeface="Consolas" panose="020B0609020204030204" pitchFamily="49" charset="0"/>
              </a:rPr>
              <a:t>           } </a:t>
            </a:r>
          </a:p>
          <a:p>
            <a:pPr>
              <a:lnSpc>
                <a:spcPts val="1425"/>
              </a:lnSpc>
              <a:buNone/>
            </a:pPr>
            <a:r>
              <a:rPr lang="en-US" sz="1400" b="0" dirty="0">
                <a:solidFill>
                  <a:srgbClr val="D4D4D4"/>
                </a:solidFill>
                <a:effectLst/>
                <a:latin typeface="Consolas" panose="020B0609020204030204" pitchFamily="49" charset="0"/>
              </a:rPr>
              <a:t>        } </a:t>
            </a:r>
          </a:p>
          <a:p>
            <a:pPr>
              <a:lnSpc>
                <a:spcPts val="1425"/>
              </a:lnSpc>
              <a:buNone/>
            </a:pP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  }</a:t>
            </a:r>
          </a:p>
          <a:p>
            <a:pPr>
              <a:lnSpc>
                <a:spcPts val="1425"/>
              </a:lnSpc>
              <a:buNone/>
            </a:pPr>
            <a:r>
              <a:rPr lang="en-US" sz="14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36353803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3FF0C-E747-CD69-BC49-9589CF3F390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3668EEB-7B26-A383-922C-CCCE4FF6E5C4}"/>
              </a:ext>
            </a:extLst>
          </p:cNvPr>
          <p:cNvSpPr txBox="1"/>
          <p:nvPr/>
        </p:nvSpPr>
        <p:spPr>
          <a:xfrm>
            <a:off x="195942" y="209005"/>
            <a:ext cx="763799" cy="369332"/>
          </a:xfrm>
          <a:prstGeom prst="rect">
            <a:avLst/>
          </a:prstGeom>
          <a:noFill/>
        </p:spPr>
        <p:txBody>
          <a:bodyPr wrap="none" rtlCol="0">
            <a:spAutoFit/>
          </a:bodyPr>
          <a:lstStyle/>
          <a:p>
            <a:r>
              <a:rPr lang="en-US" dirty="0">
                <a:solidFill>
                  <a:srgbClr val="FFFF00"/>
                </a:solidFill>
              </a:rPr>
              <a:t>$filter</a:t>
            </a:r>
          </a:p>
        </p:txBody>
      </p:sp>
      <p:sp>
        <p:nvSpPr>
          <p:cNvPr id="4" name="TextBox 3">
            <a:extLst>
              <a:ext uri="{FF2B5EF4-FFF2-40B4-BE49-F238E27FC236}">
                <a16:creationId xmlns:a16="http://schemas.microsoft.com/office/drawing/2014/main" id="{530B0E55-F247-804E-F1C9-1658CC1F2603}"/>
              </a:ext>
            </a:extLst>
          </p:cNvPr>
          <p:cNvSpPr txBox="1"/>
          <p:nvPr/>
        </p:nvSpPr>
        <p:spPr>
          <a:xfrm>
            <a:off x="959741" y="0"/>
            <a:ext cx="9054965" cy="7108741"/>
          </a:xfrm>
          <a:prstGeom prst="rect">
            <a:avLst/>
          </a:prstGeom>
          <a:noFill/>
        </p:spPr>
        <p:txBody>
          <a:bodyPr wrap="square">
            <a:spAutoFit/>
          </a:bodyPr>
          <a:lstStyle/>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C8C8C8"/>
                </a:solidFill>
                <a:effectLst/>
                <a:latin typeface="Consolas" panose="020B0609020204030204" pitchFamily="49" charset="0"/>
              </a:rPr>
              <a:t>Goal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peak</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time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we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are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only</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considering</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product</a:t>
            </a:r>
            <a:r>
              <a:rPr lang="en-US" b="0" dirty="0">
                <a:solidFill>
                  <a:srgbClr val="D4D4D4"/>
                </a:solidFill>
                <a:effectLst/>
                <a:latin typeface="Consolas" panose="020B0609020204030204" pitchFamily="49" charset="0"/>
              </a:rPr>
              <a:t> </a:t>
            </a:r>
            <a:r>
              <a:rPr lang="en-US" b="0" dirty="0">
                <a:solidFill>
                  <a:srgbClr val="C586C0"/>
                </a:solidFill>
                <a:effectLst/>
                <a:latin typeface="Consolas" panose="020B0609020204030204" pitchFamily="49" charset="0"/>
              </a:rPr>
              <a:t>with</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quantity</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more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than</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2</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Js</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example</a:t>
            </a:r>
            <a:r>
              <a:rPr lang="en-US" b="0" dirty="0">
                <a:solidFill>
                  <a:srgbClr val="D4D4D4"/>
                </a:solidFill>
                <a:effectLst/>
                <a:latin typeface="Consolas" panose="020B0609020204030204" pitchFamily="49" charset="0"/>
              </a:rPr>
              <a:t>:</a:t>
            </a: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569CD6"/>
                </a:solidFill>
                <a:effectLst/>
                <a:latin typeface="Consolas" panose="020B0609020204030204" pitchFamily="49" charset="0"/>
              </a:rPr>
              <a:t>let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products</a:t>
            </a:r>
            <a:r>
              <a:rPr lang="en-US" b="0" dirty="0">
                <a:solidFill>
                  <a:srgbClr val="D4D4D4"/>
                </a:solidFill>
                <a:effectLst/>
                <a:latin typeface="Consolas" panose="020B0609020204030204" pitchFamily="49" charset="0"/>
              </a:rPr>
              <a:t> = [</a:t>
            </a:r>
          </a:p>
          <a:p>
            <a:pPr>
              <a:lnSpc>
                <a:spcPts val="1425"/>
              </a:lnSpc>
              <a:buNone/>
            </a:pP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productId</a:t>
            </a:r>
            <a:r>
              <a:rPr lang="en-US" b="0" dirty="0">
                <a:solidFill>
                  <a:srgbClr val="CE9178"/>
                </a:solidFill>
                <a:effectLst/>
                <a:latin typeface="Consolas" panose="020B0609020204030204" pitchFamily="49" charset="0"/>
              </a:rPr>
              <a:t>"</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1234324</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"quantity"</a:t>
            </a:r>
            <a:r>
              <a:rPr lang="en-US" b="0" dirty="0">
                <a:solidFill>
                  <a:srgbClr val="9CDCFE"/>
                </a:solidFill>
                <a:effectLst/>
                <a:latin typeface="Consolas" panose="020B0609020204030204" pitchFamily="49" charset="0"/>
              </a:rPr>
              <a:t>:</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--&gt; </a:t>
            </a:r>
            <a:r>
              <a:rPr lang="en-US" b="0" dirty="0">
                <a:solidFill>
                  <a:srgbClr val="569CD6"/>
                </a:solidFill>
                <a:effectLst/>
                <a:latin typeface="Consolas" panose="020B0609020204030204" pitchFamily="49" charset="0"/>
              </a:rPr>
              <a:t>false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hence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removed</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productId</a:t>
            </a:r>
            <a:r>
              <a:rPr lang="en-US" b="0" dirty="0">
                <a:solidFill>
                  <a:srgbClr val="CE9178"/>
                </a:solidFill>
                <a:effectLst/>
                <a:latin typeface="Consolas" panose="020B0609020204030204" pitchFamily="49" charset="0"/>
              </a:rPr>
              <a:t>"</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3423423</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"quantity"</a:t>
            </a:r>
            <a:r>
              <a:rPr lang="en-US" b="0" dirty="0">
                <a:solidFill>
                  <a:srgbClr val="9CDCFE"/>
                </a:solidFill>
                <a:effectLst/>
                <a:latin typeface="Consolas" panose="020B0609020204030204" pitchFamily="49" charset="0"/>
              </a:rPr>
              <a:t>:</a:t>
            </a:r>
            <a:r>
              <a:rPr lang="en-US" b="0" dirty="0">
                <a:solidFill>
                  <a:srgbClr val="B5CEA8"/>
                </a:solidFill>
                <a:effectLst/>
                <a:latin typeface="Consolas" panose="020B0609020204030204" pitchFamily="49" charset="0"/>
              </a:rPr>
              <a:t>5</a:t>
            </a:r>
            <a:r>
              <a:rPr lang="en-US" b="0" dirty="0">
                <a:solidFill>
                  <a:srgbClr val="D4D4D4"/>
                </a:solidFill>
                <a:effectLst/>
                <a:latin typeface="Consolas" panose="020B0609020204030204" pitchFamily="49" charset="0"/>
              </a:rPr>
              <a:t>} --&gt; </a:t>
            </a:r>
            <a:r>
              <a:rPr lang="en-US" b="0" dirty="0">
                <a:solidFill>
                  <a:srgbClr val="569CD6"/>
                </a:solidFill>
                <a:effectLst/>
                <a:latin typeface="Consolas" panose="020B0609020204030204" pitchFamily="49" charset="0"/>
              </a:rPr>
              <a:t>true</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endParaRPr lang="en-US" b="0" dirty="0">
              <a:solidFill>
                <a:srgbClr val="D4D4D4"/>
              </a:solidFill>
              <a:effectLst/>
              <a:latin typeface="Consolas" panose="020B0609020204030204" pitchFamily="49" charset="0"/>
            </a:endParaRPr>
          </a:p>
          <a:p>
            <a:pPr>
              <a:lnSpc>
                <a:spcPts val="1425"/>
              </a:lnSpc>
              <a:buNone/>
            </a:pPr>
            <a:r>
              <a:rPr lang="en-US" b="0" dirty="0">
                <a:solidFill>
                  <a:srgbClr val="569CD6"/>
                </a:solidFill>
                <a:effectLst/>
                <a:latin typeface="Consolas" panose="020B0609020204030204" pitchFamily="49" charset="0"/>
              </a:rPr>
              <a:t>const</a:t>
            </a:r>
            <a:r>
              <a:rPr lang="en-US" b="0" dirty="0">
                <a:solidFill>
                  <a:srgbClr val="D4D4D4"/>
                </a:solidFill>
                <a:effectLst/>
                <a:latin typeface="Consolas" panose="020B0609020204030204" pitchFamily="49" charset="0"/>
              </a:rPr>
              <a:t> </a:t>
            </a:r>
            <a:r>
              <a:rPr lang="en-US" b="0" dirty="0" err="1">
                <a:solidFill>
                  <a:srgbClr val="4FC1FF"/>
                </a:solidFill>
                <a:effectLst/>
                <a:latin typeface="Consolas" panose="020B0609020204030204" pitchFamily="49" charset="0"/>
              </a:rPr>
              <a:t>productsAfterFilter</a:t>
            </a:r>
            <a:r>
              <a:rPr lang="en-US" b="0" dirty="0">
                <a:solidFill>
                  <a:srgbClr val="D4D4D4"/>
                </a:solidFill>
                <a:effectLst/>
                <a:latin typeface="Consolas" panose="020B0609020204030204" pitchFamily="49" charset="0"/>
              </a:rPr>
              <a:t> = </a:t>
            </a:r>
            <a:r>
              <a:rPr lang="en-US" b="0" dirty="0" err="1">
                <a:solidFill>
                  <a:srgbClr val="9CDCFE"/>
                </a:solidFill>
                <a:effectLst/>
                <a:latin typeface="Consolas" panose="020B0609020204030204" pitchFamily="49" charset="0"/>
              </a:rPr>
              <a:t>products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filter</a:t>
            </a:r>
            <a:r>
              <a:rPr lang="en-US" b="0" dirty="0">
                <a:solidFill>
                  <a:srgbClr val="D4D4D4"/>
                </a:solidFill>
                <a:effectLst/>
                <a:latin typeface="Consolas" panose="020B0609020204030204" pitchFamily="49" charset="0"/>
              </a:rPr>
              <a:t>(</a:t>
            </a:r>
            <a:r>
              <a:rPr lang="en-US" b="0" dirty="0">
                <a:solidFill>
                  <a:srgbClr val="569CD6"/>
                </a:solidFill>
                <a:effectLst/>
                <a:latin typeface="Consolas" panose="020B0609020204030204" pitchFamily="49" charset="0"/>
              </a:rPr>
              <a:t>function</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product</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C586C0"/>
                </a:solidFill>
                <a:effectLst/>
                <a:latin typeface="Consolas" panose="020B0609020204030204" pitchFamily="49" charset="0"/>
              </a:rPr>
              <a:t>if</a:t>
            </a:r>
            <a:r>
              <a:rPr lang="en-US" b="0" dirty="0">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product</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quantity</a:t>
            </a:r>
            <a:r>
              <a:rPr lang="en-US" b="0" dirty="0">
                <a:solidFill>
                  <a:srgbClr val="D4D4D4"/>
                </a:solidFill>
                <a:effectLst/>
                <a:latin typeface="Consolas" panose="020B0609020204030204" pitchFamily="49" charset="0"/>
              </a:rPr>
              <a:t> &gt; </a:t>
            </a:r>
            <a:r>
              <a:rPr lang="en-US" b="0" dirty="0">
                <a:solidFill>
                  <a:srgbClr val="B5CEA8"/>
                </a:solidFill>
                <a:effectLst/>
                <a:latin typeface="Consolas" panose="020B0609020204030204" pitchFamily="49" charset="0"/>
              </a:rPr>
              <a:t>2</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C586C0"/>
                </a:solidFill>
                <a:effectLst/>
                <a:latin typeface="Consolas" panose="020B0609020204030204" pitchFamily="49" charset="0"/>
              </a:rPr>
              <a:t>return</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true</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 </a:t>
            </a:r>
            <a:r>
              <a:rPr lang="en-US" b="0" dirty="0">
                <a:solidFill>
                  <a:srgbClr val="C586C0"/>
                </a:solidFill>
                <a:effectLst/>
                <a:latin typeface="Consolas" panose="020B0609020204030204" pitchFamily="49" charset="0"/>
              </a:rPr>
              <a:t>else</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C586C0"/>
                </a:solidFill>
                <a:effectLst/>
                <a:latin typeface="Consolas" panose="020B0609020204030204" pitchFamily="49" charset="0"/>
              </a:rPr>
              <a:t>return</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false</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a:p>
            <a:pPr>
              <a:lnSpc>
                <a:spcPts val="1425"/>
              </a:lnSpc>
              <a:buNone/>
            </a:pPr>
            <a:r>
              <a:rPr lang="en-US" b="0" dirty="0">
                <a:solidFill>
                  <a:srgbClr val="9CDCFE"/>
                </a:solidFill>
                <a:effectLst/>
                <a:latin typeface="Consolas" panose="020B0609020204030204" pitchFamily="49" charset="0"/>
              </a:rPr>
              <a:t>console</a:t>
            </a:r>
            <a:r>
              <a:rPr lang="en-US" b="0" dirty="0">
                <a:solidFill>
                  <a:srgbClr val="D4D4D4"/>
                </a:solidFill>
                <a:effectLst/>
                <a:latin typeface="Consolas" panose="020B0609020204030204" pitchFamily="49" charset="0"/>
              </a:rPr>
              <a:t>.</a:t>
            </a:r>
            <a:r>
              <a:rPr lang="en-US" b="0" dirty="0">
                <a:solidFill>
                  <a:srgbClr val="DCDCAA"/>
                </a:solidFill>
                <a:effectLst/>
                <a:latin typeface="Consolas" panose="020B0609020204030204" pitchFamily="49" charset="0"/>
              </a:rPr>
              <a:t>log</a:t>
            </a:r>
            <a:r>
              <a:rPr lang="en-US" b="0" dirty="0">
                <a:solidFill>
                  <a:srgbClr val="D4D4D4"/>
                </a:solidFill>
                <a:effectLst/>
                <a:latin typeface="Consolas" panose="020B0609020204030204" pitchFamily="49" charset="0"/>
              </a:rPr>
              <a:t>(</a:t>
            </a:r>
            <a:r>
              <a:rPr lang="en-US" b="0" dirty="0" err="1">
                <a:solidFill>
                  <a:srgbClr val="4FC1FF"/>
                </a:solidFill>
                <a:effectLst/>
                <a:latin typeface="Consolas" panose="020B0609020204030204" pitchFamily="49" charset="0"/>
              </a:rPr>
              <a:t>productsAfterFilter</a:t>
            </a:r>
            <a:r>
              <a:rPr lang="en-US" b="0" dirty="0">
                <a:solidFill>
                  <a:srgbClr val="D4D4D4"/>
                </a:solidFill>
                <a:effectLst/>
                <a:latin typeface="Consolas" panose="020B0609020204030204" pitchFamily="49" charset="0"/>
              </a:rPr>
              <a:t>)</a:t>
            </a: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mongodb</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example</a:t>
            </a:r>
            <a:r>
              <a:rPr lang="en-US" b="0" dirty="0">
                <a:solidFill>
                  <a:srgbClr val="D4D4D4"/>
                </a:solidFill>
                <a:effectLst/>
                <a:latin typeface="Consolas" panose="020B0609020204030204" pitchFamily="49" charset="0"/>
              </a:rPr>
              <a:t>:</a:t>
            </a: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orders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aggregate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$project:</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productsBeforeFilter</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"$products"</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productsAfterFilter</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$filter:</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input:</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"$products"</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as:</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"product"</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cond</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a:t>
            </a:r>
            <a:r>
              <a:rPr lang="en-US" b="0" dirty="0" err="1">
                <a:solidFill>
                  <a:srgbClr val="9CDCFE"/>
                </a:solidFill>
                <a:effectLst/>
                <a:latin typeface="Consolas" panose="020B0609020204030204" pitchFamily="49" charset="0"/>
              </a:rPr>
              <a:t>gt</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product.quantity</a:t>
            </a:r>
            <a:r>
              <a:rPr lang="en-US" b="0" dirty="0">
                <a:solidFill>
                  <a:srgbClr val="CE9178"/>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2</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20760368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9ABF94-22BF-6C3C-454F-6A6CB61B6AA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7FD68B5-6D41-EF0F-8ABE-4FD58332AC23}"/>
              </a:ext>
            </a:extLst>
          </p:cNvPr>
          <p:cNvSpPr txBox="1"/>
          <p:nvPr/>
        </p:nvSpPr>
        <p:spPr>
          <a:xfrm>
            <a:off x="195942" y="209005"/>
            <a:ext cx="1005468" cy="369332"/>
          </a:xfrm>
          <a:prstGeom prst="rect">
            <a:avLst/>
          </a:prstGeom>
          <a:noFill/>
        </p:spPr>
        <p:txBody>
          <a:bodyPr wrap="none" rtlCol="0">
            <a:spAutoFit/>
          </a:bodyPr>
          <a:lstStyle/>
          <a:p>
            <a:r>
              <a:rPr lang="en-US" dirty="0">
                <a:solidFill>
                  <a:srgbClr val="FFFF00"/>
                </a:solidFill>
              </a:rPr>
              <a:t>$reduce</a:t>
            </a:r>
          </a:p>
        </p:txBody>
      </p:sp>
      <p:sp>
        <p:nvSpPr>
          <p:cNvPr id="4" name="TextBox 3">
            <a:extLst>
              <a:ext uri="{FF2B5EF4-FFF2-40B4-BE49-F238E27FC236}">
                <a16:creationId xmlns:a16="http://schemas.microsoft.com/office/drawing/2014/main" id="{94C7449C-F76E-C62C-6575-3A6ABBD85B95}"/>
              </a:ext>
            </a:extLst>
          </p:cNvPr>
          <p:cNvSpPr txBox="1"/>
          <p:nvPr/>
        </p:nvSpPr>
        <p:spPr>
          <a:xfrm>
            <a:off x="282216" y="976545"/>
            <a:ext cx="9341568" cy="5672450"/>
          </a:xfrm>
          <a:prstGeom prst="rect">
            <a:avLst/>
          </a:prstGeom>
          <a:noFill/>
        </p:spPr>
        <p:txBody>
          <a:bodyPr wrap="square">
            <a:spAutoFit/>
          </a:bodyPr>
          <a:lstStyle/>
          <a:p>
            <a:pPr>
              <a:lnSpc>
                <a:spcPts val="1425"/>
              </a:lnSpc>
              <a:buNone/>
            </a:pPr>
            <a:r>
              <a:rPr lang="en-US" b="0" dirty="0">
                <a:solidFill>
                  <a:srgbClr val="C8C8C8"/>
                </a:solidFill>
                <a:effectLst/>
                <a:latin typeface="Consolas" panose="020B0609020204030204" pitchFamily="49" charset="0"/>
              </a:rPr>
              <a:t>Goal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Calculate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total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quantity</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by</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adding</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all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products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quantity</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using</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reduce</a:t>
            </a:r>
            <a:r>
              <a:rPr lang="en-US" b="0" dirty="0">
                <a:solidFill>
                  <a:srgbClr val="D4D4D4"/>
                </a:solidFill>
                <a:effectLst/>
                <a:latin typeface="Consolas" panose="020B0609020204030204" pitchFamily="49" charset="0"/>
              </a:rPr>
              <a:t>.</a:t>
            </a:r>
          </a:p>
          <a:p>
            <a:pPr>
              <a:lnSpc>
                <a:spcPts val="1425"/>
              </a:lnSpc>
              <a:buNone/>
            </a:pP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js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example</a:t>
            </a:r>
            <a:r>
              <a:rPr lang="en-US" b="0" dirty="0">
                <a:solidFill>
                  <a:srgbClr val="D4D4D4"/>
                </a:solidFill>
                <a:effectLst/>
                <a:latin typeface="Consolas" panose="020B0609020204030204" pitchFamily="49" charset="0"/>
              </a:rPr>
              <a:t>:</a:t>
            </a: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4EC9B0"/>
                </a:solidFill>
                <a:effectLst/>
                <a:latin typeface="Consolas" panose="020B0609020204030204" pitchFamily="49" charset="0"/>
              </a:rPr>
              <a:t>let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products</a:t>
            </a:r>
            <a:r>
              <a:rPr lang="en-US" b="0" dirty="0">
                <a:solidFill>
                  <a:srgbClr val="D4D4D4"/>
                </a:solidFill>
                <a:effectLst/>
                <a:latin typeface="Consolas" panose="020B0609020204030204" pitchFamily="49" charset="0"/>
              </a:rPr>
              <a:t> = [</a:t>
            </a:r>
          </a:p>
          <a:p>
            <a:pPr>
              <a:lnSpc>
                <a:spcPts val="1425"/>
              </a:lnSpc>
              <a:buNone/>
            </a:pP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productId</a:t>
            </a:r>
            <a:r>
              <a:rPr lang="en-US" b="0" dirty="0">
                <a:solidFill>
                  <a:srgbClr val="CE9178"/>
                </a:solidFill>
                <a:effectLst/>
                <a:latin typeface="Consolas" panose="020B0609020204030204" pitchFamily="49" charset="0"/>
              </a:rPr>
              <a:t>"</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1234324</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"quantity"</a:t>
            </a:r>
            <a:r>
              <a:rPr lang="en-US" b="0" dirty="0">
                <a:solidFill>
                  <a:srgbClr val="9CDCFE"/>
                </a:solidFill>
                <a:effectLst/>
                <a:latin typeface="Consolas" panose="020B0609020204030204" pitchFamily="49" charset="0"/>
              </a:rPr>
              <a:t>:</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productId</a:t>
            </a:r>
            <a:r>
              <a:rPr lang="en-US" b="0" dirty="0">
                <a:solidFill>
                  <a:srgbClr val="CE9178"/>
                </a:solidFill>
                <a:effectLst/>
                <a:latin typeface="Consolas" panose="020B0609020204030204" pitchFamily="49" charset="0"/>
              </a:rPr>
              <a:t>"</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3423423</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"quantity"</a:t>
            </a:r>
            <a:r>
              <a:rPr lang="en-US" b="0" dirty="0">
                <a:solidFill>
                  <a:srgbClr val="9CDCFE"/>
                </a:solidFill>
                <a:effectLst/>
                <a:latin typeface="Consolas" panose="020B0609020204030204" pitchFamily="49" charset="0"/>
              </a:rPr>
              <a:t>:</a:t>
            </a:r>
            <a:r>
              <a:rPr lang="en-US" b="0" dirty="0">
                <a:solidFill>
                  <a:srgbClr val="B5CEA8"/>
                </a:solidFill>
                <a:effectLst/>
                <a:latin typeface="Consolas" panose="020B0609020204030204" pitchFamily="49" charset="0"/>
              </a:rPr>
              <a:t>5</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569CD6"/>
                </a:solidFill>
                <a:effectLst/>
                <a:latin typeface="Consolas" panose="020B0609020204030204" pitchFamily="49" charset="0"/>
              </a:rPr>
              <a:t>const</a:t>
            </a:r>
            <a:r>
              <a:rPr lang="en-US" b="0" dirty="0">
                <a:solidFill>
                  <a:srgbClr val="D4D4D4"/>
                </a:solidFill>
                <a:effectLst/>
                <a:latin typeface="Consolas" panose="020B0609020204030204" pitchFamily="49" charset="0"/>
              </a:rPr>
              <a:t> </a:t>
            </a:r>
            <a:r>
              <a:rPr lang="en-US" b="0" dirty="0" err="1">
                <a:solidFill>
                  <a:srgbClr val="4FC1FF"/>
                </a:solidFill>
                <a:effectLst/>
                <a:latin typeface="Consolas" panose="020B0609020204030204" pitchFamily="49" charset="0"/>
              </a:rPr>
              <a:t>totalQuantity</a:t>
            </a:r>
            <a:r>
              <a:rPr lang="en-US" b="0" dirty="0">
                <a:solidFill>
                  <a:srgbClr val="D4D4D4"/>
                </a:solidFill>
                <a:effectLst/>
                <a:latin typeface="Consolas" panose="020B0609020204030204" pitchFamily="49" charset="0"/>
              </a:rPr>
              <a:t> = </a:t>
            </a:r>
            <a:r>
              <a:rPr lang="en-US" b="0" dirty="0" err="1">
                <a:solidFill>
                  <a:srgbClr val="9CDCFE"/>
                </a:solidFill>
                <a:effectLst/>
                <a:latin typeface="Consolas" panose="020B0609020204030204" pitchFamily="49" charset="0"/>
              </a:rPr>
              <a:t>products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reduce</a:t>
            </a:r>
            <a:r>
              <a:rPr lang="en-US" b="0" dirty="0">
                <a:solidFill>
                  <a:srgbClr val="D4D4D4"/>
                </a:solidFill>
                <a:effectLst/>
                <a:latin typeface="Consolas" panose="020B0609020204030204" pitchFamily="49" charset="0"/>
              </a:rPr>
              <a:t>(</a:t>
            </a:r>
            <a:r>
              <a:rPr lang="en-US" b="0" dirty="0">
                <a:solidFill>
                  <a:srgbClr val="569CD6"/>
                </a:solidFill>
                <a:effectLst/>
                <a:latin typeface="Consolas" panose="020B0609020204030204" pitchFamily="49" charset="0"/>
              </a:rPr>
              <a:t>function</a:t>
            </a:r>
            <a:r>
              <a:rPr lang="en-US" b="0" dirty="0">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prevReturnVal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product</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C586C0"/>
                </a:solidFill>
                <a:effectLst/>
                <a:latin typeface="Consolas" panose="020B0609020204030204" pitchFamily="49" charset="0"/>
              </a:rPr>
              <a:t>return</a:t>
            </a: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prevReturnVal</a:t>
            </a:r>
            <a:r>
              <a:rPr lang="en-US" b="0" dirty="0">
                <a:solidFill>
                  <a:srgbClr val="D4D4D4"/>
                </a:solidFill>
                <a:effectLst/>
                <a:latin typeface="Consolas" panose="020B0609020204030204" pitchFamily="49" charset="0"/>
              </a:rPr>
              <a:t> + </a:t>
            </a:r>
            <a:r>
              <a:rPr lang="en-US" b="0" dirty="0" err="1">
                <a:solidFill>
                  <a:srgbClr val="9CDCFE"/>
                </a:solidFill>
                <a:effectLst/>
                <a:latin typeface="Consolas" panose="020B0609020204030204" pitchFamily="49" charset="0"/>
              </a:rPr>
              <a:t>product</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quantity</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0</a:t>
            </a:r>
            <a:r>
              <a:rPr lang="en-US" b="0" dirty="0">
                <a:solidFill>
                  <a:srgbClr val="D4D4D4"/>
                </a:solidFill>
                <a:effectLst/>
                <a:latin typeface="Consolas" panose="020B0609020204030204" pitchFamily="49" charset="0"/>
              </a:rPr>
              <a:t>)</a:t>
            </a:r>
          </a:p>
          <a:p>
            <a:pPr>
              <a:lnSpc>
                <a:spcPts val="1425"/>
              </a:lnSpc>
              <a:buNone/>
            </a:pPr>
            <a:r>
              <a:rPr lang="en-US" b="0" dirty="0">
                <a:solidFill>
                  <a:srgbClr val="9CDCFE"/>
                </a:solidFill>
                <a:effectLst/>
                <a:latin typeface="Consolas" panose="020B0609020204030204" pitchFamily="49" charset="0"/>
              </a:rPr>
              <a:t>console</a:t>
            </a:r>
            <a:r>
              <a:rPr lang="en-US" b="0" dirty="0">
                <a:solidFill>
                  <a:srgbClr val="D4D4D4"/>
                </a:solidFill>
                <a:effectLst/>
                <a:latin typeface="Consolas" panose="020B0609020204030204" pitchFamily="49" charset="0"/>
              </a:rPr>
              <a:t>.</a:t>
            </a:r>
            <a:r>
              <a:rPr lang="en-US" b="0" dirty="0">
                <a:solidFill>
                  <a:srgbClr val="DCDCAA"/>
                </a:solidFill>
                <a:effectLst/>
                <a:latin typeface="Consolas" panose="020B0609020204030204" pitchFamily="49" charset="0"/>
              </a:rPr>
              <a:t>log</a:t>
            </a:r>
            <a:r>
              <a:rPr lang="en-US" b="0" dirty="0">
                <a:solidFill>
                  <a:srgbClr val="D4D4D4"/>
                </a:solidFill>
                <a:effectLst/>
                <a:latin typeface="Consolas" panose="020B0609020204030204" pitchFamily="49" charset="0"/>
              </a:rPr>
              <a:t>(</a:t>
            </a:r>
            <a:r>
              <a:rPr lang="en-US" b="0" dirty="0" err="1">
                <a:solidFill>
                  <a:srgbClr val="4FC1FF"/>
                </a:solidFill>
                <a:effectLst/>
                <a:latin typeface="Consolas" panose="020B0609020204030204" pitchFamily="49" charset="0"/>
              </a:rPr>
              <a:t>totalQuantity</a:t>
            </a:r>
            <a:r>
              <a:rPr lang="en-US" b="0" dirty="0">
                <a:solidFill>
                  <a:srgbClr val="D4D4D4"/>
                </a:solidFill>
                <a:effectLst/>
                <a:latin typeface="Consolas" panose="020B0609020204030204" pitchFamily="49" charset="0"/>
              </a:rPr>
              <a:t>)</a:t>
            </a: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Mongo</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example</a:t>
            </a:r>
            <a:r>
              <a:rPr lang="en-US" b="0" dirty="0">
                <a:solidFill>
                  <a:srgbClr val="D4D4D4"/>
                </a:solidFill>
                <a:effectLst/>
                <a:latin typeface="Consolas" panose="020B0609020204030204" pitchFamily="49" charset="0"/>
              </a:rPr>
              <a:t>:</a:t>
            </a: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orders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aggregate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$project:</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products:</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totalQuantity</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$reduce:</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input:</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"$products"</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initialValue</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0</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in:</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$add:</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"$$value"</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this.quantity</a:t>
            </a:r>
            <a:r>
              <a:rPr lang="en-US" b="0" dirty="0">
                <a:solidFill>
                  <a:srgbClr val="CE9178"/>
                </a:solidFill>
                <a:effectLst/>
                <a:latin typeface="Consolas" panose="020B0609020204030204" pitchFamily="49" charset="0"/>
              </a:rPr>
              <a:t>"</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31226391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871B88-3029-6FD2-FDBF-D8F417B1D08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40B1A79-DCF9-9566-D4A3-3C94E7BC193A}"/>
              </a:ext>
            </a:extLst>
          </p:cNvPr>
          <p:cNvSpPr txBox="1"/>
          <p:nvPr/>
        </p:nvSpPr>
        <p:spPr>
          <a:xfrm>
            <a:off x="195942" y="209005"/>
            <a:ext cx="1152816" cy="369332"/>
          </a:xfrm>
          <a:prstGeom prst="rect">
            <a:avLst/>
          </a:prstGeom>
          <a:noFill/>
        </p:spPr>
        <p:txBody>
          <a:bodyPr wrap="none" rtlCol="0">
            <a:spAutoFit/>
          </a:bodyPr>
          <a:lstStyle/>
          <a:p>
            <a:r>
              <a:rPr lang="en-US" dirty="0">
                <a:solidFill>
                  <a:srgbClr val="FFFF00"/>
                </a:solidFill>
              </a:rPr>
              <a:t>$</a:t>
            </a:r>
            <a:r>
              <a:rPr lang="en-US" dirty="0" err="1">
                <a:solidFill>
                  <a:srgbClr val="FFFF00"/>
                </a:solidFill>
              </a:rPr>
              <a:t>geoNear</a:t>
            </a:r>
            <a:endParaRPr lang="en-US" dirty="0">
              <a:solidFill>
                <a:srgbClr val="FFFF00"/>
              </a:solidFill>
            </a:endParaRPr>
          </a:p>
        </p:txBody>
      </p:sp>
      <p:sp>
        <p:nvSpPr>
          <p:cNvPr id="4" name="TextBox 3">
            <a:extLst>
              <a:ext uri="{FF2B5EF4-FFF2-40B4-BE49-F238E27FC236}">
                <a16:creationId xmlns:a16="http://schemas.microsoft.com/office/drawing/2014/main" id="{019DCD01-B4DF-BD47-77E7-54D397C4F4EF}"/>
              </a:ext>
            </a:extLst>
          </p:cNvPr>
          <p:cNvSpPr txBox="1"/>
          <p:nvPr/>
        </p:nvSpPr>
        <p:spPr>
          <a:xfrm>
            <a:off x="382137" y="808667"/>
            <a:ext cx="6748817" cy="2620333"/>
          </a:xfrm>
          <a:prstGeom prst="rect">
            <a:avLst/>
          </a:prstGeom>
          <a:noFill/>
        </p:spPr>
        <p:txBody>
          <a:bodyPr wrap="square">
            <a:spAutoFit/>
          </a:bodyPr>
          <a:lstStyle/>
          <a:p>
            <a:pPr>
              <a:lnSpc>
                <a:spcPts val="1425"/>
              </a:lnSpc>
              <a:buNone/>
            </a:pP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Goal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Find</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products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near</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New</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York</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products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aggregate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t>
            </a:r>
            <a:r>
              <a:rPr lang="en-US" b="0" dirty="0" err="1">
                <a:solidFill>
                  <a:srgbClr val="9CDCFE"/>
                </a:solidFill>
                <a:effectLst/>
                <a:latin typeface="Consolas" panose="020B0609020204030204" pitchFamily="49" charset="0"/>
              </a:rPr>
              <a:t>geoNear</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near:</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type:</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"Point"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coordinates:</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95.3698</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29.7604</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distanceField</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"distance"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spherical:</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true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maxDistance</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500000</a:t>
            </a:r>
            <a:r>
              <a:rPr lang="en-US" b="0" dirty="0">
                <a:solidFill>
                  <a:srgbClr val="D4D4D4"/>
                </a:solidFill>
                <a:effectLst/>
                <a:latin typeface="Consolas" panose="020B0609020204030204" pitchFamily="49" charset="0"/>
              </a:rPr>
              <a:t> </a:t>
            </a:r>
            <a:r>
              <a:rPr lang="en-US" b="0" dirty="0">
                <a:solidFill>
                  <a:srgbClr val="6A9955"/>
                </a:solidFill>
                <a:effectLst/>
                <a:latin typeface="Consolas" panose="020B0609020204030204" pitchFamily="49" charset="0"/>
              </a:rPr>
              <a:t>// in meters (500 km)</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27112062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2BBEB-AB38-B924-370A-C7C773250B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DC584F7-C6CF-5548-E2A8-8C054BF61FCF}"/>
              </a:ext>
            </a:extLst>
          </p:cNvPr>
          <p:cNvSpPr txBox="1"/>
          <p:nvPr/>
        </p:nvSpPr>
        <p:spPr>
          <a:xfrm>
            <a:off x="195942" y="209005"/>
            <a:ext cx="1136850" cy="369332"/>
          </a:xfrm>
          <a:prstGeom prst="rect">
            <a:avLst/>
          </a:prstGeom>
          <a:noFill/>
        </p:spPr>
        <p:txBody>
          <a:bodyPr wrap="none" rtlCol="0">
            <a:spAutoFit/>
          </a:bodyPr>
          <a:lstStyle/>
          <a:p>
            <a:r>
              <a:rPr lang="en-US" dirty="0">
                <a:solidFill>
                  <a:srgbClr val="FFFF00"/>
                </a:solidFill>
              </a:rPr>
              <a:t>$function</a:t>
            </a:r>
          </a:p>
        </p:txBody>
      </p:sp>
      <p:sp>
        <p:nvSpPr>
          <p:cNvPr id="4" name="TextBox 3">
            <a:extLst>
              <a:ext uri="{FF2B5EF4-FFF2-40B4-BE49-F238E27FC236}">
                <a16:creationId xmlns:a16="http://schemas.microsoft.com/office/drawing/2014/main" id="{2F47826E-BC66-DFD4-AB63-F880CA6D28FC}"/>
              </a:ext>
            </a:extLst>
          </p:cNvPr>
          <p:cNvSpPr txBox="1"/>
          <p:nvPr/>
        </p:nvSpPr>
        <p:spPr>
          <a:xfrm>
            <a:off x="764366" y="1098084"/>
            <a:ext cx="6919323" cy="3697551"/>
          </a:xfrm>
          <a:prstGeom prst="rect">
            <a:avLst/>
          </a:prstGeom>
          <a:noFill/>
        </p:spPr>
        <p:txBody>
          <a:bodyPr wrap="square">
            <a:spAutoFit/>
          </a:bodyPr>
          <a:lstStyle/>
          <a:p>
            <a:pPr>
              <a:lnSpc>
                <a:spcPts val="1425"/>
              </a:lnSpc>
              <a:buNone/>
            </a:pP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Goal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Custom</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logic</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Flag</a:t>
            </a:r>
            <a:r>
              <a:rPr lang="en-US" b="0" dirty="0">
                <a:solidFill>
                  <a:srgbClr val="D4D4D4"/>
                </a:solidFill>
                <a:effectLst/>
                <a:latin typeface="Consolas" panose="020B0609020204030204" pitchFamily="49" charset="0"/>
              </a:rPr>
              <a:t> </a:t>
            </a:r>
            <a:r>
              <a:rPr lang="en-US" b="0" dirty="0">
                <a:solidFill>
                  <a:srgbClr val="C586C0"/>
                </a:solidFill>
                <a:effectLst/>
                <a:latin typeface="Consolas" panose="020B0609020204030204" pitchFamily="49" charset="0"/>
              </a:rPr>
              <a:t>if</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stock</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low</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products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aggregate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t>
            </a:r>
            <a:r>
              <a:rPr lang="en-US" b="0" dirty="0" err="1">
                <a:solidFill>
                  <a:srgbClr val="9CDCFE"/>
                </a:solidFill>
                <a:effectLst/>
                <a:latin typeface="Consolas" panose="020B0609020204030204" pitchFamily="49" charset="0"/>
              </a:rPr>
              <a:t>addFields</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lowStock</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$function:</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DCDCAA"/>
                </a:solidFill>
                <a:effectLst/>
                <a:latin typeface="Consolas" panose="020B0609020204030204" pitchFamily="49" charset="0"/>
              </a:rPr>
              <a:t>body</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function</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stock</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C586C0"/>
                </a:solidFill>
                <a:effectLst/>
                <a:latin typeface="Consolas" panose="020B0609020204030204" pitchFamily="49" charset="0"/>
              </a:rPr>
              <a:t>return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stock</a:t>
            </a:r>
            <a:r>
              <a:rPr lang="en-US" b="0" dirty="0">
                <a:solidFill>
                  <a:srgbClr val="D4D4D4"/>
                </a:solidFill>
                <a:effectLst/>
                <a:latin typeface="Consolas" panose="020B0609020204030204" pitchFamily="49" charset="0"/>
              </a:rPr>
              <a:t> &lt; </a:t>
            </a:r>
            <a:r>
              <a:rPr lang="en-US" b="0" dirty="0">
                <a:solidFill>
                  <a:srgbClr val="B5CEA8"/>
                </a:solidFill>
                <a:effectLst/>
                <a:latin typeface="Consolas" panose="020B0609020204030204" pitchFamily="49" charset="0"/>
              </a:rPr>
              <a:t>50</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args</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"$stock"</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lang:</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js</a:t>
            </a:r>
            <a:r>
              <a:rPr lang="en-US" b="0" dirty="0">
                <a:solidFill>
                  <a:srgbClr val="CE9178"/>
                </a:solidFill>
                <a:effectLst/>
                <a:latin typeface="Consolas" panose="020B0609020204030204" pitchFamily="49" charset="0"/>
              </a:rPr>
              <a:t>"</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p:txBody>
      </p:sp>
    </p:spTree>
    <p:extLst>
      <p:ext uri="{BB962C8B-B14F-4D97-AF65-F5344CB8AC3E}">
        <p14:creationId xmlns:p14="http://schemas.microsoft.com/office/powerpoint/2010/main" val="7836883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EF776-5122-9D9C-1832-6BA7A872579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B85199A-1CBC-8F19-D93A-6CBC20A35A69}"/>
              </a:ext>
            </a:extLst>
          </p:cNvPr>
          <p:cNvSpPr txBox="1"/>
          <p:nvPr/>
        </p:nvSpPr>
        <p:spPr>
          <a:xfrm>
            <a:off x="812042" y="1475035"/>
            <a:ext cx="4954136" cy="2440796"/>
          </a:xfrm>
          <a:prstGeom prst="rect">
            <a:avLst/>
          </a:prstGeom>
          <a:noFill/>
        </p:spPr>
        <p:txBody>
          <a:bodyPr wrap="square">
            <a:spAutoFit/>
          </a:bodyPr>
          <a:lstStyle/>
          <a:p>
            <a:pPr>
              <a:lnSpc>
                <a:spcPts val="1425"/>
              </a:lnSpc>
              <a:buNone/>
            </a:pP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t>
            </a:r>
            <a:r>
              <a:rPr lang="en-US" b="0" dirty="0" err="1">
                <a:solidFill>
                  <a:srgbClr val="9CDCFE"/>
                </a:solidFill>
                <a:effectLst/>
                <a:latin typeface="Consolas" panose="020B0609020204030204" pitchFamily="49" charset="0"/>
              </a:rPr>
              <a:t>replaceRoot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stage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replaces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each</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document</a:t>
            </a:r>
            <a:r>
              <a:rPr lang="en-US" b="0" dirty="0">
                <a:solidFill>
                  <a:srgbClr val="D4D4D4"/>
                </a:solidFill>
                <a:effectLst/>
                <a:latin typeface="Consolas" panose="020B0609020204030204" pitchFamily="49" charset="0"/>
              </a:rPr>
              <a:t> </a:t>
            </a:r>
            <a:r>
              <a:rPr lang="en-US" b="0" dirty="0">
                <a:solidFill>
                  <a:srgbClr val="C586C0"/>
                </a:solidFill>
                <a:effectLst/>
                <a:latin typeface="Consolas" panose="020B0609020204030204" pitchFamily="49" charset="0"/>
              </a:rPr>
              <a:t>with</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subdocument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found</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in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location</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products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aggregate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t>
            </a:r>
            <a:r>
              <a:rPr lang="en-US" b="0" dirty="0" err="1">
                <a:solidFill>
                  <a:srgbClr val="9CDCFE"/>
                </a:solidFill>
                <a:effectLst/>
                <a:latin typeface="Consolas" panose="020B0609020204030204" pitchFamily="49" charset="0"/>
              </a:rPr>
              <a:t>replaceRoot</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 </a:t>
            </a:r>
            <a:r>
              <a:rPr lang="en-US" b="0" dirty="0" err="1">
                <a:solidFill>
                  <a:srgbClr val="9CDCFE"/>
                </a:solidFill>
                <a:effectLst/>
                <a:latin typeface="Consolas" panose="020B0609020204030204" pitchFamily="49" charset="0"/>
              </a:rPr>
              <a:t>newRoot</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"$location"</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p:txBody>
      </p:sp>
      <p:sp>
        <p:nvSpPr>
          <p:cNvPr id="5" name="TextBox 4">
            <a:extLst>
              <a:ext uri="{FF2B5EF4-FFF2-40B4-BE49-F238E27FC236}">
                <a16:creationId xmlns:a16="http://schemas.microsoft.com/office/drawing/2014/main" id="{8B52BA38-261D-939C-50F3-D5E1F4B9DB0B}"/>
              </a:ext>
            </a:extLst>
          </p:cNvPr>
          <p:cNvSpPr txBox="1"/>
          <p:nvPr/>
        </p:nvSpPr>
        <p:spPr>
          <a:xfrm>
            <a:off x="211541" y="204295"/>
            <a:ext cx="4954136" cy="369332"/>
          </a:xfrm>
          <a:prstGeom prst="rect">
            <a:avLst/>
          </a:prstGeom>
          <a:noFill/>
        </p:spPr>
        <p:txBody>
          <a:bodyPr wrap="square">
            <a:spAutoFit/>
          </a:bodyPr>
          <a:lstStyle/>
          <a:p>
            <a:r>
              <a:rPr lang="en-US" dirty="0">
                <a:solidFill>
                  <a:srgbClr val="FFFF00"/>
                </a:solidFill>
              </a:rPr>
              <a:t>$</a:t>
            </a:r>
            <a:r>
              <a:rPr lang="en-US" dirty="0" err="1">
                <a:solidFill>
                  <a:srgbClr val="FFFF00"/>
                </a:solidFill>
              </a:rPr>
              <a:t>replaceRoot</a:t>
            </a:r>
            <a:endParaRPr lang="en-US" dirty="0"/>
          </a:p>
        </p:txBody>
      </p:sp>
    </p:spTree>
    <p:extLst>
      <p:ext uri="{BB962C8B-B14F-4D97-AF65-F5344CB8AC3E}">
        <p14:creationId xmlns:p14="http://schemas.microsoft.com/office/powerpoint/2010/main" val="8168516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A56DC-4F95-0F27-C495-4C63757B1AA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6D9A8AC-52E7-EE7A-8E4D-6248EB6EE2EA}"/>
              </a:ext>
            </a:extLst>
          </p:cNvPr>
          <p:cNvSpPr txBox="1"/>
          <p:nvPr/>
        </p:nvSpPr>
        <p:spPr>
          <a:xfrm>
            <a:off x="225188" y="204294"/>
            <a:ext cx="934872" cy="382559"/>
          </a:xfrm>
          <a:prstGeom prst="rect">
            <a:avLst/>
          </a:prstGeom>
          <a:noFill/>
        </p:spPr>
        <p:txBody>
          <a:bodyPr wrap="square">
            <a:spAutoFit/>
          </a:bodyPr>
          <a:lstStyle/>
          <a:p>
            <a:r>
              <a:rPr lang="en-US" dirty="0">
                <a:solidFill>
                  <a:srgbClr val="FFFF00"/>
                </a:solidFill>
              </a:rPr>
              <a:t>$merge</a:t>
            </a:r>
            <a:endParaRPr lang="en-US" dirty="0"/>
          </a:p>
        </p:txBody>
      </p:sp>
      <p:sp>
        <p:nvSpPr>
          <p:cNvPr id="5" name="TextBox 4">
            <a:extLst>
              <a:ext uri="{FF2B5EF4-FFF2-40B4-BE49-F238E27FC236}">
                <a16:creationId xmlns:a16="http://schemas.microsoft.com/office/drawing/2014/main" id="{028C918E-235A-ED98-F87D-CFF467338505}"/>
              </a:ext>
            </a:extLst>
          </p:cNvPr>
          <p:cNvSpPr txBox="1"/>
          <p:nvPr/>
        </p:nvSpPr>
        <p:spPr>
          <a:xfrm>
            <a:off x="692624" y="884531"/>
            <a:ext cx="4954136" cy="1902187"/>
          </a:xfrm>
          <a:prstGeom prst="rect">
            <a:avLst/>
          </a:prstGeom>
          <a:noFill/>
        </p:spPr>
        <p:txBody>
          <a:bodyPr wrap="square">
            <a:spAutoFit/>
          </a:bodyPr>
          <a:lstStyle/>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orders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aggregate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$match:</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status:</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"delivered"</a:t>
            </a:r>
            <a:r>
              <a:rPr lang="en-US" b="0" dirty="0">
                <a:solidFill>
                  <a:srgbClr val="D4D4D4"/>
                </a:solidFill>
                <a:effectLst/>
                <a:latin typeface="Consolas" panose="020B0609020204030204" pitchFamily="49" charset="0"/>
              </a:rPr>
              <a:t> }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$merge:</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into:</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alreadyDeliveredOrders</a:t>
            </a:r>
            <a:r>
              <a:rPr lang="en-US" b="0" dirty="0">
                <a:solidFill>
                  <a:srgbClr val="CE9178"/>
                </a:solidFill>
                <a:effectLst/>
                <a:latin typeface="Consolas" panose="020B0609020204030204" pitchFamily="49" charset="0"/>
              </a:rPr>
              <a:t>"</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p:txBody>
      </p:sp>
    </p:spTree>
    <p:extLst>
      <p:ext uri="{BB962C8B-B14F-4D97-AF65-F5344CB8AC3E}">
        <p14:creationId xmlns:p14="http://schemas.microsoft.com/office/powerpoint/2010/main" val="214576156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7122-FD7F-88C8-DB9A-F495DD143B9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21324D7-665F-798A-15DD-246169FE9BC8}"/>
              </a:ext>
            </a:extLst>
          </p:cNvPr>
          <p:cNvSpPr txBox="1"/>
          <p:nvPr/>
        </p:nvSpPr>
        <p:spPr>
          <a:xfrm>
            <a:off x="225187" y="204294"/>
            <a:ext cx="4510585" cy="369332"/>
          </a:xfrm>
          <a:prstGeom prst="rect">
            <a:avLst/>
          </a:prstGeom>
          <a:noFill/>
        </p:spPr>
        <p:txBody>
          <a:bodyPr wrap="square">
            <a:spAutoFit/>
          </a:bodyPr>
          <a:lstStyle/>
          <a:p>
            <a:r>
              <a:rPr lang="en-US" dirty="0">
                <a:solidFill>
                  <a:srgbClr val="FFFF00"/>
                </a:solidFill>
              </a:rPr>
              <a:t>$redact</a:t>
            </a:r>
            <a:endParaRPr lang="en-US" dirty="0"/>
          </a:p>
        </p:txBody>
      </p:sp>
      <p:sp>
        <p:nvSpPr>
          <p:cNvPr id="4" name="TextBox 3">
            <a:extLst>
              <a:ext uri="{FF2B5EF4-FFF2-40B4-BE49-F238E27FC236}">
                <a16:creationId xmlns:a16="http://schemas.microsoft.com/office/drawing/2014/main" id="{4BFF57F1-7714-7CC1-4562-E8FACC2795A5}"/>
              </a:ext>
            </a:extLst>
          </p:cNvPr>
          <p:cNvSpPr txBox="1"/>
          <p:nvPr/>
        </p:nvSpPr>
        <p:spPr>
          <a:xfrm>
            <a:off x="225186" y="955260"/>
            <a:ext cx="9246359" cy="4236160"/>
          </a:xfrm>
          <a:prstGeom prst="rect">
            <a:avLst/>
          </a:prstGeom>
          <a:noFill/>
        </p:spPr>
        <p:txBody>
          <a:bodyPr wrap="square">
            <a:spAutoFit/>
          </a:bodyPr>
          <a:lstStyle/>
          <a:p>
            <a:pPr>
              <a:lnSpc>
                <a:spcPts val="1425"/>
              </a:lnSpc>
              <a:buNone/>
            </a:pP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Goal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show</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only</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products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who</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have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avg</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rating</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4</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and</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above</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products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aggregate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$redact:</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t>
            </a:r>
            <a:r>
              <a:rPr lang="en-US" b="0" dirty="0" err="1">
                <a:solidFill>
                  <a:srgbClr val="9CDCFE"/>
                </a:solidFill>
                <a:effectLst/>
                <a:latin typeface="Consolas" panose="020B0609020204030204" pitchFamily="49" charset="0"/>
              </a:rPr>
              <a:t>cond</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if:</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a:t>
            </a:r>
            <a:r>
              <a:rPr lang="en-US" b="0" dirty="0" err="1">
                <a:solidFill>
                  <a:srgbClr val="9CDCFE"/>
                </a:solidFill>
                <a:effectLst/>
                <a:latin typeface="Consolas" panose="020B0609020204030204" pitchFamily="49" charset="0"/>
              </a:rPr>
              <a:t>gte</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 { </a:t>
            </a:r>
            <a:r>
              <a:rPr lang="en-US" b="0" dirty="0">
                <a:solidFill>
                  <a:srgbClr val="9CDCFE"/>
                </a:solidFill>
                <a:effectLst/>
                <a:latin typeface="Consolas" panose="020B0609020204030204" pitchFamily="49" charset="0"/>
              </a:rPr>
              <a:t>$avg:</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reviews.rating</a:t>
            </a:r>
            <a:r>
              <a:rPr lang="en-US" b="0" dirty="0">
                <a:solidFill>
                  <a:srgbClr val="CE9178"/>
                </a:solidFill>
                <a:effectLst/>
                <a:latin typeface="Consolas" panose="020B0609020204030204" pitchFamily="49" charset="0"/>
              </a:rPr>
              <a:t>"</a:t>
            </a:r>
            <a:r>
              <a:rPr lang="en-US" b="0" dirty="0">
                <a:solidFill>
                  <a:srgbClr val="D4D4D4"/>
                </a:solidFill>
                <a:effectLst/>
                <a:latin typeface="Consolas" panose="020B0609020204030204" pitchFamily="49" charset="0"/>
              </a:rPr>
              <a:t> }, </a:t>
            </a:r>
            <a:r>
              <a:rPr lang="en-US" b="0" dirty="0">
                <a:solidFill>
                  <a:srgbClr val="B5CEA8"/>
                </a:solidFill>
                <a:effectLst/>
                <a:latin typeface="Consolas" panose="020B0609020204030204" pitchFamily="49" charset="0"/>
              </a:rPr>
              <a:t>4</a:t>
            </a:r>
            <a:r>
              <a:rPr lang="en-US" b="0" dirty="0">
                <a:solidFill>
                  <a:srgbClr val="D4D4D4"/>
                </a:solidFill>
                <a:effectLst/>
                <a:latin typeface="Consolas" panose="020B0609020204030204" pitchFamily="49" charset="0"/>
              </a:rPr>
              <a:t> ]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then:</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"$$KEEP"</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else:</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"$$PRUNE"</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C8C8C8"/>
                </a:solidFill>
                <a:effectLst/>
                <a:latin typeface="Consolas" panose="020B0609020204030204" pitchFamily="49" charset="0"/>
              </a:rPr>
              <a:t>Explanation</a:t>
            </a:r>
            <a:r>
              <a:rPr lang="en-US" b="0" dirty="0">
                <a:solidFill>
                  <a:srgbClr val="D4D4D4"/>
                </a:solidFill>
                <a:effectLst/>
                <a:latin typeface="Consolas" panose="020B0609020204030204" pitchFamily="49" charset="0"/>
              </a:rPr>
              <a:t>:</a:t>
            </a:r>
          </a:p>
          <a:p>
            <a:pPr>
              <a:lnSpc>
                <a:spcPts val="1425"/>
              </a:lnSpc>
              <a:buNone/>
            </a:pPr>
            <a:r>
              <a:rPr lang="en-US" b="0" dirty="0">
                <a:solidFill>
                  <a:srgbClr val="9CDCFE"/>
                </a:solidFill>
                <a:effectLst/>
                <a:latin typeface="Consolas" panose="020B0609020204030204" pitchFamily="49" charset="0"/>
              </a:rPr>
              <a:t>If</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average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rating</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of</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product</a:t>
            </a:r>
            <a:r>
              <a:rPr lang="en-US" b="0" dirty="0">
                <a:solidFill>
                  <a:srgbClr val="CE9178"/>
                </a:solidFill>
                <a:effectLst/>
                <a:latin typeface="Consolas" panose="020B0609020204030204" pitchFamily="49" charset="0"/>
              </a:rPr>
              <a:t>'s reviews is 4 or more, we keep the whole product document</a:t>
            </a:r>
            <a:r>
              <a:rPr lang="en-US" b="0" dirty="0">
                <a:solidFill>
                  <a:srgbClr val="F44747"/>
                </a:solidFill>
                <a:effectLst/>
                <a:latin typeface="Consolas" panose="020B0609020204030204" pitchFamily="49" charset="0"/>
              </a:rPr>
              <a:t>.</a:t>
            </a: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Otherwise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we</a:t>
            </a:r>
            <a:r>
              <a:rPr lang="en-US" b="0" dirty="0">
                <a:solidFill>
                  <a:srgbClr val="D4D4D4"/>
                </a:solidFill>
                <a:effectLst/>
                <a:latin typeface="Consolas" panose="020B0609020204030204" pitchFamily="49" charset="0"/>
              </a:rPr>
              <a:t> </a:t>
            </a:r>
            <a:r>
              <a:rPr lang="en-US" b="0" dirty="0">
                <a:solidFill>
                  <a:srgbClr val="DCDCAA"/>
                </a:solidFill>
                <a:effectLst/>
                <a:latin typeface="Consolas" panose="020B0609020204030204" pitchFamily="49" charset="0"/>
              </a:rPr>
              <a:t>remove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prune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entirely</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from</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result</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p:txBody>
      </p:sp>
    </p:spTree>
    <p:extLst>
      <p:ext uri="{BB962C8B-B14F-4D97-AF65-F5344CB8AC3E}">
        <p14:creationId xmlns:p14="http://schemas.microsoft.com/office/powerpoint/2010/main" val="22211892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C6906-632F-58C1-DA41-59779211AFF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6B7CC-447F-4F0B-7F64-1E0072CF1055}"/>
              </a:ext>
            </a:extLst>
          </p:cNvPr>
          <p:cNvSpPr txBox="1"/>
          <p:nvPr/>
        </p:nvSpPr>
        <p:spPr>
          <a:xfrm>
            <a:off x="0" y="0"/>
            <a:ext cx="1999397" cy="369332"/>
          </a:xfrm>
          <a:prstGeom prst="rect">
            <a:avLst/>
          </a:prstGeom>
          <a:noFill/>
        </p:spPr>
        <p:txBody>
          <a:bodyPr wrap="square">
            <a:spAutoFit/>
          </a:bodyPr>
          <a:lstStyle/>
          <a:p>
            <a:r>
              <a:rPr lang="en-US" dirty="0">
                <a:solidFill>
                  <a:srgbClr val="FFFF00"/>
                </a:solidFill>
              </a:rPr>
              <a:t>$</a:t>
            </a:r>
            <a:r>
              <a:rPr lang="en-US" dirty="0" err="1">
                <a:solidFill>
                  <a:srgbClr val="FFFF00"/>
                </a:solidFill>
              </a:rPr>
              <a:t>mini_report</a:t>
            </a:r>
            <a:endParaRPr lang="en-US" dirty="0"/>
          </a:p>
        </p:txBody>
      </p:sp>
      <p:sp>
        <p:nvSpPr>
          <p:cNvPr id="4" name="TextBox 3">
            <a:extLst>
              <a:ext uri="{FF2B5EF4-FFF2-40B4-BE49-F238E27FC236}">
                <a16:creationId xmlns:a16="http://schemas.microsoft.com/office/drawing/2014/main" id="{27F12E80-9E70-3C73-C071-A790462C2DCF}"/>
              </a:ext>
            </a:extLst>
          </p:cNvPr>
          <p:cNvSpPr txBox="1"/>
          <p:nvPr/>
        </p:nvSpPr>
        <p:spPr>
          <a:xfrm>
            <a:off x="116005" y="375416"/>
            <a:ext cx="4954136" cy="6537174"/>
          </a:xfrm>
          <a:prstGeom prst="rect">
            <a:avLst/>
          </a:prstGeom>
          <a:noFill/>
        </p:spPr>
        <p:txBody>
          <a:bodyPr wrap="square">
            <a:spAutoFit/>
          </a:bodyPr>
          <a:lstStyle/>
          <a:p>
            <a:pPr>
              <a:lnSpc>
                <a:spcPts val="1425"/>
              </a:lnSpc>
              <a:buNone/>
            </a:pPr>
            <a:r>
              <a:rPr lang="en-US" sz="800" b="0" dirty="0">
                <a:solidFill>
                  <a:srgbClr val="9CDCFE"/>
                </a:solidFill>
                <a:effectLst/>
                <a:latin typeface="Consolas" panose="020B0609020204030204" pitchFamily="49" charset="0"/>
              </a:rPr>
              <a:t>Mini</a:t>
            </a:r>
            <a:r>
              <a:rPr lang="en-US" sz="800" b="0" dirty="0">
                <a:solidFill>
                  <a:srgbClr val="D4D4D4"/>
                </a:solidFill>
                <a:effectLst/>
                <a:latin typeface="Consolas" panose="020B0609020204030204" pitchFamily="49" charset="0"/>
              </a:rPr>
              <a:t> </a:t>
            </a:r>
            <a:r>
              <a:rPr lang="en-US" sz="800" b="0" dirty="0">
                <a:solidFill>
                  <a:srgbClr val="C8C8C8"/>
                </a:solidFill>
                <a:effectLst/>
                <a:latin typeface="Consolas" panose="020B0609020204030204" pitchFamily="49" charset="0"/>
              </a:rPr>
              <a:t>Report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Customer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Order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Summary</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C8C8C8"/>
                </a:solidFill>
                <a:effectLst/>
                <a:latin typeface="Consolas" panose="020B0609020204030204" pitchFamily="49" charset="0"/>
              </a:rPr>
              <a:t>Goal</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each</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customer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show</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&amp; </a:t>
            </a:r>
            <a:r>
              <a:rPr lang="en-US" sz="800" b="0" dirty="0">
                <a:solidFill>
                  <a:srgbClr val="9CDCFE"/>
                </a:solidFill>
                <a:effectLst/>
                <a:latin typeface="Consolas" panose="020B0609020204030204" pitchFamily="49" charset="0"/>
              </a:rPr>
              <a:t>email</a:t>
            </a:r>
            <a:r>
              <a:rPr lang="en-US" sz="800" b="0" dirty="0">
                <a:solidFill>
                  <a:srgbClr val="D4D4D4"/>
                </a:solidFill>
                <a:effectLst/>
                <a:latin typeface="Consolas" panose="020B0609020204030204" pitchFamily="49" charset="0"/>
              </a:rPr>
              <a:t>   --&gt; </a:t>
            </a:r>
            <a:r>
              <a:rPr lang="en-US" sz="800" b="0" dirty="0">
                <a:solidFill>
                  <a:srgbClr val="9CDCFE"/>
                </a:solidFill>
                <a:effectLst/>
                <a:latin typeface="Consolas" panose="020B0609020204030204" pitchFamily="49" charset="0"/>
              </a:rPr>
              <a:t>$project</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Total</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orders</a:t>
            </a:r>
            <a:r>
              <a:rPr lang="en-US" sz="800" b="0" dirty="0">
                <a:solidFill>
                  <a:srgbClr val="D4D4D4"/>
                </a:solidFill>
                <a:effectLst/>
                <a:latin typeface="Consolas" panose="020B0609020204030204" pitchFamily="49" charset="0"/>
              </a:rPr>
              <a:t>   --&gt;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Total</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spent</a:t>
            </a:r>
            <a:r>
              <a:rPr lang="en-US" sz="800" b="0" dirty="0">
                <a:solidFill>
                  <a:srgbClr val="D4D4D4"/>
                </a:solidFill>
                <a:effectLst/>
                <a:latin typeface="Consolas" panose="020B0609020204030204" pitchFamily="49" charset="0"/>
              </a:rPr>
              <a:t>    --&gt;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Average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order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value</a:t>
            </a:r>
            <a:r>
              <a:rPr lang="en-US" sz="800" b="0" dirty="0">
                <a:solidFill>
                  <a:srgbClr val="D4D4D4"/>
                </a:solidFill>
                <a:effectLst/>
                <a:latin typeface="Consolas" panose="020B0609020204030204" pitchFamily="49" charset="0"/>
              </a:rPr>
              <a:t>  --&gt;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Last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order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date</a:t>
            </a:r>
            <a:r>
              <a:rPr lang="en-US" sz="800" b="0" dirty="0">
                <a:solidFill>
                  <a:srgbClr val="D4D4D4"/>
                </a:solidFill>
                <a:effectLst/>
                <a:latin typeface="Consolas" panose="020B0609020204030204" pitchFamily="49" charset="0"/>
              </a:rPr>
              <a:t>   --&gt; </a:t>
            </a:r>
            <a:r>
              <a:rPr lang="en-US" sz="800" b="0" dirty="0">
                <a:solidFill>
                  <a:srgbClr val="9CDCFE"/>
                </a:solidFill>
                <a:effectLst/>
                <a:latin typeface="Consolas" panose="020B0609020204030204" pitchFamily="49" charset="0"/>
              </a:rPr>
              <a:t>Maximum</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orderDate</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VIP</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Level</a:t>
            </a:r>
            <a:r>
              <a:rPr lang="en-US" sz="800" b="0" dirty="0">
                <a:solidFill>
                  <a:srgbClr val="D4D4D4"/>
                </a:solidFill>
                <a:effectLst/>
                <a:latin typeface="Consolas" panose="020B0609020204030204" pitchFamily="49" charset="0"/>
              </a:rPr>
              <a:t>   --&gt; </a:t>
            </a:r>
            <a:r>
              <a:rPr lang="en-US" sz="800" b="0" dirty="0">
                <a:solidFill>
                  <a:srgbClr val="9CDCFE"/>
                </a:solidFill>
                <a:effectLst/>
                <a:latin typeface="Consolas" panose="020B0609020204030204" pitchFamily="49" charset="0"/>
              </a:rPr>
              <a:t>Create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field</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addField</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Gold</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$2000</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Silver</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$1000</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Bronze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$500</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Regular</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$500</a:t>
            </a:r>
            <a:endParaRPr lang="en-US" sz="800" b="0" dirty="0">
              <a:solidFill>
                <a:srgbClr val="D4D4D4"/>
              </a:solidFill>
              <a:effectLst/>
              <a:latin typeface="Consolas" panose="020B0609020204030204" pitchFamily="49" charset="0"/>
            </a:endParaRPr>
          </a:p>
          <a:p>
            <a:pPr>
              <a:lnSpc>
                <a:spcPts val="1425"/>
              </a:lnSpc>
              <a:buNone/>
            </a:pPr>
            <a:r>
              <a:rPr lang="en-US" sz="800" b="0" dirty="0" err="1">
                <a:solidFill>
                  <a:srgbClr val="9CDCFE"/>
                </a:solidFill>
                <a:effectLst/>
                <a:latin typeface="Consolas" panose="020B0609020204030204" pitchFamily="49" charset="0"/>
              </a:rPr>
              <a:t>db</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customers</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aggregate</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$lookup:</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from:</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"orders"</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localField</a:t>
            </a:r>
            <a:r>
              <a:rPr lang="en-US" sz="800" b="0" dirty="0">
                <a:solidFill>
                  <a:srgbClr val="9CDCFE"/>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"_id"</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foreignField</a:t>
            </a:r>
            <a:r>
              <a:rPr lang="en-US" sz="800" b="0" dirty="0">
                <a:solidFill>
                  <a:srgbClr val="9CDCFE"/>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a:t>
            </a:r>
            <a:r>
              <a:rPr lang="en-US" sz="800" b="0" dirty="0" err="1">
                <a:solidFill>
                  <a:srgbClr val="CE9178"/>
                </a:solidFill>
                <a:effectLst/>
                <a:latin typeface="Consolas" panose="020B0609020204030204" pitchFamily="49" charset="0"/>
              </a:rPr>
              <a:t>customerId</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as:</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"orders"</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addFields</a:t>
            </a:r>
            <a:r>
              <a:rPr lang="en-US" sz="800" b="0" dirty="0">
                <a:solidFill>
                  <a:srgbClr val="9CDCFE"/>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totalOrders</a:t>
            </a:r>
            <a:r>
              <a:rPr lang="en-US" sz="800" b="0" dirty="0">
                <a:solidFill>
                  <a:srgbClr val="9CDCFE"/>
                </a:solidFill>
                <a:effectLst/>
                <a:latin typeface="Consolas" panose="020B0609020204030204" pitchFamily="49" charset="0"/>
              </a:rPr>
              <a: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$size:</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"$orders"</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totalSpent</a:t>
            </a:r>
            <a:r>
              <a:rPr lang="en-US" sz="800" b="0" dirty="0">
                <a:solidFill>
                  <a:srgbClr val="9CDCFE"/>
                </a:solidFill>
                <a:effectLst/>
                <a:latin typeface="Consolas" panose="020B0609020204030204" pitchFamily="49" charset="0"/>
              </a:rPr>
              <a: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$sum:</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a:t>
            </a:r>
            <a:r>
              <a:rPr lang="en-US" sz="800" b="0" dirty="0" err="1">
                <a:solidFill>
                  <a:srgbClr val="CE9178"/>
                </a:solidFill>
                <a:effectLst/>
                <a:latin typeface="Consolas" panose="020B0609020204030204" pitchFamily="49" charset="0"/>
              </a:rPr>
              <a:t>orders.total</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avgOrderValue</a:t>
            </a:r>
            <a:r>
              <a:rPr lang="en-US" sz="800" b="0" dirty="0">
                <a:solidFill>
                  <a:srgbClr val="9CDCFE"/>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cond</a:t>
            </a:r>
            <a:r>
              <a:rPr lang="en-US" sz="800" b="0" dirty="0">
                <a:solidFill>
                  <a:srgbClr val="9CDCFE"/>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gt</a:t>
            </a:r>
            <a:r>
              <a:rPr lang="en-US" sz="800" b="0" dirty="0">
                <a:solidFill>
                  <a:srgbClr val="9CDCFE"/>
                </a:solidFill>
                <a:effectLst/>
                <a:latin typeface="Consolas" panose="020B0609020204030204" pitchFamily="49" charset="0"/>
              </a:rPr>
              <a: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$size:</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"$orders"</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$divide: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$sum:</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a:t>
            </a:r>
            <a:r>
              <a:rPr lang="en-US" sz="800" b="0" dirty="0" err="1">
                <a:solidFill>
                  <a:srgbClr val="CE9178"/>
                </a:solidFill>
                <a:effectLst/>
                <a:latin typeface="Consolas" panose="020B0609020204030204" pitchFamily="49" charset="0"/>
              </a:rPr>
              <a:t>orders.total</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 }, { </a:t>
            </a:r>
            <a:r>
              <a:rPr lang="en-US" sz="800" b="0" dirty="0">
                <a:solidFill>
                  <a:srgbClr val="9CDCFE"/>
                </a:solidFill>
                <a:effectLst/>
                <a:latin typeface="Consolas" panose="020B0609020204030204" pitchFamily="49" charset="0"/>
              </a:rPr>
              <a:t>$size:</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"$orders"</a:t>
            </a:r>
            <a:r>
              <a:rPr lang="en-US" sz="800" b="0" dirty="0">
                <a:solidFill>
                  <a:srgbClr val="D4D4D4"/>
                </a:solidFill>
                <a:effectLst/>
                <a:latin typeface="Consolas" panose="020B0609020204030204" pitchFamily="49" charset="0"/>
              </a:rPr>
              <a:t> }]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0</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lastOrderDate</a:t>
            </a:r>
            <a:r>
              <a:rPr lang="en-US" sz="800" b="0" dirty="0">
                <a:solidFill>
                  <a:srgbClr val="9CDCFE"/>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$max:</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a:t>
            </a:r>
            <a:r>
              <a:rPr lang="en-US" sz="800" b="0" dirty="0" err="1">
                <a:solidFill>
                  <a:srgbClr val="CE9178"/>
                </a:solidFill>
                <a:effectLst/>
                <a:latin typeface="Consolas" panose="020B0609020204030204" pitchFamily="49" charset="0"/>
              </a:rPr>
              <a:t>orders.orderDate</a:t>
            </a:r>
            <a:r>
              <a:rPr lang="en-US" sz="800" b="0" dirty="0">
                <a:solidFill>
                  <a:srgbClr val="CE9178"/>
                </a:solidFill>
                <a:effectLst/>
                <a:latin typeface="Consolas" panose="020B0609020204030204" pitchFamily="49" charset="0"/>
              </a:rPr>
              <a:t>"</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p:txBody>
      </p:sp>
      <p:sp>
        <p:nvSpPr>
          <p:cNvPr id="6" name="TextBox 5">
            <a:extLst>
              <a:ext uri="{FF2B5EF4-FFF2-40B4-BE49-F238E27FC236}">
                <a16:creationId xmlns:a16="http://schemas.microsoft.com/office/drawing/2014/main" id="{8E6D7110-3539-F445-904C-22FF35498164}"/>
              </a:ext>
            </a:extLst>
          </p:cNvPr>
          <p:cNvSpPr txBox="1"/>
          <p:nvPr/>
        </p:nvSpPr>
        <p:spPr>
          <a:xfrm>
            <a:off x="3116242" y="369332"/>
            <a:ext cx="4954136" cy="4382738"/>
          </a:xfrm>
          <a:prstGeom prst="rect">
            <a:avLst/>
          </a:prstGeom>
          <a:noFill/>
        </p:spPr>
        <p:txBody>
          <a:bodyPr wrap="square">
            <a:spAutoFit/>
          </a:bodyPr>
          <a:lstStyle/>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addFields</a:t>
            </a:r>
            <a:r>
              <a:rPr lang="en-US" sz="800" b="0" dirty="0">
                <a:solidFill>
                  <a:srgbClr val="9CDCFE"/>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vipLevel</a:t>
            </a:r>
            <a:r>
              <a:rPr lang="en-US" sz="800" b="0" dirty="0">
                <a:solidFill>
                  <a:srgbClr val="9CDCFE"/>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$switch:</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branches:</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case: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gte</a:t>
            </a:r>
            <a:r>
              <a:rPr lang="en-US" sz="800" b="0" dirty="0">
                <a:solidFill>
                  <a:srgbClr val="9CDCFE"/>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a:t>
            </a:r>
            <a:r>
              <a:rPr lang="en-US" sz="800" b="0" dirty="0" err="1">
                <a:solidFill>
                  <a:srgbClr val="CE9178"/>
                </a:solidFill>
                <a:effectLst/>
                <a:latin typeface="Consolas" panose="020B0609020204030204" pitchFamily="49" charset="0"/>
              </a:rPr>
              <a:t>totalSpent</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2000</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then:</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"Gold"</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case: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gte</a:t>
            </a:r>
            <a:r>
              <a:rPr lang="en-US" sz="800" b="0" dirty="0">
                <a:solidFill>
                  <a:srgbClr val="9CDCFE"/>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a:t>
            </a:r>
            <a:r>
              <a:rPr lang="en-US" sz="800" b="0" dirty="0" err="1">
                <a:solidFill>
                  <a:srgbClr val="CE9178"/>
                </a:solidFill>
                <a:effectLst/>
                <a:latin typeface="Consolas" panose="020B0609020204030204" pitchFamily="49" charset="0"/>
              </a:rPr>
              <a:t>totalSpent</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1000</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then:</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"Silver"</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case: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gte</a:t>
            </a:r>
            <a:r>
              <a:rPr lang="en-US" sz="800" b="0" dirty="0">
                <a:solidFill>
                  <a:srgbClr val="9CDCFE"/>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a:t>
            </a:r>
            <a:r>
              <a:rPr lang="en-US" sz="800" b="0" dirty="0" err="1">
                <a:solidFill>
                  <a:srgbClr val="CE9178"/>
                </a:solidFill>
                <a:effectLst/>
                <a:latin typeface="Consolas" panose="020B0609020204030204" pitchFamily="49" charset="0"/>
              </a:rPr>
              <a:t>totalSpent</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500</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then:</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"Bronze"</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default:</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"Regular"</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p:txBody>
      </p:sp>
      <p:sp>
        <p:nvSpPr>
          <p:cNvPr id="10" name="TextBox 9">
            <a:extLst>
              <a:ext uri="{FF2B5EF4-FFF2-40B4-BE49-F238E27FC236}">
                <a16:creationId xmlns:a16="http://schemas.microsoft.com/office/drawing/2014/main" id="{86E94F3F-224C-0654-54DF-86C057D3F6E7}"/>
              </a:ext>
            </a:extLst>
          </p:cNvPr>
          <p:cNvSpPr txBox="1"/>
          <p:nvPr/>
        </p:nvSpPr>
        <p:spPr>
          <a:xfrm>
            <a:off x="6089183" y="3429000"/>
            <a:ext cx="4981432" cy="2946448"/>
          </a:xfrm>
          <a:prstGeom prst="rect">
            <a:avLst/>
          </a:prstGeom>
          <a:noFill/>
        </p:spPr>
        <p:txBody>
          <a:bodyPr wrap="square">
            <a:spAutoFit/>
          </a:bodyPr>
          <a:lstStyle/>
          <a:p>
            <a:pPr marL="0" marR="0" lvl="0" indent="0" algn="l" defTabSz="457200" rtl="0" eaLnBrk="1" fontAlgn="auto" latinLnBrk="0" hangingPunct="1">
              <a:lnSpc>
                <a:spcPts val="1425"/>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a:t>
            </a:r>
          </a:p>
          <a:p>
            <a:pPr marL="0" marR="0" lvl="0" indent="0" algn="l" defTabSz="457200" rtl="0" eaLnBrk="1" fontAlgn="auto" latinLnBrk="0" hangingPunct="1">
              <a:lnSpc>
                <a:spcPts val="1425"/>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US" sz="800" b="0" i="0" u="none" strike="noStrike" kern="1200" cap="none" spc="0" normalizeH="0" baseline="0" noProof="0" dirty="0">
                <a:ln>
                  <a:noFill/>
                </a:ln>
                <a:solidFill>
                  <a:srgbClr val="9CDCFE"/>
                </a:solidFill>
                <a:effectLst/>
                <a:uLnTx/>
                <a:uFillTx/>
                <a:latin typeface="Consolas" panose="020B0609020204030204" pitchFamily="49" charset="0"/>
                <a:ea typeface="+mn-ea"/>
                <a:cs typeface="+mn-cs"/>
              </a:rPr>
              <a:t>$project:</a:t>
            </a: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p>
          <a:p>
            <a:pPr marL="0" marR="0" lvl="0" indent="0" algn="l" defTabSz="457200" rtl="0" eaLnBrk="1" fontAlgn="auto" latinLnBrk="0" hangingPunct="1">
              <a:lnSpc>
                <a:spcPts val="1425"/>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US" sz="800" b="0" i="0" u="none" strike="noStrike" kern="1200" cap="none" spc="0" normalizeH="0" baseline="0" noProof="0" dirty="0">
                <a:ln>
                  <a:noFill/>
                </a:ln>
                <a:solidFill>
                  <a:srgbClr val="9CDCFE"/>
                </a:solidFill>
                <a:effectLst/>
                <a:uLnTx/>
                <a:uFillTx/>
                <a:latin typeface="Consolas" panose="020B0609020204030204" pitchFamily="49" charset="0"/>
                <a:ea typeface="+mn-ea"/>
                <a:cs typeface="+mn-cs"/>
              </a:rPr>
              <a:t>_id:</a:t>
            </a: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US" sz="800" b="0" i="0" u="none" strike="noStrike" kern="1200" cap="none" spc="0" normalizeH="0" baseline="0" noProof="0" dirty="0">
                <a:ln>
                  <a:noFill/>
                </a:ln>
                <a:solidFill>
                  <a:srgbClr val="B5CEA8"/>
                </a:solidFill>
                <a:effectLst/>
                <a:uLnTx/>
                <a:uFillTx/>
                <a:latin typeface="Consolas" panose="020B0609020204030204" pitchFamily="49" charset="0"/>
                <a:ea typeface="+mn-ea"/>
                <a:cs typeface="+mn-cs"/>
              </a:rPr>
              <a:t>0</a:t>
            </a: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a:t>
            </a:r>
          </a:p>
          <a:p>
            <a:pPr marL="0" marR="0" lvl="0" indent="0" algn="l" defTabSz="457200" rtl="0" eaLnBrk="1" fontAlgn="auto" latinLnBrk="0" hangingPunct="1">
              <a:lnSpc>
                <a:spcPts val="1425"/>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US" sz="800" b="0" i="0" u="none" strike="noStrike" kern="1200" cap="none" spc="0" normalizeH="0" baseline="0" noProof="0" dirty="0">
                <a:ln>
                  <a:noFill/>
                </a:ln>
                <a:solidFill>
                  <a:srgbClr val="9CDCFE"/>
                </a:solidFill>
                <a:effectLst/>
                <a:uLnTx/>
                <a:uFillTx/>
                <a:latin typeface="Consolas" panose="020B0609020204030204" pitchFamily="49" charset="0"/>
                <a:ea typeface="+mn-ea"/>
                <a:cs typeface="+mn-cs"/>
              </a:rPr>
              <a:t>name:</a:t>
            </a: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US" sz="800" b="0" i="0" u="none" strike="noStrike" kern="1200" cap="none" spc="0" normalizeH="0" baseline="0" noProof="0" dirty="0">
                <a:ln>
                  <a:noFill/>
                </a:ln>
                <a:solidFill>
                  <a:srgbClr val="B5CEA8"/>
                </a:solidFill>
                <a:effectLst/>
                <a:uLnTx/>
                <a:uFillTx/>
                <a:latin typeface="Consolas" panose="020B0609020204030204" pitchFamily="49" charset="0"/>
                <a:ea typeface="+mn-ea"/>
                <a:cs typeface="+mn-cs"/>
              </a:rPr>
              <a:t>1</a:t>
            </a: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a:t>
            </a:r>
          </a:p>
          <a:p>
            <a:pPr marL="0" marR="0" lvl="0" indent="0" algn="l" defTabSz="457200" rtl="0" eaLnBrk="1" fontAlgn="auto" latinLnBrk="0" hangingPunct="1">
              <a:lnSpc>
                <a:spcPts val="1425"/>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US" sz="800" b="0" i="0" u="none" strike="noStrike" kern="1200" cap="none" spc="0" normalizeH="0" baseline="0" noProof="0" dirty="0">
                <a:ln>
                  <a:noFill/>
                </a:ln>
                <a:solidFill>
                  <a:srgbClr val="9CDCFE"/>
                </a:solidFill>
                <a:effectLst/>
                <a:uLnTx/>
                <a:uFillTx/>
                <a:latin typeface="Consolas" panose="020B0609020204030204" pitchFamily="49" charset="0"/>
                <a:ea typeface="+mn-ea"/>
                <a:cs typeface="+mn-cs"/>
              </a:rPr>
              <a:t>email:</a:t>
            </a: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US" sz="800" b="0" i="0" u="none" strike="noStrike" kern="1200" cap="none" spc="0" normalizeH="0" baseline="0" noProof="0" dirty="0">
                <a:ln>
                  <a:noFill/>
                </a:ln>
                <a:solidFill>
                  <a:srgbClr val="B5CEA8"/>
                </a:solidFill>
                <a:effectLst/>
                <a:uLnTx/>
                <a:uFillTx/>
                <a:latin typeface="Consolas" panose="020B0609020204030204" pitchFamily="49" charset="0"/>
                <a:ea typeface="+mn-ea"/>
                <a:cs typeface="+mn-cs"/>
              </a:rPr>
              <a:t>1</a:t>
            </a: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a:t>
            </a:r>
          </a:p>
          <a:p>
            <a:pPr marL="0" marR="0" lvl="0" indent="0" algn="l" defTabSz="457200" rtl="0" eaLnBrk="1" fontAlgn="auto" latinLnBrk="0" hangingPunct="1">
              <a:lnSpc>
                <a:spcPts val="1425"/>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US" sz="800" b="0" i="0" u="none" strike="noStrike" kern="1200" cap="none" spc="0" normalizeH="0" baseline="0" noProof="0" dirty="0" err="1">
                <a:ln>
                  <a:noFill/>
                </a:ln>
                <a:solidFill>
                  <a:srgbClr val="9CDCFE"/>
                </a:solidFill>
                <a:effectLst/>
                <a:uLnTx/>
                <a:uFillTx/>
                <a:latin typeface="Consolas" panose="020B0609020204030204" pitchFamily="49" charset="0"/>
                <a:ea typeface="+mn-ea"/>
                <a:cs typeface="+mn-cs"/>
              </a:rPr>
              <a:t>totalOrders</a:t>
            </a:r>
            <a:r>
              <a:rPr kumimoji="0" lang="en-US" sz="800" b="0" i="0" u="none" strike="noStrike" kern="1200" cap="none" spc="0" normalizeH="0" baseline="0" noProof="0" dirty="0">
                <a:ln>
                  <a:noFill/>
                </a:ln>
                <a:solidFill>
                  <a:srgbClr val="9CDCFE"/>
                </a:solidFill>
                <a:effectLst/>
                <a:uLnTx/>
                <a:uFillTx/>
                <a:latin typeface="Consolas" panose="020B0609020204030204" pitchFamily="49" charset="0"/>
                <a:ea typeface="+mn-ea"/>
                <a:cs typeface="+mn-cs"/>
              </a:rPr>
              <a:t>:</a:t>
            </a: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US" sz="800" b="0" i="0" u="none" strike="noStrike" kern="1200" cap="none" spc="0" normalizeH="0" baseline="0" noProof="0" dirty="0">
                <a:ln>
                  <a:noFill/>
                </a:ln>
                <a:solidFill>
                  <a:srgbClr val="B5CEA8"/>
                </a:solidFill>
                <a:effectLst/>
                <a:uLnTx/>
                <a:uFillTx/>
                <a:latin typeface="Consolas" panose="020B0609020204030204" pitchFamily="49" charset="0"/>
                <a:ea typeface="+mn-ea"/>
                <a:cs typeface="+mn-cs"/>
              </a:rPr>
              <a:t>1</a:t>
            </a: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a:t>
            </a:r>
          </a:p>
          <a:p>
            <a:pPr marL="0" marR="0" lvl="0" indent="0" algn="l" defTabSz="457200" rtl="0" eaLnBrk="1" fontAlgn="auto" latinLnBrk="0" hangingPunct="1">
              <a:lnSpc>
                <a:spcPts val="1425"/>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US" sz="800" b="0" i="0" u="none" strike="noStrike" kern="1200" cap="none" spc="0" normalizeH="0" baseline="0" noProof="0" dirty="0" err="1">
                <a:ln>
                  <a:noFill/>
                </a:ln>
                <a:solidFill>
                  <a:srgbClr val="9CDCFE"/>
                </a:solidFill>
                <a:effectLst/>
                <a:uLnTx/>
                <a:uFillTx/>
                <a:latin typeface="Consolas" panose="020B0609020204030204" pitchFamily="49" charset="0"/>
                <a:ea typeface="+mn-ea"/>
                <a:cs typeface="+mn-cs"/>
              </a:rPr>
              <a:t>totalSpent</a:t>
            </a:r>
            <a:r>
              <a:rPr kumimoji="0" lang="en-US" sz="800" b="0" i="0" u="none" strike="noStrike" kern="1200" cap="none" spc="0" normalizeH="0" baseline="0" noProof="0" dirty="0">
                <a:ln>
                  <a:noFill/>
                </a:ln>
                <a:solidFill>
                  <a:srgbClr val="9CDCFE"/>
                </a:solidFill>
                <a:effectLst/>
                <a:uLnTx/>
                <a:uFillTx/>
                <a:latin typeface="Consolas" panose="020B0609020204030204" pitchFamily="49" charset="0"/>
                <a:ea typeface="+mn-ea"/>
                <a:cs typeface="+mn-cs"/>
              </a:rPr>
              <a:t>:</a:t>
            </a: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 </a:t>
            </a:r>
            <a:r>
              <a:rPr kumimoji="0" lang="en-US" sz="800" b="0" i="0" u="none" strike="noStrike" kern="1200" cap="none" spc="0" normalizeH="0" baseline="0" noProof="0" dirty="0">
                <a:ln>
                  <a:noFill/>
                </a:ln>
                <a:solidFill>
                  <a:srgbClr val="9CDCFE"/>
                </a:solidFill>
                <a:effectLst/>
                <a:uLnTx/>
                <a:uFillTx/>
                <a:latin typeface="Consolas" panose="020B0609020204030204" pitchFamily="49" charset="0"/>
                <a:ea typeface="+mn-ea"/>
                <a:cs typeface="+mn-cs"/>
              </a:rPr>
              <a:t>$round:</a:t>
            </a: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US" sz="800" b="0" i="0" u="none" strike="noStrike" kern="1200" cap="none" spc="0" normalizeH="0" baseline="0" noProof="0" dirty="0">
                <a:ln>
                  <a:noFill/>
                </a:ln>
                <a:solidFill>
                  <a:srgbClr val="CE9178"/>
                </a:solidFill>
                <a:effectLst/>
                <a:uLnTx/>
                <a:uFillTx/>
                <a:latin typeface="Consolas" panose="020B0609020204030204" pitchFamily="49" charset="0"/>
                <a:ea typeface="+mn-ea"/>
                <a:cs typeface="+mn-cs"/>
              </a:rPr>
              <a:t>"$</a:t>
            </a:r>
            <a:r>
              <a:rPr kumimoji="0" lang="en-US" sz="800" b="0" i="0" u="none" strike="noStrike" kern="1200" cap="none" spc="0" normalizeH="0" baseline="0" noProof="0" dirty="0" err="1">
                <a:ln>
                  <a:noFill/>
                </a:ln>
                <a:solidFill>
                  <a:srgbClr val="CE9178"/>
                </a:solidFill>
                <a:effectLst/>
                <a:uLnTx/>
                <a:uFillTx/>
                <a:latin typeface="Consolas" panose="020B0609020204030204" pitchFamily="49" charset="0"/>
                <a:ea typeface="+mn-ea"/>
                <a:cs typeface="+mn-cs"/>
              </a:rPr>
              <a:t>totalSpent</a:t>
            </a:r>
            <a:r>
              <a:rPr kumimoji="0" lang="en-US" sz="800" b="0" i="0" u="none" strike="noStrike" kern="1200" cap="none" spc="0" normalizeH="0" baseline="0" noProof="0" dirty="0">
                <a:ln>
                  <a:noFill/>
                </a:ln>
                <a:solidFill>
                  <a:srgbClr val="CE9178"/>
                </a:solidFill>
                <a:effectLst/>
                <a:uLnTx/>
                <a:uFillTx/>
                <a:latin typeface="Consolas" panose="020B0609020204030204" pitchFamily="49" charset="0"/>
                <a:ea typeface="+mn-ea"/>
                <a:cs typeface="+mn-cs"/>
              </a:rPr>
              <a:t>"</a:t>
            </a: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US" sz="800" b="0" i="0" u="none" strike="noStrike" kern="1200" cap="none" spc="0" normalizeH="0" baseline="0" noProof="0" dirty="0">
                <a:ln>
                  <a:noFill/>
                </a:ln>
                <a:solidFill>
                  <a:srgbClr val="B5CEA8"/>
                </a:solidFill>
                <a:effectLst/>
                <a:uLnTx/>
                <a:uFillTx/>
                <a:latin typeface="Consolas" panose="020B0609020204030204" pitchFamily="49" charset="0"/>
                <a:ea typeface="+mn-ea"/>
                <a:cs typeface="+mn-cs"/>
              </a:rPr>
              <a:t>2</a:t>
            </a: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p>
          <a:p>
            <a:pPr marL="0" marR="0" lvl="0" indent="0" algn="l" defTabSz="457200" rtl="0" eaLnBrk="1" fontAlgn="auto" latinLnBrk="0" hangingPunct="1">
              <a:lnSpc>
                <a:spcPts val="1425"/>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US" sz="800" b="0" i="0" u="none" strike="noStrike" kern="1200" cap="none" spc="0" normalizeH="0" baseline="0" noProof="0" dirty="0" err="1">
                <a:ln>
                  <a:noFill/>
                </a:ln>
                <a:solidFill>
                  <a:srgbClr val="9CDCFE"/>
                </a:solidFill>
                <a:effectLst/>
                <a:uLnTx/>
                <a:uFillTx/>
                <a:latin typeface="Consolas" panose="020B0609020204030204" pitchFamily="49" charset="0"/>
                <a:ea typeface="+mn-ea"/>
                <a:cs typeface="+mn-cs"/>
              </a:rPr>
              <a:t>avgOrderValue</a:t>
            </a:r>
            <a:r>
              <a:rPr kumimoji="0" lang="en-US" sz="800" b="0" i="0" u="none" strike="noStrike" kern="1200" cap="none" spc="0" normalizeH="0" baseline="0" noProof="0" dirty="0">
                <a:ln>
                  <a:noFill/>
                </a:ln>
                <a:solidFill>
                  <a:srgbClr val="9CDCFE"/>
                </a:solidFill>
                <a:effectLst/>
                <a:uLnTx/>
                <a:uFillTx/>
                <a:latin typeface="Consolas" panose="020B0609020204030204" pitchFamily="49" charset="0"/>
                <a:ea typeface="+mn-ea"/>
                <a:cs typeface="+mn-cs"/>
              </a:rPr>
              <a:t>:</a:t>
            </a: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 </a:t>
            </a:r>
            <a:r>
              <a:rPr kumimoji="0" lang="en-US" sz="800" b="0" i="0" u="none" strike="noStrike" kern="1200" cap="none" spc="0" normalizeH="0" baseline="0" noProof="0" dirty="0">
                <a:ln>
                  <a:noFill/>
                </a:ln>
                <a:solidFill>
                  <a:srgbClr val="9CDCFE"/>
                </a:solidFill>
                <a:effectLst/>
                <a:uLnTx/>
                <a:uFillTx/>
                <a:latin typeface="Consolas" panose="020B0609020204030204" pitchFamily="49" charset="0"/>
                <a:ea typeface="+mn-ea"/>
                <a:cs typeface="+mn-cs"/>
              </a:rPr>
              <a:t>$round:</a:t>
            </a: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US" sz="800" b="0" i="0" u="none" strike="noStrike" kern="1200" cap="none" spc="0" normalizeH="0" baseline="0" noProof="0" dirty="0">
                <a:ln>
                  <a:noFill/>
                </a:ln>
                <a:solidFill>
                  <a:srgbClr val="CE9178"/>
                </a:solidFill>
                <a:effectLst/>
                <a:uLnTx/>
                <a:uFillTx/>
                <a:latin typeface="Consolas" panose="020B0609020204030204" pitchFamily="49" charset="0"/>
                <a:ea typeface="+mn-ea"/>
                <a:cs typeface="+mn-cs"/>
              </a:rPr>
              <a:t>"$</a:t>
            </a:r>
            <a:r>
              <a:rPr kumimoji="0" lang="en-US" sz="800" b="0" i="0" u="none" strike="noStrike" kern="1200" cap="none" spc="0" normalizeH="0" baseline="0" noProof="0" dirty="0" err="1">
                <a:ln>
                  <a:noFill/>
                </a:ln>
                <a:solidFill>
                  <a:srgbClr val="CE9178"/>
                </a:solidFill>
                <a:effectLst/>
                <a:uLnTx/>
                <a:uFillTx/>
                <a:latin typeface="Consolas" panose="020B0609020204030204" pitchFamily="49" charset="0"/>
                <a:ea typeface="+mn-ea"/>
                <a:cs typeface="+mn-cs"/>
              </a:rPr>
              <a:t>avgOrderValue</a:t>
            </a:r>
            <a:r>
              <a:rPr kumimoji="0" lang="en-US" sz="800" b="0" i="0" u="none" strike="noStrike" kern="1200" cap="none" spc="0" normalizeH="0" baseline="0" noProof="0" dirty="0">
                <a:ln>
                  <a:noFill/>
                </a:ln>
                <a:solidFill>
                  <a:srgbClr val="CE9178"/>
                </a:solidFill>
                <a:effectLst/>
                <a:uLnTx/>
                <a:uFillTx/>
                <a:latin typeface="Consolas" panose="020B0609020204030204" pitchFamily="49" charset="0"/>
                <a:ea typeface="+mn-ea"/>
                <a:cs typeface="+mn-cs"/>
              </a:rPr>
              <a:t>"</a:t>
            </a: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US" sz="800" b="0" i="0" u="none" strike="noStrike" kern="1200" cap="none" spc="0" normalizeH="0" baseline="0" noProof="0" dirty="0">
                <a:ln>
                  <a:noFill/>
                </a:ln>
                <a:solidFill>
                  <a:srgbClr val="B5CEA8"/>
                </a:solidFill>
                <a:effectLst/>
                <a:uLnTx/>
                <a:uFillTx/>
                <a:latin typeface="Consolas" panose="020B0609020204030204" pitchFamily="49" charset="0"/>
                <a:ea typeface="+mn-ea"/>
                <a:cs typeface="+mn-cs"/>
              </a:rPr>
              <a:t>2</a:t>
            </a: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p>
          <a:p>
            <a:pPr marL="0" marR="0" lvl="0" indent="0" algn="l" defTabSz="457200" rtl="0" eaLnBrk="1" fontAlgn="auto" latinLnBrk="0" hangingPunct="1">
              <a:lnSpc>
                <a:spcPts val="1425"/>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US" sz="800" b="0" i="0" u="none" strike="noStrike" kern="1200" cap="none" spc="0" normalizeH="0" baseline="0" noProof="0" dirty="0" err="1">
                <a:ln>
                  <a:noFill/>
                </a:ln>
                <a:solidFill>
                  <a:srgbClr val="9CDCFE"/>
                </a:solidFill>
                <a:effectLst/>
                <a:uLnTx/>
                <a:uFillTx/>
                <a:latin typeface="Consolas" panose="020B0609020204030204" pitchFamily="49" charset="0"/>
                <a:ea typeface="+mn-ea"/>
                <a:cs typeface="+mn-cs"/>
              </a:rPr>
              <a:t>lastOrderDate</a:t>
            </a:r>
            <a:r>
              <a:rPr kumimoji="0" lang="en-US" sz="800" b="0" i="0" u="none" strike="noStrike" kern="1200" cap="none" spc="0" normalizeH="0" baseline="0" noProof="0" dirty="0">
                <a:ln>
                  <a:noFill/>
                </a:ln>
                <a:solidFill>
                  <a:srgbClr val="9CDCFE"/>
                </a:solidFill>
                <a:effectLst/>
                <a:uLnTx/>
                <a:uFillTx/>
                <a:latin typeface="Consolas" panose="020B0609020204030204" pitchFamily="49" charset="0"/>
                <a:ea typeface="+mn-ea"/>
                <a:cs typeface="+mn-cs"/>
              </a:rPr>
              <a:t>:</a:t>
            </a: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US" sz="800" b="0" i="0" u="none" strike="noStrike" kern="1200" cap="none" spc="0" normalizeH="0" baseline="0" noProof="0" dirty="0">
                <a:ln>
                  <a:noFill/>
                </a:ln>
                <a:solidFill>
                  <a:srgbClr val="B5CEA8"/>
                </a:solidFill>
                <a:effectLst/>
                <a:uLnTx/>
                <a:uFillTx/>
                <a:latin typeface="Consolas" panose="020B0609020204030204" pitchFamily="49" charset="0"/>
                <a:ea typeface="+mn-ea"/>
                <a:cs typeface="+mn-cs"/>
              </a:rPr>
              <a:t>1</a:t>
            </a: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a:t>
            </a:r>
          </a:p>
          <a:p>
            <a:pPr marL="0" marR="0" lvl="0" indent="0" algn="l" defTabSz="457200" rtl="0" eaLnBrk="1" fontAlgn="auto" latinLnBrk="0" hangingPunct="1">
              <a:lnSpc>
                <a:spcPts val="1425"/>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US" sz="800" b="0" i="0" u="none" strike="noStrike" kern="1200" cap="none" spc="0" normalizeH="0" baseline="0" noProof="0" dirty="0" err="1">
                <a:ln>
                  <a:noFill/>
                </a:ln>
                <a:solidFill>
                  <a:srgbClr val="9CDCFE"/>
                </a:solidFill>
                <a:effectLst/>
                <a:uLnTx/>
                <a:uFillTx/>
                <a:latin typeface="Consolas" panose="020B0609020204030204" pitchFamily="49" charset="0"/>
                <a:ea typeface="+mn-ea"/>
                <a:cs typeface="+mn-cs"/>
              </a:rPr>
              <a:t>vipLevel</a:t>
            </a:r>
            <a:r>
              <a:rPr kumimoji="0" lang="en-US" sz="800" b="0" i="0" u="none" strike="noStrike" kern="1200" cap="none" spc="0" normalizeH="0" baseline="0" noProof="0" dirty="0">
                <a:ln>
                  <a:noFill/>
                </a:ln>
                <a:solidFill>
                  <a:srgbClr val="9CDCFE"/>
                </a:solidFill>
                <a:effectLst/>
                <a:uLnTx/>
                <a:uFillTx/>
                <a:latin typeface="Consolas" panose="020B0609020204030204" pitchFamily="49" charset="0"/>
                <a:ea typeface="+mn-ea"/>
                <a:cs typeface="+mn-cs"/>
              </a:rPr>
              <a:t>:</a:t>
            </a: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US" sz="800" b="0" i="0" u="none" strike="noStrike" kern="1200" cap="none" spc="0" normalizeH="0" baseline="0" noProof="0" dirty="0">
                <a:ln>
                  <a:noFill/>
                </a:ln>
                <a:solidFill>
                  <a:srgbClr val="B5CEA8"/>
                </a:solidFill>
                <a:effectLst/>
                <a:uLnTx/>
                <a:uFillTx/>
                <a:latin typeface="Consolas" panose="020B0609020204030204" pitchFamily="49" charset="0"/>
                <a:ea typeface="+mn-ea"/>
                <a:cs typeface="+mn-cs"/>
              </a:rPr>
              <a:t>1</a:t>
            </a:r>
            <a:endPar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endParaRPr>
          </a:p>
          <a:p>
            <a:pPr marL="0" marR="0" lvl="0" indent="0" algn="l" defTabSz="457200" rtl="0" eaLnBrk="1" fontAlgn="auto" latinLnBrk="0" hangingPunct="1">
              <a:lnSpc>
                <a:spcPts val="1425"/>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p>
          <a:p>
            <a:pPr marL="0" marR="0" lvl="0" indent="0" algn="l" defTabSz="457200" rtl="0" eaLnBrk="1" fontAlgn="auto" latinLnBrk="0" hangingPunct="1">
              <a:lnSpc>
                <a:spcPts val="1425"/>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p>
          <a:p>
            <a:pPr marL="0" marR="0" lvl="0" indent="0" algn="l" defTabSz="457200" rtl="0" eaLnBrk="1" fontAlgn="auto" latinLnBrk="0" hangingPunct="1">
              <a:lnSpc>
                <a:spcPts val="1425"/>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p>
          <a:p>
            <a:pPr marL="0" marR="0" lvl="0" indent="0" algn="l" defTabSz="457200" rtl="0" eaLnBrk="1" fontAlgn="auto" latinLnBrk="0" hangingPunct="1">
              <a:lnSpc>
                <a:spcPts val="1425"/>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US" sz="800" b="0" i="0" u="none" strike="noStrike" kern="1200" cap="none" spc="0" normalizeH="0" baseline="0" noProof="0" dirty="0">
                <a:ln>
                  <a:noFill/>
                </a:ln>
                <a:solidFill>
                  <a:srgbClr val="9CDCFE"/>
                </a:solidFill>
                <a:effectLst/>
                <a:uLnTx/>
                <a:uFillTx/>
                <a:latin typeface="Consolas" panose="020B0609020204030204" pitchFamily="49" charset="0"/>
                <a:ea typeface="+mn-ea"/>
                <a:cs typeface="+mn-cs"/>
              </a:rPr>
              <a:t>$sort:</a:t>
            </a: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 </a:t>
            </a:r>
            <a:r>
              <a:rPr kumimoji="0" lang="en-US" sz="800" b="0" i="0" u="none" strike="noStrike" kern="1200" cap="none" spc="0" normalizeH="0" baseline="0" noProof="0" dirty="0" err="1">
                <a:ln>
                  <a:noFill/>
                </a:ln>
                <a:solidFill>
                  <a:srgbClr val="9CDCFE"/>
                </a:solidFill>
                <a:effectLst/>
                <a:uLnTx/>
                <a:uFillTx/>
                <a:latin typeface="Consolas" panose="020B0609020204030204" pitchFamily="49" charset="0"/>
                <a:ea typeface="+mn-ea"/>
                <a:cs typeface="+mn-cs"/>
              </a:rPr>
              <a:t>totalSpent</a:t>
            </a:r>
            <a:r>
              <a:rPr kumimoji="0" lang="en-US" sz="800" b="0" i="0" u="none" strike="noStrike" kern="1200" cap="none" spc="0" normalizeH="0" baseline="0" noProof="0" dirty="0">
                <a:ln>
                  <a:noFill/>
                </a:ln>
                <a:solidFill>
                  <a:srgbClr val="9CDCFE"/>
                </a:solidFill>
                <a:effectLst/>
                <a:uLnTx/>
                <a:uFillTx/>
                <a:latin typeface="Consolas" panose="020B0609020204030204" pitchFamily="49" charset="0"/>
                <a:ea typeface="+mn-ea"/>
                <a:cs typeface="+mn-cs"/>
              </a:rPr>
              <a:t>:</a:t>
            </a: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r>
              <a:rPr kumimoji="0" lang="en-US" sz="800" b="0" i="0" u="none" strike="noStrike" kern="1200" cap="none" spc="0" normalizeH="0" baseline="0" noProof="0" dirty="0">
                <a:ln>
                  <a:noFill/>
                </a:ln>
                <a:solidFill>
                  <a:srgbClr val="B5CEA8"/>
                </a:solidFill>
                <a:effectLst/>
                <a:uLnTx/>
                <a:uFillTx/>
                <a:latin typeface="Consolas" panose="020B0609020204030204" pitchFamily="49" charset="0"/>
                <a:ea typeface="+mn-ea"/>
                <a:cs typeface="+mn-cs"/>
              </a:rPr>
              <a:t>1</a:t>
            </a: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p>
          <a:p>
            <a:pPr marL="0" marR="0" lvl="0" indent="0" algn="l" defTabSz="457200" rtl="0" eaLnBrk="1" fontAlgn="auto" latinLnBrk="0" hangingPunct="1">
              <a:lnSpc>
                <a:spcPts val="1425"/>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  }</a:t>
            </a:r>
          </a:p>
          <a:p>
            <a:pPr marL="0" marR="0" lvl="0" indent="0" algn="l" defTabSz="457200" rtl="0" eaLnBrk="1" fontAlgn="auto" latinLnBrk="0" hangingPunct="1">
              <a:lnSpc>
                <a:spcPts val="1425"/>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D4D4D4"/>
                </a:solidFill>
                <a:effectLst/>
                <a:uLnTx/>
                <a:uFillTx/>
                <a:latin typeface="Consolas" panose="020B0609020204030204" pitchFamily="49" charset="0"/>
                <a:ea typeface="+mn-ea"/>
                <a:cs typeface="+mn-cs"/>
              </a:rPr>
              <a:t>]);</a:t>
            </a:r>
          </a:p>
        </p:txBody>
      </p:sp>
    </p:spTree>
    <p:extLst>
      <p:ext uri="{BB962C8B-B14F-4D97-AF65-F5344CB8AC3E}">
        <p14:creationId xmlns:p14="http://schemas.microsoft.com/office/powerpoint/2010/main" val="157721725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E8DF82-DD43-1D81-A18B-EEBC2F87EE2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F491EB8-4402-605C-3AFF-C5FD26CADB47}"/>
              </a:ext>
            </a:extLst>
          </p:cNvPr>
          <p:cNvSpPr txBox="1"/>
          <p:nvPr/>
        </p:nvSpPr>
        <p:spPr>
          <a:xfrm>
            <a:off x="225188" y="204294"/>
            <a:ext cx="934872" cy="382559"/>
          </a:xfrm>
          <a:prstGeom prst="rect">
            <a:avLst/>
          </a:prstGeom>
          <a:noFill/>
        </p:spPr>
        <p:txBody>
          <a:bodyPr wrap="square">
            <a:spAutoFit/>
          </a:bodyPr>
          <a:lstStyle/>
          <a:p>
            <a:r>
              <a:rPr lang="en-US" dirty="0">
                <a:solidFill>
                  <a:srgbClr val="FFFF00"/>
                </a:solidFill>
              </a:rPr>
              <a:t>$out</a:t>
            </a:r>
            <a:endParaRPr lang="en-US" dirty="0"/>
          </a:p>
        </p:txBody>
      </p:sp>
      <p:sp>
        <p:nvSpPr>
          <p:cNvPr id="4" name="TextBox 3">
            <a:extLst>
              <a:ext uri="{FF2B5EF4-FFF2-40B4-BE49-F238E27FC236}">
                <a16:creationId xmlns:a16="http://schemas.microsoft.com/office/drawing/2014/main" id="{F58CE55B-ACCF-15C8-BB17-C14C279C1925}"/>
              </a:ext>
            </a:extLst>
          </p:cNvPr>
          <p:cNvSpPr txBox="1"/>
          <p:nvPr/>
        </p:nvSpPr>
        <p:spPr>
          <a:xfrm>
            <a:off x="812041" y="927589"/>
            <a:ext cx="7267433" cy="1363578"/>
          </a:xfrm>
          <a:prstGeom prst="rect">
            <a:avLst/>
          </a:prstGeom>
          <a:noFill/>
        </p:spPr>
        <p:txBody>
          <a:bodyPr wrap="square">
            <a:spAutoFit/>
          </a:bodyPr>
          <a:lstStyle/>
          <a:p>
            <a:pPr>
              <a:lnSpc>
                <a:spcPts val="1425"/>
              </a:lnSpc>
              <a:buNone/>
            </a:pPr>
            <a:r>
              <a:rPr lang="en-US" b="0" dirty="0">
                <a:solidFill>
                  <a:srgbClr val="C8C8C8"/>
                </a:solidFill>
                <a:effectLst/>
                <a:latin typeface="Consolas" panose="020B0609020204030204" pitchFamily="49" charset="0"/>
              </a:rPr>
              <a:t>Goal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Store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delivered</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orders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into</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new</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collection</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orders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aggregate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$match:</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status:</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"delivered"</a:t>
            </a:r>
            <a:r>
              <a:rPr lang="en-US" b="0" dirty="0">
                <a:solidFill>
                  <a:srgbClr val="D4D4D4"/>
                </a:solidFill>
                <a:effectLst/>
                <a:latin typeface="Consolas" panose="020B0609020204030204" pitchFamily="49" charset="0"/>
              </a:rPr>
              <a:t> } },</a:t>
            </a:r>
          </a:p>
          <a:p>
            <a:pPr>
              <a:lnSpc>
                <a:spcPts val="1425"/>
              </a:lnSpc>
              <a:buNone/>
            </a:pP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$out:</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alreadyDeliveredOrders</a:t>
            </a:r>
            <a:r>
              <a:rPr lang="en-US" b="0" dirty="0">
                <a:solidFill>
                  <a:srgbClr val="CE9178"/>
                </a:solidFill>
                <a:effectLst/>
                <a:latin typeface="Consolas" panose="020B0609020204030204" pitchFamily="49" charset="0"/>
              </a:rPr>
              <a:t>"</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244892882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1CB3F4-E082-9A41-836C-A242E75F041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78D0394-ED1E-CDD0-E94C-BCB58E6D6CE4}"/>
              </a:ext>
            </a:extLst>
          </p:cNvPr>
          <p:cNvSpPr txBox="1"/>
          <p:nvPr/>
        </p:nvSpPr>
        <p:spPr>
          <a:xfrm>
            <a:off x="225188" y="204294"/>
            <a:ext cx="9260006" cy="1754326"/>
          </a:xfrm>
          <a:prstGeom prst="rect">
            <a:avLst/>
          </a:prstGeom>
          <a:noFill/>
        </p:spPr>
        <p:txBody>
          <a:bodyPr wrap="square">
            <a:spAutoFit/>
          </a:bodyPr>
          <a:lstStyle/>
          <a:p>
            <a:pPr marL="342900" indent="-342900">
              <a:buFont typeface="+mj-lt"/>
              <a:buAutoNum type="arabicPeriod"/>
            </a:pPr>
            <a:r>
              <a:rPr lang="en-US" dirty="0">
                <a:solidFill>
                  <a:srgbClr val="FFFF00"/>
                </a:solidFill>
              </a:rPr>
              <a:t>What is find?</a:t>
            </a:r>
          </a:p>
          <a:p>
            <a:pPr marL="342900" indent="-342900">
              <a:buFont typeface="+mj-lt"/>
              <a:buAutoNum type="arabicPeriod"/>
            </a:pPr>
            <a:r>
              <a:rPr lang="en-US" dirty="0">
                <a:solidFill>
                  <a:srgbClr val="FFFF00"/>
                </a:solidFill>
              </a:rPr>
              <a:t>What is aggregation</a:t>
            </a:r>
          </a:p>
          <a:p>
            <a:pPr marL="342900" indent="-342900">
              <a:buFont typeface="+mj-lt"/>
              <a:buAutoNum type="arabicPeriod"/>
            </a:pPr>
            <a:r>
              <a:rPr lang="en-US" dirty="0">
                <a:solidFill>
                  <a:srgbClr val="FFFF00"/>
                </a:solidFill>
              </a:rPr>
              <a:t>How to connect data?</a:t>
            </a:r>
          </a:p>
          <a:p>
            <a:pPr marL="342900" indent="-342900">
              <a:buFont typeface="+mj-lt"/>
              <a:buAutoNum type="arabicPeriod"/>
            </a:pPr>
            <a:r>
              <a:rPr lang="en-US" dirty="0">
                <a:solidFill>
                  <a:srgbClr val="FFFF00"/>
                </a:solidFill>
              </a:rPr>
              <a:t>What is MongoDB?</a:t>
            </a:r>
          </a:p>
          <a:p>
            <a:pPr marL="342900" indent="-342900">
              <a:buFont typeface="+mj-lt"/>
              <a:buAutoNum type="arabicPeriod"/>
            </a:pPr>
            <a:endParaRPr lang="en-US" dirty="0">
              <a:solidFill>
                <a:srgbClr val="FFFF00"/>
              </a:solidFill>
            </a:endParaRPr>
          </a:p>
          <a:p>
            <a:pPr marL="342900" indent="-342900">
              <a:buFont typeface="+mj-lt"/>
              <a:buAutoNum type="arabicPeriod"/>
            </a:pPr>
            <a:endParaRPr lang="en-US" dirty="0"/>
          </a:p>
        </p:txBody>
      </p:sp>
    </p:spTree>
    <p:extLst>
      <p:ext uri="{BB962C8B-B14F-4D97-AF65-F5344CB8AC3E}">
        <p14:creationId xmlns:p14="http://schemas.microsoft.com/office/powerpoint/2010/main" val="328856845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4DEB9-46AA-1BA6-7E9E-BBAB94123A8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E3D0E83-1A8B-7039-4499-3B5F394390B3}"/>
              </a:ext>
            </a:extLst>
          </p:cNvPr>
          <p:cNvSpPr txBox="1"/>
          <p:nvPr/>
        </p:nvSpPr>
        <p:spPr>
          <a:xfrm>
            <a:off x="225188" y="204294"/>
            <a:ext cx="1153236" cy="369332"/>
          </a:xfrm>
          <a:prstGeom prst="rect">
            <a:avLst/>
          </a:prstGeom>
          <a:noFill/>
        </p:spPr>
        <p:txBody>
          <a:bodyPr wrap="square">
            <a:spAutoFit/>
          </a:bodyPr>
          <a:lstStyle/>
          <a:p>
            <a:r>
              <a:rPr lang="en-US" dirty="0">
                <a:solidFill>
                  <a:srgbClr val="FFFF00"/>
                </a:solidFill>
              </a:rPr>
              <a:t>Script.js</a:t>
            </a:r>
            <a:endParaRPr lang="en-US" dirty="0"/>
          </a:p>
        </p:txBody>
      </p:sp>
      <p:sp>
        <p:nvSpPr>
          <p:cNvPr id="6" name="TextBox 5">
            <a:extLst>
              <a:ext uri="{FF2B5EF4-FFF2-40B4-BE49-F238E27FC236}">
                <a16:creationId xmlns:a16="http://schemas.microsoft.com/office/drawing/2014/main" id="{9270BDFB-4523-A847-B526-D6E1B43060EC}"/>
              </a:ext>
            </a:extLst>
          </p:cNvPr>
          <p:cNvSpPr txBox="1"/>
          <p:nvPr/>
        </p:nvSpPr>
        <p:spPr>
          <a:xfrm>
            <a:off x="225188" y="726523"/>
            <a:ext cx="4954136" cy="2081724"/>
          </a:xfrm>
          <a:prstGeom prst="rect">
            <a:avLst/>
          </a:prstGeom>
          <a:noFill/>
        </p:spPr>
        <p:txBody>
          <a:bodyPr wrap="square">
            <a:spAutoFit/>
          </a:bodyPr>
          <a:lstStyle/>
          <a:p>
            <a:pPr>
              <a:lnSpc>
                <a:spcPts val="1425"/>
              </a:lnSpc>
              <a:buNone/>
            </a:pPr>
            <a:r>
              <a:rPr lang="en-US" sz="1200" b="0" dirty="0">
                <a:solidFill>
                  <a:srgbClr val="6A9955"/>
                </a:solidFill>
                <a:effectLst/>
                <a:latin typeface="Consolas" panose="020B0609020204030204" pitchFamily="49" charset="0"/>
              </a:rPr>
              <a:t>// =============================</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 DATABASE</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 =============================</a:t>
            </a:r>
            <a:endParaRPr lang="en-US" sz="1200" b="0" dirty="0">
              <a:solidFill>
                <a:srgbClr val="D4D4D4"/>
              </a:solidFill>
              <a:effectLst/>
              <a:latin typeface="Consolas" panose="020B0609020204030204" pitchFamily="49" charset="0"/>
            </a:endParaRPr>
          </a:p>
          <a:p>
            <a:pPr>
              <a:lnSpc>
                <a:spcPts val="1425"/>
              </a:lnSpc>
              <a:buNone/>
            </a:pPr>
            <a:r>
              <a:rPr lang="en-US" sz="1200" b="0" dirty="0" err="1">
                <a:solidFill>
                  <a:srgbClr val="9CDCFE"/>
                </a:solidFill>
                <a:effectLst/>
                <a:latin typeface="Consolas" panose="020B0609020204030204" pitchFamily="49" charset="0"/>
              </a:rPr>
              <a:t>db</a:t>
            </a:r>
            <a:r>
              <a:rPr lang="en-US" sz="1200" b="0" dirty="0">
                <a:solidFill>
                  <a:srgbClr val="D4D4D4"/>
                </a:solidFill>
                <a:effectLst/>
                <a:latin typeface="Consolas" panose="020B0609020204030204" pitchFamily="49" charset="0"/>
              </a:rPr>
              <a:t> = </a:t>
            </a:r>
            <a:r>
              <a:rPr lang="en-US" sz="1200" b="0" dirty="0" err="1">
                <a:solidFill>
                  <a:srgbClr val="9CDCFE"/>
                </a:solidFill>
                <a:effectLst/>
                <a:latin typeface="Consolas" panose="020B0609020204030204" pitchFamily="49" charset="0"/>
              </a:rPr>
              <a:t>db</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getSiblingDB</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"ecommerce"</a:t>
            </a:r>
            <a:r>
              <a:rPr lang="en-US" sz="1200" b="0" dirty="0">
                <a:solidFill>
                  <a:srgbClr val="D4D4D4"/>
                </a:solidFill>
                <a:effectLst/>
                <a:latin typeface="Consolas" panose="020B0609020204030204" pitchFamily="49" charset="0"/>
              </a:rPr>
              <a:t>);</a:t>
            </a:r>
          </a:p>
          <a:p>
            <a:pPr>
              <a:lnSpc>
                <a:spcPts val="1425"/>
              </a:lnSpc>
              <a:buNone/>
            </a:pP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 Clean old data</a:t>
            </a:r>
            <a:endParaRPr lang="en-US" sz="1200" b="0" dirty="0">
              <a:solidFill>
                <a:srgbClr val="D4D4D4"/>
              </a:solidFill>
              <a:effectLst/>
              <a:latin typeface="Consolas" panose="020B0609020204030204" pitchFamily="49" charset="0"/>
            </a:endParaRPr>
          </a:p>
          <a:p>
            <a:pPr>
              <a:lnSpc>
                <a:spcPts val="1425"/>
              </a:lnSpc>
              <a:buNone/>
            </a:pPr>
            <a:r>
              <a:rPr lang="en-US" sz="1200" b="0" dirty="0" err="1">
                <a:solidFill>
                  <a:srgbClr val="9CDCFE"/>
                </a:solidFill>
                <a:effectLst/>
                <a:latin typeface="Consolas" panose="020B0609020204030204" pitchFamily="49" charset="0"/>
              </a:rPr>
              <a:t>db</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products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drop</a:t>
            </a:r>
            <a:r>
              <a:rPr lang="en-US" sz="1200" b="0" dirty="0">
                <a:solidFill>
                  <a:srgbClr val="D4D4D4"/>
                </a:solidFill>
                <a:effectLst/>
                <a:latin typeface="Consolas" panose="020B0609020204030204" pitchFamily="49" charset="0"/>
              </a:rPr>
              <a:t>()</a:t>
            </a:r>
          </a:p>
          <a:p>
            <a:pPr>
              <a:lnSpc>
                <a:spcPts val="1425"/>
              </a:lnSpc>
              <a:buNone/>
            </a:pPr>
            <a:r>
              <a:rPr lang="en-US" sz="1200" b="0" dirty="0" err="1">
                <a:solidFill>
                  <a:srgbClr val="9CDCFE"/>
                </a:solidFill>
                <a:effectLst/>
                <a:latin typeface="Consolas" panose="020B0609020204030204" pitchFamily="49" charset="0"/>
              </a:rPr>
              <a:t>db</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customers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drop</a:t>
            </a:r>
            <a:r>
              <a:rPr lang="en-US" sz="1200" b="0" dirty="0">
                <a:solidFill>
                  <a:srgbClr val="D4D4D4"/>
                </a:solidFill>
                <a:effectLst/>
                <a:latin typeface="Consolas" panose="020B0609020204030204" pitchFamily="49" charset="0"/>
              </a:rPr>
              <a:t>()</a:t>
            </a:r>
          </a:p>
          <a:p>
            <a:pPr>
              <a:lnSpc>
                <a:spcPts val="1425"/>
              </a:lnSpc>
              <a:buNone/>
            </a:pPr>
            <a:r>
              <a:rPr lang="en-US" sz="1200" b="0" dirty="0" err="1">
                <a:solidFill>
                  <a:srgbClr val="9CDCFE"/>
                </a:solidFill>
                <a:effectLst/>
                <a:latin typeface="Consolas" panose="020B0609020204030204" pitchFamily="49" charset="0"/>
              </a:rPr>
              <a:t>db</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orders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drop</a:t>
            </a:r>
            <a:r>
              <a:rPr lang="en-US" sz="1200" b="0" dirty="0">
                <a:solidFill>
                  <a:srgbClr val="D4D4D4"/>
                </a:solidFill>
                <a:effectLst/>
                <a:latin typeface="Consolas" panose="020B0609020204030204" pitchFamily="49" charset="0"/>
              </a:rPr>
              <a:t>()</a:t>
            </a:r>
          </a:p>
          <a:p>
            <a:pPr>
              <a:lnSpc>
                <a:spcPts val="1425"/>
              </a:lnSpc>
              <a:buNone/>
            </a:pPr>
            <a:r>
              <a:rPr lang="en-US" sz="1200" b="0" dirty="0" err="1">
                <a:solidFill>
                  <a:srgbClr val="9CDCFE"/>
                </a:solidFill>
                <a:effectLst/>
                <a:latin typeface="Consolas" panose="020B0609020204030204" pitchFamily="49" charset="0"/>
              </a:rPr>
              <a:t>db</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donations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drop</a:t>
            </a:r>
            <a:r>
              <a:rPr lang="en-US" sz="1200" b="0" dirty="0">
                <a:solidFill>
                  <a:srgbClr val="D4D4D4"/>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D8B9E453-B819-EA16-99A3-8A3E07117B5B}"/>
              </a:ext>
            </a:extLst>
          </p:cNvPr>
          <p:cNvSpPr txBox="1"/>
          <p:nvPr/>
        </p:nvSpPr>
        <p:spPr>
          <a:xfrm>
            <a:off x="0" y="3331986"/>
            <a:ext cx="4954136" cy="2964914"/>
          </a:xfrm>
          <a:prstGeom prst="rect">
            <a:avLst/>
          </a:prstGeom>
          <a:noFill/>
        </p:spPr>
        <p:txBody>
          <a:bodyPr wrap="square">
            <a:spAutoFit/>
          </a:bodyPr>
          <a:lstStyle/>
          <a:p>
            <a:pPr>
              <a:lnSpc>
                <a:spcPts val="1425"/>
              </a:lnSpc>
              <a:buNone/>
            </a:pPr>
            <a:r>
              <a:rPr lang="en-US" sz="1200" b="0" dirty="0">
                <a:solidFill>
                  <a:srgbClr val="6A9955"/>
                </a:solidFill>
                <a:effectLst/>
                <a:latin typeface="Consolas" panose="020B0609020204030204" pitchFamily="49" charset="0"/>
              </a:rPr>
              <a:t>// =============================</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 HELPER FUNCTIONS</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 =============================</a:t>
            </a:r>
            <a:endParaRPr lang="en-US" sz="1200" b="0" dirty="0">
              <a:solidFill>
                <a:srgbClr val="D4D4D4"/>
              </a:solidFill>
              <a:effectLst/>
              <a:latin typeface="Consolas" panose="020B0609020204030204" pitchFamily="49" charset="0"/>
            </a:endParaRPr>
          </a:p>
          <a:p>
            <a:pPr>
              <a:lnSpc>
                <a:spcPts val="1425"/>
              </a:lnSpc>
              <a:buNone/>
            </a:pP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function</a:t>
            </a:r>
            <a:r>
              <a:rPr lang="en-US" sz="1200" b="0" dirty="0">
                <a:solidFill>
                  <a:srgbClr val="D4D4D4"/>
                </a:solidFill>
                <a:effectLst/>
                <a:latin typeface="Consolas" panose="020B0609020204030204" pitchFamily="49" charset="0"/>
              </a:rPr>
              <a:t> </a:t>
            </a:r>
            <a:r>
              <a:rPr lang="en-US" sz="1200" b="0" dirty="0" err="1">
                <a:solidFill>
                  <a:srgbClr val="DCDCAA"/>
                </a:solidFill>
                <a:effectLst/>
                <a:latin typeface="Consolas" panose="020B0609020204030204" pitchFamily="49" charset="0"/>
              </a:rPr>
              <a:t>randomFrom</a:t>
            </a:r>
            <a:r>
              <a:rPr lang="en-US" sz="1200" b="0" dirty="0">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arr</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return</a:t>
            </a: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arr</a:t>
            </a:r>
            <a:r>
              <a:rPr lang="en-US" sz="1200" b="0" dirty="0">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Math</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floor</a:t>
            </a:r>
            <a:r>
              <a:rPr lang="en-US" sz="1200" b="0" dirty="0">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Math</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random</a:t>
            </a:r>
            <a:r>
              <a:rPr lang="en-US" sz="1200" b="0" dirty="0">
                <a:solidFill>
                  <a:srgbClr val="D4D4D4"/>
                </a:solidFill>
                <a:effectLst/>
                <a:latin typeface="Consolas" panose="020B0609020204030204" pitchFamily="49" charset="0"/>
              </a:rPr>
              <a:t>() * </a:t>
            </a:r>
            <a:r>
              <a:rPr lang="en-US" sz="1200" b="0" dirty="0" err="1">
                <a:solidFill>
                  <a:srgbClr val="9CDCFE"/>
                </a:solidFill>
                <a:effectLst/>
                <a:latin typeface="Consolas" panose="020B0609020204030204" pitchFamily="49" charset="0"/>
              </a:rPr>
              <a:t>arr</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length</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a:t>
            </a:r>
          </a:p>
          <a:p>
            <a:pPr>
              <a:lnSpc>
                <a:spcPts val="1425"/>
              </a:lnSpc>
              <a:buNone/>
            </a:pP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function</a:t>
            </a:r>
            <a:r>
              <a:rPr lang="en-US" sz="1200" b="0" dirty="0">
                <a:solidFill>
                  <a:srgbClr val="D4D4D4"/>
                </a:solidFill>
                <a:effectLst/>
                <a:latin typeface="Consolas" panose="020B0609020204030204" pitchFamily="49" charset="0"/>
              </a:rPr>
              <a:t> </a:t>
            </a:r>
            <a:r>
              <a:rPr lang="en-US" sz="1200" b="0" dirty="0" err="1">
                <a:solidFill>
                  <a:srgbClr val="DCDCAA"/>
                </a:solidFill>
                <a:effectLst/>
                <a:latin typeface="Consolas" panose="020B0609020204030204" pitchFamily="49" charset="0"/>
              </a:rPr>
              <a:t>randomInt</a:t>
            </a:r>
            <a:r>
              <a:rPr lang="en-US" sz="1200" b="0" dirty="0">
                <a:solidFill>
                  <a:srgbClr val="D4D4D4"/>
                </a:solidFill>
                <a:effectLst/>
                <a:latin typeface="Consolas" panose="020B0609020204030204" pitchFamily="49" charset="0"/>
              </a:rPr>
              <a:t>(</a:t>
            </a:r>
            <a:r>
              <a:rPr lang="en-US" sz="1200" b="0" dirty="0">
                <a:solidFill>
                  <a:srgbClr val="9CDCFE"/>
                </a:solidFill>
                <a:effectLst/>
                <a:latin typeface="Consolas" panose="020B0609020204030204" pitchFamily="49" charset="0"/>
              </a:rPr>
              <a:t>min</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max</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return</a:t>
            </a: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Math</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floor</a:t>
            </a:r>
            <a:r>
              <a:rPr lang="en-US" sz="1200" b="0" dirty="0">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Math</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random</a:t>
            </a:r>
            <a:r>
              <a:rPr lang="en-US" sz="1200" b="0" dirty="0">
                <a:solidFill>
                  <a:srgbClr val="D4D4D4"/>
                </a:solidFill>
                <a:effectLst/>
                <a:latin typeface="Consolas" panose="020B0609020204030204" pitchFamily="49" charset="0"/>
              </a:rPr>
              <a:t>() * (</a:t>
            </a:r>
            <a:r>
              <a:rPr lang="en-US" sz="1200" b="0" dirty="0">
                <a:solidFill>
                  <a:srgbClr val="9CDCFE"/>
                </a:solidFill>
                <a:effectLst/>
                <a:latin typeface="Consolas" panose="020B0609020204030204" pitchFamily="49" charset="0"/>
              </a:rPr>
              <a:t>max</a:t>
            </a:r>
            <a:r>
              <a:rPr lang="en-US" sz="1200" b="0" dirty="0">
                <a:solidFill>
                  <a:srgbClr val="D4D4D4"/>
                </a:solidFill>
                <a:effectLst/>
                <a:latin typeface="Consolas" panose="020B0609020204030204" pitchFamily="49" charset="0"/>
              </a:rPr>
              <a:t> - </a:t>
            </a:r>
            <a:r>
              <a:rPr lang="en-US" sz="1200" b="0" dirty="0">
                <a:solidFill>
                  <a:srgbClr val="9CDCFE"/>
                </a:solidFill>
                <a:effectLst/>
                <a:latin typeface="Consolas" panose="020B0609020204030204" pitchFamily="49" charset="0"/>
              </a:rPr>
              <a:t>min</a:t>
            </a:r>
            <a:r>
              <a:rPr lang="en-US" sz="1200" b="0" dirty="0">
                <a:solidFill>
                  <a:srgbClr val="D4D4D4"/>
                </a:solidFill>
                <a:effectLst/>
                <a:latin typeface="Consolas" panose="020B0609020204030204" pitchFamily="49" charset="0"/>
              </a:rPr>
              <a:t> + </a:t>
            </a:r>
            <a:r>
              <a:rPr lang="en-US" sz="1200" b="0" dirty="0">
                <a:solidFill>
                  <a:srgbClr val="B5CEA8"/>
                </a:solidFill>
                <a:effectLst/>
                <a:latin typeface="Consolas" panose="020B0609020204030204" pitchFamily="49" charset="0"/>
              </a:rPr>
              <a:t>1</a:t>
            </a:r>
            <a:r>
              <a:rPr lang="en-US" sz="1200" b="0" dirty="0">
                <a:solidFill>
                  <a:srgbClr val="D4D4D4"/>
                </a:solidFill>
                <a:effectLst/>
                <a:latin typeface="Consolas" panose="020B0609020204030204" pitchFamily="49" charset="0"/>
              </a:rPr>
              <a:t>)) + </a:t>
            </a:r>
            <a:r>
              <a:rPr lang="en-US" sz="1200" b="0" dirty="0">
                <a:solidFill>
                  <a:srgbClr val="9CDCFE"/>
                </a:solidFill>
                <a:effectLst/>
                <a:latin typeface="Consolas" panose="020B0609020204030204" pitchFamily="49" charset="0"/>
              </a:rPr>
              <a:t>min</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D4D4D4"/>
                </a:solidFill>
                <a:effectLst/>
                <a:latin typeface="Consolas" panose="020B0609020204030204" pitchFamily="49" charset="0"/>
              </a:rPr>
              <a:t>}</a:t>
            </a:r>
          </a:p>
          <a:p>
            <a:pPr>
              <a:lnSpc>
                <a:spcPts val="1425"/>
              </a:lnSpc>
              <a:buNone/>
            </a:pP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14FD3339-1A13-7549-9706-CFC539F0EFD6}"/>
              </a:ext>
            </a:extLst>
          </p:cNvPr>
          <p:cNvSpPr txBox="1"/>
          <p:nvPr/>
        </p:nvSpPr>
        <p:spPr>
          <a:xfrm>
            <a:off x="4726676" y="388960"/>
            <a:ext cx="5179324" cy="4580741"/>
          </a:xfrm>
          <a:prstGeom prst="rect">
            <a:avLst/>
          </a:prstGeom>
          <a:noFill/>
        </p:spPr>
        <p:txBody>
          <a:bodyPr wrap="square">
            <a:spAutoFit/>
          </a:bodyPr>
          <a:lstStyle/>
          <a:p>
            <a:pPr>
              <a:lnSpc>
                <a:spcPts val="1425"/>
              </a:lnSpc>
              <a:buNone/>
            </a:pPr>
            <a:r>
              <a:rPr lang="en-US" sz="1200" b="0" dirty="0">
                <a:solidFill>
                  <a:srgbClr val="6A9955"/>
                </a:solidFill>
                <a:effectLst/>
                <a:latin typeface="Consolas" panose="020B0609020204030204" pitchFamily="49" charset="0"/>
              </a:rPr>
              <a:t>// =============================</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 MASTER DATA</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 =============================</a:t>
            </a:r>
            <a:endParaRPr lang="en-US" sz="1200" b="0" dirty="0">
              <a:solidFill>
                <a:srgbClr val="D4D4D4"/>
              </a:solidFill>
              <a:effectLst/>
              <a:latin typeface="Consolas" panose="020B0609020204030204" pitchFamily="49" charset="0"/>
            </a:endParaRPr>
          </a:p>
          <a:p>
            <a:pPr>
              <a:lnSpc>
                <a:spcPts val="1425"/>
              </a:lnSpc>
              <a:buNone/>
            </a:pP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a:solidFill>
                  <a:srgbClr val="4FC1FF"/>
                </a:solidFill>
                <a:effectLst/>
                <a:latin typeface="Consolas" panose="020B0609020204030204" pitchFamily="49" charset="0"/>
              </a:rPr>
              <a:t>categories</a:t>
            </a:r>
            <a:r>
              <a:rPr lang="en-US" sz="1200" b="0" dirty="0">
                <a:solidFill>
                  <a:srgbClr val="D4D4D4"/>
                </a:solidFill>
                <a:effectLst/>
                <a:latin typeface="Consolas" panose="020B0609020204030204" pitchFamily="49" charset="0"/>
              </a:rPr>
              <a:t> = [</a:t>
            </a:r>
            <a:r>
              <a:rPr lang="en-US" sz="1200" b="0" dirty="0">
                <a:solidFill>
                  <a:srgbClr val="CE9178"/>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Electronics"</a:t>
            </a:r>
            <a:r>
              <a:rPr lang="en-US" sz="1200" b="0" dirty="0" err="1">
                <a:solidFill>
                  <a:srgbClr val="D4D4D4"/>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"Books"</a:t>
            </a:r>
            <a:r>
              <a:rPr lang="en-US" sz="1200" b="0" dirty="0" err="1">
                <a:solidFill>
                  <a:srgbClr val="D4D4D4"/>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"Clothing"</a:t>
            </a:r>
            <a:r>
              <a:rPr lang="en-US" sz="1200" b="0" dirty="0" err="1">
                <a:solidFill>
                  <a:srgbClr val="D4D4D4"/>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"Home"</a:t>
            </a:r>
            <a:r>
              <a:rPr lang="en-US" sz="1200" b="0" dirty="0" err="1">
                <a:solidFill>
                  <a:srgbClr val="D4D4D4"/>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"Toys</a:t>
            </a:r>
            <a:r>
              <a:rPr lang="en-US" sz="1200" b="0" dirty="0">
                <a:solidFill>
                  <a:srgbClr val="CE9178"/>
                </a:solidFill>
                <a:effectLst/>
                <a:latin typeface="Consolas" panose="020B0609020204030204" pitchFamily="49" charset="0"/>
              </a:rPr>
              <a:t>"</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a:solidFill>
                  <a:srgbClr val="4FC1FF"/>
                </a:solidFill>
                <a:effectLst/>
                <a:latin typeface="Consolas" panose="020B0609020204030204" pitchFamily="49" charset="0"/>
              </a:rPr>
              <a:t>brands</a:t>
            </a:r>
            <a:r>
              <a:rPr lang="en-US" sz="1200" b="0" dirty="0">
                <a:solidFill>
                  <a:srgbClr val="D4D4D4"/>
                </a:solidFill>
                <a:effectLst/>
                <a:latin typeface="Consolas" panose="020B0609020204030204" pitchFamily="49" charset="0"/>
              </a:rPr>
              <a:t> = [</a:t>
            </a:r>
            <a:r>
              <a:rPr lang="en-US" sz="1200" b="0" dirty="0">
                <a:solidFill>
                  <a:srgbClr val="CE9178"/>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Apple"</a:t>
            </a:r>
            <a:r>
              <a:rPr lang="en-US" sz="1200" b="0" dirty="0" err="1">
                <a:solidFill>
                  <a:srgbClr val="D4D4D4"/>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"Samsung"</a:t>
            </a:r>
            <a:r>
              <a:rPr lang="en-US" sz="1200" b="0" dirty="0" err="1">
                <a:solidFill>
                  <a:srgbClr val="D4D4D4"/>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"Sony"</a:t>
            </a:r>
            <a:r>
              <a:rPr lang="en-US" sz="1200" b="0" dirty="0" err="1">
                <a:solidFill>
                  <a:srgbClr val="D4D4D4"/>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"Logitech"</a:t>
            </a:r>
            <a:r>
              <a:rPr lang="en-US" sz="1200" b="0" dirty="0" err="1">
                <a:solidFill>
                  <a:srgbClr val="D4D4D4"/>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"Nike</a:t>
            </a:r>
            <a:r>
              <a:rPr lang="en-US" sz="1200" b="0" dirty="0">
                <a:solidFill>
                  <a:srgbClr val="CE9178"/>
                </a:solidFill>
                <a:effectLst/>
                <a:latin typeface="Consolas" panose="020B0609020204030204" pitchFamily="49" charset="0"/>
              </a:rPr>
              <a:t>"</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a:solidFill>
                  <a:srgbClr val="4FC1FF"/>
                </a:solidFill>
                <a:effectLst/>
                <a:latin typeface="Consolas" panose="020B0609020204030204" pitchFamily="49" charset="0"/>
              </a:rPr>
              <a:t>genders</a:t>
            </a:r>
            <a:r>
              <a:rPr lang="en-US" sz="1200" b="0" dirty="0">
                <a:solidFill>
                  <a:srgbClr val="D4D4D4"/>
                </a:solidFill>
                <a:effectLst/>
                <a:latin typeface="Consolas" panose="020B0609020204030204" pitchFamily="49" charset="0"/>
              </a:rPr>
              <a:t> = [</a:t>
            </a:r>
            <a:r>
              <a:rPr lang="en-US" sz="1200" b="0" dirty="0">
                <a:solidFill>
                  <a:srgbClr val="CE9178"/>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male"</a:t>
            </a:r>
            <a:r>
              <a:rPr lang="en-US" sz="1200" b="0" dirty="0" err="1">
                <a:solidFill>
                  <a:srgbClr val="D4D4D4"/>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"female</a:t>
            </a:r>
            <a:r>
              <a:rPr lang="en-US" sz="1200" b="0" dirty="0">
                <a:solidFill>
                  <a:srgbClr val="CE9178"/>
                </a:solidFill>
                <a:effectLst/>
                <a:latin typeface="Consolas" panose="020B0609020204030204" pitchFamily="49" charset="0"/>
              </a:rPr>
              <a:t>"</a:t>
            </a:r>
            <a:r>
              <a:rPr lang="en-US" sz="1200" b="0" dirty="0">
                <a:solidFill>
                  <a:srgbClr val="D4D4D4"/>
                </a:solidFill>
                <a:effectLst/>
                <a:latin typeface="Consolas" panose="020B0609020204030204" pitchFamily="49" charset="0"/>
              </a:rPr>
              <a:t>]</a:t>
            </a:r>
          </a:p>
          <a:p>
            <a:pPr>
              <a:lnSpc>
                <a:spcPts val="1425"/>
              </a:lnSpc>
              <a:buNone/>
            </a:pP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a:solidFill>
                  <a:srgbClr val="4FC1FF"/>
                </a:solidFill>
                <a:effectLst/>
                <a:latin typeface="Consolas" panose="020B0609020204030204" pitchFamily="49" charset="0"/>
              </a:rPr>
              <a:t>cities</a:t>
            </a:r>
            <a:r>
              <a:rPr lang="en-US" sz="1200" b="0" dirty="0">
                <a:solidFill>
                  <a:srgbClr val="D4D4D4"/>
                </a:solidFill>
                <a:effectLst/>
                <a:latin typeface="Consolas" panose="020B0609020204030204" pitchFamily="49" charset="0"/>
              </a:rPr>
              <a:t> = [</a:t>
            </a:r>
          </a:p>
          <a:p>
            <a:pPr>
              <a:lnSpc>
                <a:spcPts val="1425"/>
              </a:lnSpc>
              <a:buNone/>
            </a:pP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city:</a:t>
            </a:r>
            <a:r>
              <a:rPr lang="en-US" sz="1200" b="0" dirty="0" err="1">
                <a:solidFill>
                  <a:srgbClr val="CE9178"/>
                </a:solidFill>
                <a:effectLst/>
                <a:latin typeface="Consolas" panose="020B0609020204030204" pitchFamily="49" charset="0"/>
              </a:rPr>
              <a:t>"New</a:t>
            </a:r>
            <a:r>
              <a:rPr lang="en-US" sz="1200" b="0" dirty="0">
                <a:solidFill>
                  <a:srgbClr val="CE9178"/>
                </a:solidFill>
                <a:effectLst/>
                <a:latin typeface="Consolas" panose="020B0609020204030204" pitchFamily="49" charset="0"/>
              </a:rPr>
              <a:t> York"</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coordinates:</a:t>
            </a:r>
            <a:r>
              <a:rPr lang="en-US" sz="1200" b="0" dirty="0">
                <a:solidFill>
                  <a:srgbClr val="D4D4D4"/>
                </a:solidFill>
                <a:effectLst/>
                <a:latin typeface="Consolas" panose="020B0609020204030204" pitchFamily="49" charset="0"/>
              </a:rPr>
              <a:t>[-</a:t>
            </a:r>
            <a:r>
              <a:rPr lang="en-US" sz="1200" b="0" dirty="0">
                <a:solidFill>
                  <a:srgbClr val="B5CEA8"/>
                </a:solidFill>
                <a:effectLst/>
                <a:latin typeface="Consolas" panose="020B0609020204030204" pitchFamily="49" charset="0"/>
              </a:rPr>
              <a:t>74.0060</a:t>
            </a:r>
            <a:r>
              <a:rPr lang="en-US" sz="1200" b="0" dirty="0">
                <a:solidFill>
                  <a:srgbClr val="D4D4D4"/>
                </a:solidFill>
                <a:effectLst/>
                <a:latin typeface="Consolas" panose="020B0609020204030204" pitchFamily="49" charset="0"/>
              </a:rPr>
              <a:t>, </a:t>
            </a:r>
            <a:r>
              <a:rPr lang="en-US" sz="1200" b="0" dirty="0">
                <a:solidFill>
                  <a:srgbClr val="B5CEA8"/>
                </a:solidFill>
                <a:effectLst/>
                <a:latin typeface="Consolas" panose="020B0609020204030204" pitchFamily="49" charset="0"/>
              </a:rPr>
              <a:t>40.7128</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city:</a:t>
            </a:r>
            <a:r>
              <a:rPr lang="en-US" sz="1200" b="0" dirty="0" err="1">
                <a:solidFill>
                  <a:srgbClr val="CE9178"/>
                </a:solidFill>
                <a:effectLst/>
                <a:latin typeface="Consolas" panose="020B0609020204030204" pitchFamily="49" charset="0"/>
              </a:rPr>
              <a:t>"Los</a:t>
            </a:r>
            <a:r>
              <a:rPr lang="en-US" sz="1200" b="0" dirty="0">
                <a:solidFill>
                  <a:srgbClr val="CE9178"/>
                </a:solidFill>
                <a:effectLst/>
                <a:latin typeface="Consolas" panose="020B0609020204030204" pitchFamily="49" charset="0"/>
              </a:rPr>
              <a:t> Angeles"</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coordinates:</a:t>
            </a:r>
            <a:r>
              <a:rPr lang="en-US" sz="1200" b="0" dirty="0">
                <a:solidFill>
                  <a:srgbClr val="D4D4D4"/>
                </a:solidFill>
                <a:effectLst/>
                <a:latin typeface="Consolas" panose="020B0609020204030204" pitchFamily="49" charset="0"/>
              </a:rPr>
              <a:t>[-</a:t>
            </a:r>
            <a:r>
              <a:rPr lang="en-US" sz="1200" b="0" dirty="0">
                <a:solidFill>
                  <a:srgbClr val="B5CEA8"/>
                </a:solidFill>
                <a:effectLst/>
                <a:latin typeface="Consolas" panose="020B0609020204030204" pitchFamily="49" charset="0"/>
              </a:rPr>
              <a:t>118.2437</a:t>
            </a:r>
            <a:r>
              <a:rPr lang="en-US" sz="1200" b="0" dirty="0">
                <a:solidFill>
                  <a:srgbClr val="D4D4D4"/>
                </a:solidFill>
                <a:effectLst/>
                <a:latin typeface="Consolas" panose="020B0609020204030204" pitchFamily="49" charset="0"/>
              </a:rPr>
              <a:t>,</a:t>
            </a:r>
            <a:r>
              <a:rPr lang="en-US" sz="1200" b="0" dirty="0">
                <a:solidFill>
                  <a:srgbClr val="B5CEA8"/>
                </a:solidFill>
                <a:effectLst/>
                <a:latin typeface="Consolas" panose="020B0609020204030204" pitchFamily="49" charset="0"/>
              </a:rPr>
              <a:t>34.0522</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city:</a:t>
            </a:r>
            <a:r>
              <a:rPr lang="en-US" sz="1200" b="0" dirty="0" err="1">
                <a:solidFill>
                  <a:srgbClr val="CE9178"/>
                </a:solidFill>
                <a:effectLst/>
                <a:latin typeface="Consolas" panose="020B0609020204030204" pitchFamily="49" charset="0"/>
              </a:rPr>
              <a:t>"Chicago</a:t>
            </a:r>
            <a:r>
              <a:rPr lang="en-US" sz="1200" b="0" dirty="0">
                <a:solidFill>
                  <a:srgbClr val="CE9178"/>
                </a:solidFill>
                <a:effectLst/>
                <a:latin typeface="Consolas" panose="020B0609020204030204" pitchFamily="49" charset="0"/>
              </a:rPr>
              <a:t>"</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coordinates:</a:t>
            </a:r>
            <a:r>
              <a:rPr lang="en-US" sz="1200" b="0" dirty="0">
                <a:solidFill>
                  <a:srgbClr val="D4D4D4"/>
                </a:solidFill>
                <a:effectLst/>
                <a:latin typeface="Consolas" panose="020B0609020204030204" pitchFamily="49" charset="0"/>
              </a:rPr>
              <a:t>[-</a:t>
            </a:r>
            <a:r>
              <a:rPr lang="en-US" sz="1200" b="0" dirty="0">
                <a:solidFill>
                  <a:srgbClr val="B5CEA8"/>
                </a:solidFill>
                <a:effectLst/>
                <a:latin typeface="Consolas" panose="020B0609020204030204" pitchFamily="49" charset="0"/>
              </a:rPr>
              <a:t>87.6298</a:t>
            </a:r>
            <a:r>
              <a:rPr lang="en-US" sz="1200" b="0" dirty="0">
                <a:solidFill>
                  <a:srgbClr val="D4D4D4"/>
                </a:solidFill>
                <a:effectLst/>
                <a:latin typeface="Consolas" panose="020B0609020204030204" pitchFamily="49" charset="0"/>
              </a:rPr>
              <a:t>,</a:t>
            </a:r>
            <a:r>
              <a:rPr lang="en-US" sz="1200" b="0" dirty="0">
                <a:solidFill>
                  <a:srgbClr val="B5CEA8"/>
                </a:solidFill>
                <a:effectLst/>
                <a:latin typeface="Consolas" panose="020B0609020204030204" pitchFamily="49" charset="0"/>
              </a:rPr>
              <a:t>41.8781</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city:</a:t>
            </a:r>
            <a:r>
              <a:rPr lang="en-US" sz="1200" b="0" dirty="0" err="1">
                <a:solidFill>
                  <a:srgbClr val="CE9178"/>
                </a:solidFill>
                <a:effectLst/>
                <a:latin typeface="Consolas" panose="020B0609020204030204" pitchFamily="49" charset="0"/>
              </a:rPr>
              <a:t>"Houston</a:t>
            </a:r>
            <a:r>
              <a:rPr lang="en-US" sz="1200" b="0" dirty="0">
                <a:solidFill>
                  <a:srgbClr val="CE9178"/>
                </a:solidFill>
                <a:effectLst/>
                <a:latin typeface="Consolas" panose="020B0609020204030204" pitchFamily="49" charset="0"/>
              </a:rPr>
              <a:t>"</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coordinates:</a:t>
            </a:r>
            <a:r>
              <a:rPr lang="en-US" sz="1200" b="0" dirty="0">
                <a:solidFill>
                  <a:srgbClr val="D4D4D4"/>
                </a:solidFill>
                <a:effectLst/>
                <a:latin typeface="Consolas" panose="020B0609020204030204" pitchFamily="49" charset="0"/>
              </a:rPr>
              <a:t>[-</a:t>
            </a:r>
            <a:r>
              <a:rPr lang="en-US" sz="1200" b="0" dirty="0">
                <a:solidFill>
                  <a:srgbClr val="B5CEA8"/>
                </a:solidFill>
                <a:effectLst/>
                <a:latin typeface="Consolas" panose="020B0609020204030204" pitchFamily="49" charset="0"/>
              </a:rPr>
              <a:t>95.3698</a:t>
            </a:r>
            <a:r>
              <a:rPr lang="en-US" sz="1200" b="0" dirty="0">
                <a:solidFill>
                  <a:srgbClr val="D4D4D4"/>
                </a:solidFill>
                <a:effectLst/>
                <a:latin typeface="Consolas" panose="020B0609020204030204" pitchFamily="49" charset="0"/>
              </a:rPr>
              <a:t>,</a:t>
            </a:r>
            <a:r>
              <a:rPr lang="en-US" sz="1200" b="0" dirty="0">
                <a:solidFill>
                  <a:srgbClr val="B5CEA8"/>
                </a:solidFill>
                <a:effectLst/>
                <a:latin typeface="Consolas" panose="020B0609020204030204" pitchFamily="49" charset="0"/>
              </a:rPr>
              <a:t>29.7604</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city:</a:t>
            </a:r>
            <a:r>
              <a:rPr lang="en-US" sz="1200" b="0" dirty="0" err="1">
                <a:solidFill>
                  <a:srgbClr val="CE9178"/>
                </a:solidFill>
                <a:effectLst/>
                <a:latin typeface="Consolas" panose="020B0609020204030204" pitchFamily="49" charset="0"/>
              </a:rPr>
              <a:t>"Phoenix</a:t>
            </a:r>
            <a:r>
              <a:rPr lang="en-US" sz="1200" b="0" dirty="0">
                <a:solidFill>
                  <a:srgbClr val="CE9178"/>
                </a:solidFill>
                <a:effectLst/>
                <a:latin typeface="Consolas" panose="020B0609020204030204" pitchFamily="49" charset="0"/>
              </a:rPr>
              <a:t>"</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coordinates:</a:t>
            </a:r>
            <a:r>
              <a:rPr lang="en-US" sz="1200" b="0" dirty="0">
                <a:solidFill>
                  <a:srgbClr val="D4D4D4"/>
                </a:solidFill>
                <a:effectLst/>
                <a:latin typeface="Consolas" panose="020B0609020204030204" pitchFamily="49" charset="0"/>
              </a:rPr>
              <a:t>[-</a:t>
            </a:r>
            <a:r>
              <a:rPr lang="en-US" sz="1200" b="0" dirty="0">
                <a:solidFill>
                  <a:srgbClr val="B5CEA8"/>
                </a:solidFill>
                <a:effectLst/>
                <a:latin typeface="Consolas" panose="020B0609020204030204" pitchFamily="49" charset="0"/>
              </a:rPr>
              <a:t>112.0740</a:t>
            </a:r>
            <a:r>
              <a:rPr lang="en-US" sz="1200" b="0" dirty="0">
                <a:solidFill>
                  <a:srgbClr val="D4D4D4"/>
                </a:solidFill>
                <a:effectLst/>
                <a:latin typeface="Consolas" panose="020B0609020204030204" pitchFamily="49" charset="0"/>
              </a:rPr>
              <a:t>,</a:t>
            </a:r>
            <a:r>
              <a:rPr lang="en-US" sz="1200" b="0" dirty="0">
                <a:solidFill>
                  <a:srgbClr val="B5CEA8"/>
                </a:solidFill>
                <a:effectLst/>
                <a:latin typeface="Consolas" panose="020B0609020204030204" pitchFamily="49" charset="0"/>
              </a:rPr>
              <a:t>33.4484</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a:t>
            </a:r>
          </a:p>
          <a:p>
            <a:pPr>
              <a:lnSpc>
                <a:spcPts val="1425"/>
              </a:lnSpc>
              <a:buNone/>
            </a:pP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err="1">
                <a:solidFill>
                  <a:srgbClr val="4FC1FF"/>
                </a:solidFill>
                <a:effectLst/>
                <a:latin typeface="Consolas" panose="020B0609020204030204" pitchFamily="49" charset="0"/>
              </a:rPr>
              <a:t>reviewUsers</a:t>
            </a:r>
            <a:r>
              <a:rPr lang="en-US" sz="1200" b="0" dirty="0">
                <a:solidFill>
                  <a:srgbClr val="D4D4D4"/>
                </a:solidFill>
                <a:effectLst/>
                <a:latin typeface="Consolas" panose="020B0609020204030204" pitchFamily="49" charset="0"/>
              </a:rPr>
              <a:t> = [</a:t>
            </a:r>
            <a:r>
              <a:rPr lang="en-US" sz="1200" b="0" dirty="0">
                <a:solidFill>
                  <a:srgbClr val="CE9178"/>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vikram</a:t>
            </a:r>
            <a:r>
              <a:rPr lang="en-US" sz="1200" b="0" dirty="0">
                <a:solidFill>
                  <a:srgbClr val="CE9178"/>
                </a:solidFill>
                <a:effectLst/>
                <a:latin typeface="Consolas" panose="020B0609020204030204" pitchFamily="49" charset="0"/>
              </a:rPr>
              <a:t>"</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"john"</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emma</a:t>
            </a:r>
            <a:r>
              <a:rPr lang="en-US" sz="1200" b="0" dirty="0">
                <a:solidFill>
                  <a:srgbClr val="CE9178"/>
                </a:solidFill>
                <a:effectLst/>
                <a:latin typeface="Consolas" panose="020B0609020204030204" pitchFamily="49" charset="0"/>
              </a:rPr>
              <a:t>"</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raj"</a:t>
            </a:r>
            <a:r>
              <a:rPr lang="en-US" sz="1200" b="0" dirty="0" err="1">
                <a:solidFill>
                  <a:srgbClr val="D4D4D4"/>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"sara</a:t>
            </a:r>
            <a:r>
              <a:rPr lang="en-US" sz="1200" b="0" dirty="0">
                <a:solidFill>
                  <a:srgbClr val="CE9178"/>
                </a:solidFill>
                <a:effectLst/>
                <a:latin typeface="Consolas" panose="020B0609020204030204" pitchFamily="49" charset="0"/>
              </a:rPr>
              <a:t>"</a:t>
            </a:r>
            <a:r>
              <a:rPr lang="en-US" sz="1200" b="0" dirty="0">
                <a:solidFill>
                  <a:srgbClr val="D4D4D4"/>
                </a:solidFill>
                <a:effectLst/>
                <a:latin typeface="Consolas" panose="020B0609020204030204" pitchFamily="49" charset="0"/>
              </a:rPr>
              <a:t>]</a:t>
            </a:r>
          </a:p>
          <a:p>
            <a:pPr>
              <a:lnSpc>
                <a:spcPts val="1425"/>
              </a:lnSpc>
              <a:buNone/>
            </a:pP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err="1">
                <a:solidFill>
                  <a:srgbClr val="4FC1FF"/>
                </a:solidFill>
                <a:effectLst/>
                <a:latin typeface="Consolas" panose="020B0609020204030204" pitchFamily="49" charset="0"/>
              </a:rPr>
              <a:t>orderStatuses</a:t>
            </a:r>
            <a:r>
              <a:rPr lang="en-US" sz="1200" b="0" dirty="0">
                <a:solidFill>
                  <a:srgbClr val="D4D4D4"/>
                </a:solidFill>
                <a:effectLst/>
                <a:latin typeface="Consolas" panose="020B0609020204030204" pitchFamily="49" charset="0"/>
              </a:rPr>
              <a:t> = [</a:t>
            </a:r>
            <a:r>
              <a:rPr lang="en-US" sz="1200" b="0" dirty="0">
                <a:solidFill>
                  <a:srgbClr val="CE9178"/>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pending"</a:t>
            </a:r>
            <a:r>
              <a:rPr lang="en-US" sz="1200" b="0" dirty="0" err="1">
                <a:solidFill>
                  <a:srgbClr val="D4D4D4"/>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"shipped"</a:t>
            </a:r>
            <a:r>
              <a:rPr lang="en-US" sz="1200" b="0" dirty="0" err="1">
                <a:solidFill>
                  <a:srgbClr val="D4D4D4"/>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"delivered"</a:t>
            </a:r>
            <a:r>
              <a:rPr lang="en-US" sz="1200" b="0" dirty="0" err="1">
                <a:solidFill>
                  <a:srgbClr val="D4D4D4"/>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"cancelled</a:t>
            </a:r>
            <a:r>
              <a:rPr lang="en-US" sz="1200" b="0" dirty="0">
                <a:solidFill>
                  <a:srgbClr val="CE9178"/>
                </a:solidFill>
                <a:effectLst/>
                <a:latin typeface="Consolas" panose="020B0609020204030204" pitchFamily="49" charset="0"/>
              </a:rPr>
              <a:t>"</a:t>
            </a:r>
            <a:r>
              <a:rPr lang="en-US" sz="12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26666290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2E8DFD-F42A-AAD9-9ACC-994E5F15101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C96C2CF-0DEE-B405-6AA1-FEECDA307649}"/>
              </a:ext>
            </a:extLst>
          </p:cNvPr>
          <p:cNvSpPr txBox="1"/>
          <p:nvPr/>
        </p:nvSpPr>
        <p:spPr>
          <a:xfrm>
            <a:off x="225188" y="204294"/>
            <a:ext cx="1153236" cy="369332"/>
          </a:xfrm>
          <a:prstGeom prst="rect">
            <a:avLst/>
          </a:prstGeom>
          <a:noFill/>
        </p:spPr>
        <p:txBody>
          <a:bodyPr wrap="square">
            <a:spAutoFit/>
          </a:bodyPr>
          <a:lstStyle/>
          <a:p>
            <a:r>
              <a:rPr lang="en-US" dirty="0">
                <a:solidFill>
                  <a:srgbClr val="FFFF00"/>
                </a:solidFill>
              </a:rPr>
              <a:t>Script.js</a:t>
            </a:r>
            <a:endParaRPr lang="en-US" dirty="0"/>
          </a:p>
        </p:txBody>
      </p:sp>
      <p:sp>
        <p:nvSpPr>
          <p:cNvPr id="6" name="TextBox 5">
            <a:extLst>
              <a:ext uri="{FF2B5EF4-FFF2-40B4-BE49-F238E27FC236}">
                <a16:creationId xmlns:a16="http://schemas.microsoft.com/office/drawing/2014/main" id="{310D8BD0-2896-3F91-FC2C-417BA2F2024B}"/>
              </a:ext>
            </a:extLst>
          </p:cNvPr>
          <p:cNvSpPr txBox="1"/>
          <p:nvPr/>
        </p:nvSpPr>
        <p:spPr>
          <a:xfrm>
            <a:off x="102358" y="573626"/>
            <a:ext cx="4954136" cy="4954305"/>
          </a:xfrm>
          <a:prstGeom prst="rect">
            <a:avLst/>
          </a:prstGeom>
          <a:noFill/>
        </p:spPr>
        <p:txBody>
          <a:bodyPr wrap="square">
            <a:spAutoFit/>
          </a:bodyPr>
          <a:lstStyle/>
          <a:p>
            <a:pPr>
              <a:lnSpc>
                <a:spcPts val="1425"/>
              </a:lnSpc>
              <a:buNone/>
            </a:pPr>
            <a:r>
              <a:rPr lang="en-US" b="0" dirty="0">
                <a:solidFill>
                  <a:srgbClr val="6A9955"/>
                </a:solidFill>
                <a:effectLst/>
                <a:latin typeface="Consolas" panose="020B0609020204030204" pitchFamily="49" charset="0"/>
              </a:rPr>
              <a:t>// =============================</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PRODUCTS COLLECTION</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569CD6"/>
                </a:solidFill>
                <a:effectLst/>
                <a:latin typeface="Consolas" panose="020B0609020204030204" pitchFamily="49" charset="0"/>
              </a:rPr>
              <a:t>let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products</a:t>
            </a:r>
            <a:r>
              <a:rPr lang="en-US" b="0" dirty="0">
                <a:solidFill>
                  <a:srgbClr val="D4D4D4"/>
                </a:solidFill>
                <a:effectLst/>
                <a:latin typeface="Consolas" panose="020B0609020204030204" pitchFamily="49" charset="0"/>
              </a:rPr>
              <a:t> = []</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C586C0"/>
                </a:solidFill>
                <a:effectLst/>
                <a:latin typeface="Consolas" panose="020B0609020204030204" pitchFamily="49" charset="0"/>
              </a:rPr>
              <a:t>for</a:t>
            </a:r>
            <a:r>
              <a:rPr lang="en-US" b="0" dirty="0">
                <a:solidFill>
                  <a:srgbClr val="D4D4D4"/>
                </a:solidFill>
                <a:effectLst/>
                <a:latin typeface="Consolas" panose="020B0609020204030204" pitchFamily="49" charset="0"/>
              </a:rPr>
              <a:t>(</a:t>
            </a:r>
            <a:r>
              <a:rPr lang="en-US" b="0" dirty="0">
                <a:solidFill>
                  <a:srgbClr val="569CD6"/>
                </a:solidFill>
                <a:effectLst/>
                <a:latin typeface="Consolas" panose="020B0609020204030204" pitchFamily="49" charset="0"/>
              </a:rPr>
              <a:t>let</a:t>
            </a: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i</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i</a:t>
            </a:r>
            <a:r>
              <a:rPr lang="en-US" b="0" dirty="0">
                <a:solidFill>
                  <a:srgbClr val="D4D4D4"/>
                </a:solidFill>
                <a:effectLst/>
                <a:latin typeface="Consolas" panose="020B0609020204030204" pitchFamily="49" charset="0"/>
              </a:rPr>
              <a:t>&lt;=</a:t>
            </a:r>
            <a:r>
              <a:rPr lang="en-US" b="0" dirty="0">
                <a:solidFill>
                  <a:srgbClr val="B5CEA8"/>
                </a:solidFill>
                <a:effectLst/>
                <a:latin typeface="Consolas" panose="020B0609020204030204" pitchFamily="49" charset="0"/>
              </a:rPr>
              <a:t>200</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i</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let</a:t>
            </a: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cityObj</a:t>
            </a:r>
            <a:r>
              <a:rPr lang="en-US" b="0" dirty="0">
                <a:solidFill>
                  <a:srgbClr val="D4D4D4"/>
                </a:solidFill>
                <a:effectLst/>
                <a:latin typeface="Consolas" panose="020B0609020204030204" pitchFamily="49" charset="0"/>
              </a:rPr>
              <a:t> = </a:t>
            </a:r>
            <a:r>
              <a:rPr lang="en-US" b="0" dirty="0" err="1">
                <a:solidFill>
                  <a:srgbClr val="DCDCAA"/>
                </a:solidFill>
                <a:effectLst/>
                <a:latin typeface="Consolas" panose="020B0609020204030204" pitchFamily="49" charset="0"/>
              </a:rPr>
              <a:t>randomFrom</a:t>
            </a:r>
            <a:r>
              <a:rPr lang="en-US" b="0" dirty="0">
                <a:solidFill>
                  <a:srgbClr val="D4D4D4"/>
                </a:solidFill>
                <a:effectLst/>
                <a:latin typeface="Consolas" panose="020B0609020204030204" pitchFamily="49" charset="0"/>
              </a:rPr>
              <a:t>(</a:t>
            </a:r>
            <a:r>
              <a:rPr lang="en-US" b="0" dirty="0">
                <a:solidFill>
                  <a:srgbClr val="4FC1FF"/>
                </a:solidFill>
                <a:effectLst/>
                <a:latin typeface="Consolas" panose="020B0609020204030204" pitchFamily="49" charset="0"/>
              </a:rPr>
              <a:t>cities</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let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reviews</a:t>
            </a:r>
            <a:r>
              <a:rPr lang="en-US" b="0" dirty="0">
                <a:solidFill>
                  <a:srgbClr val="D4D4D4"/>
                </a:solidFill>
                <a:effectLst/>
                <a:latin typeface="Consolas" panose="020B0609020204030204" pitchFamily="49" charset="0"/>
              </a:rPr>
              <a:t> = []</a:t>
            </a:r>
          </a:p>
          <a:p>
            <a:pPr>
              <a:lnSpc>
                <a:spcPts val="1425"/>
              </a:lnSpc>
              <a:buNone/>
            </a:pP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let</a:t>
            </a: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reviewCount</a:t>
            </a:r>
            <a:r>
              <a:rPr lang="en-US" b="0" dirty="0">
                <a:solidFill>
                  <a:srgbClr val="D4D4D4"/>
                </a:solidFill>
                <a:effectLst/>
                <a:latin typeface="Consolas" panose="020B0609020204030204" pitchFamily="49" charset="0"/>
              </a:rPr>
              <a:t> = </a:t>
            </a:r>
            <a:r>
              <a:rPr lang="en-US" b="0" dirty="0" err="1">
                <a:solidFill>
                  <a:srgbClr val="DCDCAA"/>
                </a:solidFill>
                <a:effectLst/>
                <a:latin typeface="Consolas" panose="020B0609020204030204" pitchFamily="49" charset="0"/>
              </a:rPr>
              <a:t>randomInt</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2</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6</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r>
              <a:rPr lang="en-US" b="0" dirty="0">
                <a:solidFill>
                  <a:srgbClr val="C586C0"/>
                </a:solidFill>
                <a:effectLst/>
                <a:latin typeface="Consolas" panose="020B0609020204030204" pitchFamily="49" charset="0"/>
              </a:rPr>
              <a:t>for</a:t>
            </a:r>
            <a:r>
              <a:rPr lang="en-US" b="0" dirty="0">
                <a:solidFill>
                  <a:srgbClr val="D4D4D4"/>
                </a:solidFill>
                <a:effectLst/>
                <a:latin typeface="Consolas" panose="020B0609020204030204" pitchFamily="49" charset="0"/>
              </a:rPr>
              <a:t>(</a:t>
            </a:r>
            <a:r>
              <a:rPr lang="en-US" b="0" dirty="0">
                <a:solidFill>
                  <a:srgbClr val="569CD6"/>
                </a:solidFill>
                <a:effectLst/>
                <a:latin typeface="Consolas" panose="020B0609020204030204" pitchFamily="49" charset="0"/>
              </a:rPr>
              <a:t>let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0</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r</a:t>
            </a:r>
            <a:r>
              <a:rPr lang="en-US" b="0" dirty="0">
                <a:solidFill>
                  <a:srgbClr val="D4D4D4"/>
                </a:solidFill>
                <a:effectLst/>
                <a:latin typeface="Consolas" panose="020B0609020204030204" pitchFamily="49" charset="0"/>
              </a:rPr>
              <a:t>&lt;</a:t>
            </a:r>
            <a:r>
              <a:rPr lang="en-US" b="0" dirty="0" err="1">
                <a:solidFill>
                  <a:srgbClr val="9CDCFE"/>
                </a:solidFill>
                <a:effectLst/>
                <a:latin typeface="Consolas" panose="020B0609020204030204" pitchFamily="49" charset="0"/>
              </a:rPr>
              <a:t>reviewCount</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r</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reviews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push</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user:</a:t>
            </a:r>
            <a:r>
              <a:rPr lang="en-US" b="0" dirty="0">
                <a:solidFill>
                  <a:srgbClr val="D4D4D4"/>
                </a:solidFill>
                <a:effectLst/>
                <a:latin typeface="Consolas" panose="020B0609020204030204" pitchFamily="49" charset="0"/>
              </a:rPr>
              <a:t> </a:t>
            </a:r>
            <a:r>
              <a:rPr lang="en-US" b="0" dirty="0" err="1">
                <a:solidFill>
                  <a:srgbClr val="DCDCAA"/>
                </a:solidFill>
                <a:effectLst/>
                <a:latin typeface="Consolas" panose="020B0609020204030204" pitchFamily="49" charset="0"/>
              </a:rPr>
              <a:t>randomFrom</a:t>
            </a:r>
            <a:r>
              <a:rPr lang="en-US" b="0" dirty="0">
                <a:solidFill>
                  <a:srgbClr val="D4D4D4"/>
                </a:solidFill>
                <a:effectLst/>
                <a:latin typeface="Consolas" panose="020B0609020204030204" pitchFamily="49" charset="0"/>
              </a:rPr>
              <a:t>(</a:t>
            </a:r>
            <a:r>
              <a:rPr lang="en-US" b="0" dirty="0" err="1">
                <a:solidFill>
                  <a:srgbClr val="4FC1FF"/>
                </a:solidFill>
                <a:effectLst/>
                <a:latin typeface="Consolas" panose="020B0609020204030204" pitchFamily="49" charset="0"/>
              </a:rPr>
              <a:t>reviewUsers</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rating:</a:t>
            </a:r>
            <a:r>
              <a:rPr lang="en-US" b="0" dirty="0">
                <a:solidFill>
                  <a:srgbClr val="D4D4D4"/>
                </a:solidFill>
                <a:effectLst/>
                <a:latin typeface="Consolas" panose="020B0609020204030204" pitchFamily="49" charset="0"/>
              </a:rPr>
              <a:t> </a:t>
            </a:r>
            <a:r>
              <a:rPr lang="en-US" b="0" dirty="0" err="1">
                <a:solidFill>
                  <a:srgbClr val="DCDCAA"/>
                </a:solidFill>
                <a:effectLst/>
                <a:latin typeface="Consolas" panose="020B0609020204030204" pitchFamily="49" charset="0"/>
              </a:rPr>
              <a:t>randomInt</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5</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comment:</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"This is a great product"</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p:txBody>
      </p:sp>
      <p:sp>
        <p:nvSpPr>
          <p:cNvPr id="8" name="TextBox 7">
            <a:extLst>
              <a:ext uri="{FF2B5EF4-FFF2-40B4-BE49-F238E27FC236}">
                <a16:creationId xmlns:a16="http://schemas.microsoft.com/office/drawing/2014/main" id="{8A4AF64B-DCF9-0969-B711-0BE0FCC7C53B}"/>
              </a:ext>
            </a:extLst>
          </p:cNvPr>
          <p:cNvSpPr txBox="1"/>
          <p:nvPr/>
        </p:nvSpPr>
        <p:spPr>
          <a:xfrm>
            <a:off x="4951864" y="932699"/>
            <a:ext cx="4954136" cy="5492914"/>
          </a:xfrm>
          <a:prstGeom prst="rect">
            <a:avLst/>
          </a:prstGeom>
          <a:noFill/>
        </p:spPr>
        <p:txBody>
          <a:bodyPr wrap="square">
            <a:spAutoFit/>
          </a:bodyPr>
          <a:lstStyle/>
          <a:p>
            <a:pPr>
              <a:lnSpc>
                <a:spcPts val="1425"/>
              </a:lnSpc>
              <a:buNone/>
            </a:pPr>
            <a:r>
              <a:rPr lang="en-US" b="0" dirty="0" err="1">
                <a:solidFill>
                  <a:srgbClr val="9CDCFE"/>
                </a:solidFill>
                <a:effectLst/>
                <a:latin typeface="Consolas" panose="020B0609020204030204" pitchFamily="49" charset="0"/>
              </a:rPr>
              <a:t>products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push</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name:</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"Product "</a:t>
            </a:r>
            <a:r>
              <a:rPr lang="en-US" b="0" dirty="0">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i</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description:</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"This is a great electronics product with premium quality"</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category:</a:t>
            </a:r>
            <a:r>
              <a:rPr lang="en-US" b="0" dirty="0">
                <a:solidFill>
                  <a:srgbClr val="D4D4D4"/>
                </a:solidFill>
                <a:effectLst/>
                <a:latin typeface="Consolas" panose="020B0609020204030204" pitchFamily="49" charset="0"/>
              </a:rPr>
              <a:t> </a:t>
            </a:r>
            <a:r>
              <a:rPr lang="en-US" b="0" dirty="0" err="1">
                <a:solidFill>
                  <a:srgbClr val="DCDCAA"/>
                </a:solidFill>
                <a:effectLst/>
                <a:latin typeface="Consolas" panose="020B0609020204030204" pitchFamily="49" charset="0"/>
              </a:rPr>
              <a:t>randomFrom</a:t>
            </a:r>
            <a:r>
              <a:rPr lang="en-US" b="0" dirty="0">
                <a:solidFill>
                  <a:srgbClr val="D4D4D4"/>
                </a:solidFill>
                <a:effectLst/>
                <a:latin typeface="Consolas" panose="020B0609020204030204" pitchFamily="49" charset="0"/>
              </a:rPr>
              <a:t>(</a:t>
            </a:r>
            <a:r>
              <a:rPr lang="en-US" b="0" dirty="0">
                <a:solidFill>
                  <a:srgbClr val="4FC1FF"/>
                </a:solidFill>
                <a:effectLst/>
                <a:latin typeface="Consolas" panose="020B0609020204030204" pitchFamily="49" charset="0"/>
              </a:rPr>
              <a:t>categories</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brand:</a:t>
            </a:r>
            <a:r>
              <a:rPr lang="en-US" b="0" dirty="0">
                <a:solidFill>
                  <a:srgbClr val="D4D4D4"/>
                </a:solidFill>
                <a:effectLst/>
                <a:latin typeface="Consolas" panose="020B0609020204030204" pitchFamily="49" charset="0"/>
              </a:rPr>
              <a:t> </a:t>
            </a:r>
            <a:r>
              <a:rPr lang="en-US" b="0" dirty="0" err="1">
                <a:solidFill>
                  <a:srgbClr val="DCDCAA"/>
                </a:solidFill>
                <a:effectLst/>
                <a:latin typeface="Consolas" panose="020B0609020204030204" pitchFamily="49" charset="0"/>
              </a:rPr>
              <a:t>randomFrom</a:t>
            </a:r>
            <a:r>
              <a:rPr lang="en-US" b="0" dirty="0">
                <a:solidFill>
                  <a:srgbClr val="D4D4D4"/>
                </a:solidFill>
                <a:effectLst/>
                <a:latin typeface="Consolas" panose="020B0609020204030204" pitchFamily="49" charset="0"/>
              </a:rPr>
              <a:t>(</a:t>
            </a:r>
            <a:r>
              <a:rPr lang="en-US" b="0" dirty="0">
                <a:solidFill>
                  <a:srgbClr val="4FC1FF"/>
                </a:solidFill>
                <a:effectLst/>
                <a:latin typeface="Consolas" panose="020B0609020204030204" pitchFamily="49" charset="0"/>
              </a:rPr>
              <a:t>brands</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price:</a:t>
            </a:r>
            <a:r>
              <a:rPr lang="en-US" b="0" dirty="0">
                <a:solidFill>
                  <a:srgbClr val="D4D4D4"/>
                </a:solidFill>
                <a:effectLst/>
                <a:latin typeface="Consolas" panose="020B0609020204030204" pitchFamily="49" charset="0"/>
              </a:rPr>
              <a:t> </a:t>
            </a:r>
            <a:r>
              <a:rPr lang="en-US" b="0" dirty="0" err="1">
                <a:solidFill>
                  <a:srgbClr val="DCDCAA"/>
                </a:solidFill>
                <a:effectLst/>
                <a:latin typeface="Consolas" panose="020B0609020204030204" pitchFamily="49" charset="0"/>
              </a:rPr>
              <a:t>randomInt</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20</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1000</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stock:</a:t>
            </a:r>
            <a:r>
              <a:rPr lang="en-US" b="0" dirty="0">
                <a:solidFill>
                  <a:srgbClr val="D4D4D4"/>
                </a:solidFill>
                <a:effectLst/>
                <a:latin typeface="Consolas" panose="020B0609020204030204" pitchFamily="49" charset="0"/>
              </a:rPr>
              <a:t> </a:t>
            </a:r>
            <a:r>
              <a:rPr lang="en-US" b="0" dirty="0" err="1">
                <a:solidFill>
                  <a:srgbClr val="DCDCAA"/>
                </a:solidFill>
                <a:effectLst/>
                <a:latin typeface="Consolas" panose="020B0609020204030204" pitchFamily="49" charset="0"/>
              </a:rPr>
              <a:t>randomInt</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10</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500</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location:</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city:</a:t>
            </a: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cityObj</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city</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coordinates:</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type:</a:t>
            </a:r>
            <a:r>
              <a:rPr lang="en-US" b="0" dirty="0" err="1">
                <a:solidFill>
                  <a:srgbClr val="CE9178"/>
                </a:solidFill>
                <a:effectLst/>
                <a:latin typeface="Consolas" panose="020B0609020204030204" pitchFamily="49" charset="0"/>
              </a:rPr>
              <a:t>"Point</a:t>
            </a:r>
            <a:r>
              <a:rPr lang="en-US" b="0" dirty="0">
                <a:solidFill>
                  <a:srgbClr val="CE9178"/>
                </a:solidFill>
                <a:effectLst/>
                <a:latin typeface="Consolas" panose="020B0609020204030204" pitchFamily="49" charset="0"/>
              </a:rPr>
              <a:t>"</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coordinates:</a:t>
            </a: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cityObj</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coordinates</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reviews: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reviews</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products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insertMany</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products</a:t>
            </a:r>
            <a:r>
              <a:rPr lang="en-US" b="0" dirty="0">
                <a:solidFill>
                  <a:srgbClr val="D4D4D4"/>
                </a:solidFill>
                <a:effectLst/>
                <a:latin typeface="Consolas" panose="020B0609020204030204" pitchFamily="49" charset="0"/>
              </a:rPr>
              <a:t>)</a:t>
            </a:r>
          </a:p>
          <a:p>
            <a:pPr>
              <a:lnSpc>
                <a:spcPts val="1425"/>
              </a:lnSpc>
              <a:buNone/>
            </a:pPr>
            <a:endParaRPr lang="en-US" dirty="0">
              <a:solidFill>
                <a:srgbClr val="D4D4D4"/>
              </a:solidFill>
              <a:latin typeface="Consolas" panose="020B0609020204030204" pitchFamily="49" charset="0"/>
            </a:endParaRPr>
          </a:p>
          <a:p>
            <a:pPr>
              <a:lnSpc>
                <a:spcPts val="1425"/>
              </a:lnSpc>
              <a:buNone/>
            </a:pPr>
            <a:endParaRPr lang="en-US" b="0" dirty="0">
              <a:solidFill>
                <a:srgbClr val="D4D4D4"/>
              </a:solidFill>
              <a:effectLst/>
              <a:latin typeface="Consolas" panose="020B0609020204030204" pitchFamily="49" charset="0"/>
            </a:endParaRPr>
          </a:p>
        </p:txBody>
      </p:sp>
    </p:spTree>
    <p:extLst>
      <p:ext uri="{BB962C8B-B14F-4D97-AF65-F5344CB8AC3E}">
        <p14:creationId xmlns:p14="http://schemas.microsoft.com/office/powerpoint/2010/main" val="36358048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3AC98-3E40-A9DC-DB2B-760FC866DFB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BB9FC75-5DB3-E98C-5F17-17E87D994BD7}"/>
              </a:ext>
            </a:extLst>
          </p:cNvPr>
          <p:cNvSpPr txBox="1"/>
          <p:nvPr/>
        </p:nvSpPr>
        <p:spPr>
          <a:xfrm>
            <a:off x="225188" y="204294"/>
            <a:ext cx="1153236" cy="369332"/>
          </a:xfrm>
          <a:prstGeom prst="rect">
            <a:avLst/>
          </a:prstGeom>
          <a:noFill/>
        </p:spPr>
        <p:txBody>
          <a:bodyPr wrap="square">
            <a:spAutoFit/>
          </a:bodyPr>
          <a:lstStyle/>
          <a:p>
            <a:r>
              <a:rPr lang="en-US" dirty="0">
                <a:solidFill>
                  <a:srgbClr val="FFFF00"/>
                </a:solidFill>
              </a:rPr>
              <a:t>Script.js</a:t>
            </a:r>
            <a:endParaRPr lang="en-US" dirty="0"/>
          </a:p>
        </p:txBody>
      </p:sp>
      <p:sp>
        <p:nvSpPr>
          <p:cNvPr id="3" name="TextBox 2">
            <a:extLst>
              <a:ext uri="{FF2B5EF4-FFF2-40B4-BE49-F238E27FC236}">
                <a16:creationId xmlns:a16="http://schemas.microsoft.com/office/drawing/2014/main" id="{D273FCE0-F6C7-AE4C-B932-4C00A0A8A379}"/>
              </a:ext>
            </a:extLst>
          </p:cNvPr>
          <p:cNvSpPr txBox="1"/>
          <p:nvPr/>
        </p:nvSpPr>
        <p:spPr>
          <a:xfrm>
            <a:off x="0" y="592775"/>
            <a:ext cx="4954136" cy="5672450"/>
          </a:xfrm>
          <a:prstGeom prst="rect">
            <a:avLst/>
          </a:prstGeom>
          <a:noFill/>
        </p:spPr>
        <p:txBody>
          <a:bodyPr wrap="square">
            <a:spAutoFit/>
          </a:bodyPr>
          <a:lstStyle/>
          <a:p>
            <a:pPr>
              <a:lnSpc>
                <a:spcPts val="1425"/>
              </a:lnSpc>
              <a:buNone/>
            </a:pPr>
            <a:r>
              <a:rPr lang="en-US" b="0" dirty="0">
                <a:solidFill>
                  <a:srgbClr val="6A9955"/>
                </a:solidFill>
                <a:effectLst/>
                <a:latin typeface="Consolas" panose="020B0609020204030204" pitchFamily="49" charset="0"/>
              </a:rPr>
              <a:t>// =============================</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CUSTOMERS COLLECTION</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569CD6"/>
                </a:solidFill>
                <a:effectLst/>
                <a:latin typeface="Consolas" panose="020B0609020204030204" pitchFamily="49" charset="0"/>
              </a:rPr>
              <a:t>let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customers</a:t>
            </a:r>
            <a:r>
              <a:rPr lang="en-US" b="0" dirty="0">
                <a:solidFill>
                  <a:srgbClr val="D4D4D4"/>
                </a:solidFill>
                <a:effectLst/>
                <a:latin typeface="Consolas" panose="020B0609020204030204" pitchFamily="49" charset="0"/>
              </a:rPr>
              <a:t> = []</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C586C0"/>
                </a:solidFill>
                <a:effectLst/>
                <a:latin typeface="Consolas" panose="020B0609020204030204" pitchFamily="49" charset="0"/>
              </a:rPr>
              <a:t>for</a:t>
            </a:r>
            <a:r>
              <a:rPr lang="en-US" b="0" dirty="0">
                <a:solidFill>
                  <a:srgbClr val="D4D4D4"/>
                </a:solidFill>
                <a:effectLst/>
                <a:latin typeface="Consolas" panose="020B0609020204030204" pitchFamily="49" charset="0"/>
              </a:rPr>
              <a:t>(</a:t>
            </a:r>
            <a:r>
              <a:rPr lang="en-US" b="0" dirty="0">
                <a:solidFill>
                  <a:srgbClr val="569CD6"/>
                </a:solidFill>
                <a:effectLst/>
                <a:latin typeface="Consolas" panose="020B0609020204030204" pitchFamily="49" charset="0"/>
              </a:rPr>
              <a:t>let</a:t>
            </a: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i</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i</a:t>
            </a:r>
            <a:r>
              <a:rPr lang="en-US" b="0" dirty="0">
                <a:solidFill>
                  <a:srgbClr val="D4D4D4"/>
                </a:solidFill>
                <a:effectLst/>
                <a:latin typeface="Consolas" panose="020B0609020204030204" pitchFamily="49" charset="0"/>
              </a:rPr>
              <a:t>&lt;=</a:t>
            </a:r>
            <a:r>
              <a:rPr lang="en-US" b="0" dirty="0">
                <a:solidFill>
                  <a:srgbClr val="B5CEA8"/>
                </a:solidFill>
                <a:effectLst/>
                <a:latin typeface="Consolas" panose="020B0609020204030204" pitchFamily="49" charset="0"/>
              </a:rPr>
              <a:t>100</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i</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let</a:t>
            </a: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cityObj</a:t>
            </a:r>
            <a:r>
              <a:rPr lang="en-US" b="0" dirty="0">
                <a:solidFill>
                  <a:srgbClr val="D4D4D4"/>
                </a:solidFill>
                <a:effectLst/>
                <a:latin typeface="Consolas" panose="020B0609020204030204" pitchFamily="49" charset="0"/>
              </a:rPr>
              <a:t> = </a:t>
            </a:r>
            <a:r>
              <a:rPr lang="en-US" b="0" dirty="0" err="1">
                <a:solidFill>
                  <a:srgbClr val="DCDCAA"/>
                </a:solidFill>
                <a:effectLst/>
                <a:latin typeface="Consolas" panose="020B0609020204030204" pitchFamily="49" charset="0"/>
              </a:rPr>
              <a:t>randomFrom</a:t>
            </a:r>
            <a:r>
              <a:rPr lang="en-US" b="0" dirty="0">
                <a:solidFill>
                  <a:srgbClr val="D4D4D4"/>
                </a:solidFill>
                <a:effectLst/>
                <a:latin typeface="Consolas" panose="020B0609020204030204" pitchFamily="49" charset="0"/>
              </a:rPr>
              <a:t>(</a:t>
            </a:r>
            <a:r>
              <a:rPr lang="en-US" b="0" dirty="0">
                <a:solidFill>
                  <a:srgbClr val="4FC1FF"/>
                </a:solidFill>
                <a:effectLst/>
                <a:latin typeface="Consolas" panose="020B0609020204030204" pitchFamily="49" charset="0"/>
              </a:rPr>
              <a:t>cities</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customers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push</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name:</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"Customer "</a:t>
            </a:r>
            <a:r>
              <a:rPr lang="en-US" b="0" dirty="0">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i</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email:</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"customer"</a:t>
            </a:r>
            <a:r>
              <a:rPr lang="en-US" b="0" dirty="0">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i</a:t>
            </a:r>
            <a:r>
              <a:rPr lang="en-US" b="0" dirty="0">
                <a:solidFill>
                  <a:srgbClr val="D4D4D4"/>
                </a:solidFill>
                <a:effectLst/>
                <a:latin typeface="Consolas" panose="020B0609020204030204" pitchFamily="49" charset="0"/>
              </a:rPr>
              <a:t>+</a:t>
            </a:r>
            <a:r>
              <a:rPr lang="en-US" b="0" dirty="0">
                <a:solidFill>
                  <a:srgbClr val="CE9178"/>
                </a:solidFill>
                <a:effectLst/>
                <a:latin typeface="Consolas" panose="020B0609020204030204" pitchFamily="49" charset="0"/>
              </a:rPr>
              <a:t>"@mail.com"</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age:</a:t>
            </a:r>
            <a:r>
              <a:rPr lang="en-US" b="0" dirty="0">
                <a:solidFill>
                  <a:srgbClr val="D4D4D4"/>
                </a:solidFill>
                <a:effectLst/>
                <a:latin typeface="Consolas" panose="020B0609020204030204" pitchFamily="49" charset="0"/>
              </a:rPr>
              <a:t> </a:t>
            </a:r>
            <a:r>
              <a:rPr lang="en-US" b="0" dirty="0" err="1">
                <a:solidFill>
                  <a:srgbClr val="DCDCAA"/>
                </a:solidFill>
                <a:effectLst/>
                <a:latin typeface="Consolas" panose="020B0609020204030204" pitchFamily="49" charset="0"/>
              </a:rPr>
              <a:t>randomInt</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18</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65</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gender:</a:t>
            </a:r>
            <a:r>
              <a:rPr lang="en-US" b="0" dirty="0">
                <a:solidFill>
                  <a:srgbClr val="D4D4D4"/>
                </a:solidFill>
                <a:effectLst/>
                <a:latin typeface="Consolas" panose="020B0609020204030204" pitchFamily="49" charset="0"/>
              </a:rPr>
              <a:t> </a:t>
            </a:r>
            <a:r>
              <a:rPr lang="en-US" b="0" dirty="0" err="1">
                <a:solidFill>
                  <a:srgbClr val="DCDCAA"/>
                </a:solidFill>
                <a:effectLst/>
                <a:latin typeface="Consolas" panose="020B0609020204030204" pitchFamily="49" charset="0"/>
              </a:rPr>
              <a:t>randomFrom</a:t>
            </a:r>
            <a:r>
              <a:rPr lang="en-US" b="0" dirty="0">
                <a:solidFill>
                  <a:srgbClr val="D4D4D4"/>
                </a:solidFill>
                <a:effectLst/>
                <a:latin typeface="Consolas" panose="020B0609020204030204" pitchFamily="49" charset="0"/>
              </a:rPr>
              <a:t>(</a:t>
            </a:r>
            <a:r>
              <a:rPr lang="en-US" b="0" dirty="0">
                <a:solidFill>
                  <a:srgbClr val="4FC1FF"/>
                </a:solidFill>
                <a:effectLst/>
                <a:latin typeface="Consolas" panose="020B0609020204030204" pitchFamily="49" charset="0"/>
              </a:rPr>
              <a:t>genders</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location:</a:t>
            </a: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cityObj</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city</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registeredAt</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new</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Date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2024</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DCDCAA"/>
                </a:solidFill>
                <a:effectLst/>
                <a:latin typeface="Consolas" panose="020B0609020204030204" pitchFamily="49" charset="0"/>
              </a:rPr>
              <a:t>randomInt</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0</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11</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DCDCAA"/>
                </a:solidFill>
                <a:effectLst/>
                <a:latin typeface="Consolas" panose="020B0609020204030204" pitchFamily="49" charset="0"/>
              </a:rPr>
              <a:t>randomInt</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28</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customers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insertMany</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customers</a:t>
            </a:r>
            <a:r>
              <a:rPr lang="en-US" b="0" dirty="0">
                <a:solidFill>
                  <a:srgbClr val="D4D4D4"/>
                </a:solidFill>
                <a:effectLst/>
                <a:latin typeface="Consolas" panose="020B0609020204030204" pitchFamily="49" charset="0"/>
              </a:rPr>
              <a:t>)</a:t>
            </a:r>
          </a:p>
        </p:txBody>
      </p:sp>
      <p:sp>
        <p:nvSpPr>
          <p:cNvPr id="7" name="TextBox 6">
            <a:extLst>
              <a:ext uri="{FF2B5EF4-FFF2-40B4-BE49-F238E27FC236}">
                <a16:creationId xmlns:a16="http://schemas.microsoft.com/office/drawing/2014/main" id="{92D9961C-33E4-29C3-4738-0E40D3B73E8D}"/>
              </a:ext>
            </a:extLst>
          </p:cNvPr>
          <p:cNvSpPr txBox="1"/>
          <p:nvPr/>
        </p:nvSpPr>
        <p:spPr>
          <a:xfrm>
            <a:off x="4924568" y="1060790"/>
            <a:ext cx="4981432" cy="4415696"/>
          </a:xfrm>
          <a:prstGeom prst="rect">
            <a:avLst/>
          </a:prstGeom>
          <a:noFill/>
        </p:spPr>
        <p:txBody>
          <a:bodyPr wrap="square">
            <a:spAutoFit/>
          </a:bodyPr>
          <a:lstStyle/>
          <a:p>
            <a:pPr>
              <a:lnSpc>
                <a:spcPts val="1425"/>
              </a:lnSpc>
              <a:buNone/>
            </a:pPr>
            <a:r>
              <a:rPr lang="en-US" b="0" dirty="0">
                <a:solidFill>
                  <a:srgbClr val="6A9955"/>
                </a:solidFill>
                <a:effectLst/>
                <a:latin typeface="Consolas" panose="020B0609020204030204" pitchFamily="49" charset="0"/>
              </a:rPr>
              <a:t>// =============================</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DONATIONS COLLECTION</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569CD6"/>
                </a:solidFill>
                <a:effectLst/>
                <a:latin typeface="Consolas" panose="020B0609020204030204" pitchFamily="49" charset="0"/>
              </a:rPr>
              <a:t>let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donations</a:t>
            </a:r>
            <a:r>
              <a:rPr lang="en-US" b="0" dirty="0">
                <a:solidFill>
                  <a:srgbClr val="D4D4D4"/>
                </a:solidFill>
                <a:effectLst/>
                <a:latin typeface="Consolas" panose="020B0609020204030204" pitchFamily="49" charset="0"/>
              </a:rPr>
              <a:t> = []</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569CD6"/>
                </a:solidFill>
                <a:effectLst/>
                <a:latin typeface="Consolas" panose="020B0609020204030204" pitchFamily="49" charset="0"/>
              </a:rPr>
              <a:t>let</a:t>
            </a: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customerIds</a:t>
            </a:r>
            <a:r>
              <a:rPr lang="en-US" b="0" dirty="0">
                <a:solidFill>
                  <a:srgbClr val="D4D4D4"/>
                </a:solidFill>
                <a:effectLst/>
                <a:latin typeface="Consolas" panose="020B0609020204030204" pitchFamily="49" charset="0"/>
              </a:rPr>
              <a:t> = </a:t>
            </a: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customers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find</a:t>
            </a:r>
            <a:r>
              <a:rPr lang="en-US" b="0" dirty="0">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toArray</a:t>
            </a:r>
            <a:r>
              <a:rPr lang="en-US" b="0" dirty="0">
                <a:solidFill>
                  <a:srgbClr val="D4D4D4"/>
                </a:solidFill>
                <a:effectLst/>
                <a:latin typeface="Consolas" panose="020B0609020204030204" pitchFamily="49" charset="0"/>
              </a:rPr>
              <a:t>().</a:t>
            </a:r>
            <a:r>
              <a:rPr lang="en-US" b="0" dirty="0">
                <a:solidFill>
                  <a:srgbClr val="DCDCAA"/>
                </a:solidFill>
                <a:effectLst/>
                <a:latin typeface="Consolas" panose="020B0609020204030204" pitchFamily="49" charset="0"/>
              </a:rPr>
              <a:t>map</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c</a:t>
            </a:r>
            <a:r>
              <a:rPr lang="en-US" b="0" dirty="0">
                <a:solidFill>
                  <a:srgbClr val="569CD6"/>
                </a:solidFill>
                <a:effectLst/>
                <a:latin typeface="Consolas" panose="020B0609020204030204" pitchFamily="49" charset="0"/>
              </a:rPr>
              <a:t>=&gt;</a:t>
            </a:r>
            <a:r>
              <a:rPr lang="en-US" b="0" dirty="0" err="1">
                <a:solidFill>
                  <a:srgbClr val="9CDCFE"/>
                </a:solidFill>
                <a:effectLst/>
                <a:latin typeface="Consolas" panose="020B0609020204030204" pitchFamily="49" charset="0"/>
              </a:rPr>
              <a:t>c</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_id</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C586C0"/>
                </a:solidFill>
                <a:effectLst/>
                <a:latin typeface="Consolas" panose="020B0609020204030204" pitchFamily="49" charset="0"/>
              </a:rPr>
              <a:t>for</a:t>
            </a:r>
            <a:r>
              <a:rPr lang="en-US" b="0" dirty="0">
                <a:solidFill>
                  <a:srgbClr val="D4D4D4"/>
                </a:solidFill>
                <a:effectLst/>
                <a:latin typeface="Consolas" panose="020B0609020204030204" pitchFamily="49" charset="0"/>
              </a:rPr>
              <a:t>(</a:t>
            </a:r>
            <a:r>
              <a:rPr lang="en-US" b="0" dirty="0">
                <a:solidFill>
                  <a:srgbClr val="569CD6"/>
                </a:solidFill>
                <a:effectLst/>
                <a:latin typeface="Consolas" panose="020B0609020204030204" pitchFamily="49" charset="0"/>
              </a:rPr>
              <a:t>let</a:t>
            </a: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i</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0</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i</a:t>
            </a:r>
            <a:r>
              <a:rPr lang="en-US" b="0" dirty="0">
                <a:solidFill>
                  <a:srgbClr val="D4D4D4"/>
                </a:solidFill>
                <a:effectLst/>
                <a:latin typeface="Consolas" panose="020B0609020204030204" pitchFamily="49" charset="0"/>
              </a:rPr>
              <a:t>&lt;</a:t>
            </a:r>
            <a:r>
              <a:rPr lang="en-US" b="0" dirty="0">
                <a:solidFill>
                  <a:srgbClr val="B5CEA8"/>
                </a:solidFill>
                <a:effectLst/>
                <a:latin typeface="Consolas" panose="020B0609020204030204" pitchFamily="49" charset="0"/>
              </a:rPr>
              <a:t>80</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i</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donations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push</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customerId</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err="1">
                <a:solidFill>
                  <a:srgbClr val="DCDCAA"/>
                </a:solidFill>
                <a:effectLst/>
                <a:latin typeface="Consolas" panose="020B0609020204030204" pitchFamily="49" charset="0"/>
              </a:rPr>
              <a:t>randomFrom</a:t>
            </a:r>
            <a:r>
              <a:rPr lang="en-US" b="0" dirty="0">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customerIds</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amount:</a:t>
            </a:r>
            <a:r>
              <a:rPr lang="en-US" b="0" dirty="0">
                <a:solidFill>
                  <a:srgbClr val="D4D4D4"/>
                </a:solidFill>
                <a:effectLst/>
                <a:latin typeface="Consolas" panose="020B0609020204030204" pitchFamily="49" charset="0"/>
              </a:rPr>
              <a:t> </a:t>
            </a:r>
            <a:r>
              <a:rPr lang="en-US" b="0" dirty="0" err="1">
                <a:solidFill>
                  <a:srgbClr val="DCDCAA"/>
                </a:solidFill>
                <a:effectLst/>
                <a:latin typeface="Consolas" panose="020B0609020204030204" pitchFamily="49" charset="0"/>
              </a:rPr>
              <a:t>randomInt</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10</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500</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donatedAt</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new</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Date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donations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insertMany</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donations</a:t>
            </a:r>
            <a:r>
              <a:rPr lang="en-US"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86544921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85F97-6087-0485-EE07-3B11B3DEF8B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0B2FA07-23A0-E3D3-B717-F6FBE12CFB4A}"/>
              </a:ext>
            </a:extLst>
          </p:cNvPr>
          <p:cNvSpPr txBox="1"/>
          <p:nvPr/>
        </p:nvSpPr>
        <p:spPr>
          <a:xfrm>
            <a:off x="225188" y="204294"/>
            <a:ext cx="1153236" cy="369332"/>
          </a:xfrm>
          <a:prstGeom prst="rect">
            <a:avLst/>
          </a:prstGeom>
          <a:noFill/>
        </p:spPr>
        <p:txBody>
          <a:bodyPr wrap="square">
            <a:spAutoFit/>
          </a:bodyPr>
          <a:lstStyle/>
          <a:p>
            <a:r>
              <a:rPr lang="en-US" dirty="0">
                <a:solidFill>
                  <a:srgbClr val="FFFF00"/>
                </a:solidFill>
              </a:rPr>
              <a:t>Script.js</a:t>
            </a:r>
            <a:endParaRPr lang="en-US" dirty="0"/>
          </a:p>
        </p:txBody>
      </p:sp>
      <p:sp>
        <p:nvSpPr>
          <p:cNvPr id="3" name="TextBox 2">
            <a:extLst>
              <a:ext uri="{FF2B5EF4-FFF2-40B4-BE49-F238E27FC236}">
                <a16:creationId xmlns:a16="http://schemas.microsoft.com/office/drawing/2014/main" id="{37348E44-52AE-D7FF-8C5C-1DD9CB1DBCCA}"/>
              </a:ext>
            </a:extLst>
          </p:cNvPr>
          <p:cNvSpPr txBox="1"/>
          <p:nvPr/>
        </p:nvSpPr>
        <p:spPr>
          <a:xfrm>
            <a:off x="225188" y="573626"/>
            <a:ext cx="4954136" cy="6031523"/>
          </a:xfrm>
          <a:prstGeom prst="rect">
            <a:avLst/>
          </a:prstGeom>
          <a:noFill/>
        </p:spPr>
        <p:txBody>
          <a:bodyPr wrap="square">
            <a:spAutoFit/>
          </a:bodyPr>
          <a:lstStyle/>
          <a:p>
            <a:pPr>
              <a:lnSpc>
                <a:spcPts val="1425"/>
              </a:lnSpc>
              <a:buNone/>
            </a:pPr>
            <a:r>
              <a:rPr lang="en-US" b="0" dirty="0">
                <a:solidFill>
                  <a:srgbClr val="6A9955"/>
                </a:solidFill>
                <a:effectLst/>
                <a:latin typeface="Consolas" panose="020B0609020204030204" pitchFamily="49" charset="0"/>
              </a:rPr>
              <a:t>// =============================</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ORDERS COLLECTION</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a:t>
            </a:r>
            <a:endParaRPr lang="en-US" b="0" dirty="0">
              <a:solidFill>
                <a:srgbClr val="D4D4D4"/>
              </a:solidFill>
              <a:effectLst/>
              <a:latin typeface="Consolas" panose="020B0609020204030204" pitchFamily="49" charset="0"/>
            </a:endParaRPr>
          </a:p>
          <a:p>
            <a:pPr>
              <a:lnSpc>
                <a:spcPts val="1425"/>
              </a:lnSpc>
              <a:buNone/>
            </a:pPr>
            <a:r>
              <a:rPr lang="en-US" b="0" dirty="0">
                <a:solidFill>
                  <a:srgbClr val="569CD6"/>
                </a:solidFill>
                <a:effectLst/>
                <a:latin typeface="Consolas" panose="020B0609020204030204" pitchFamily="49" charset="0"/>
              </a:rPr>
              <a:t>let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orders</a:t>
            </a:r>
            <a:r>
              <a:rPr lang="en-US" b="0" dirty="0">
                <a:solidFill>
                  <a:srgbClr val="D4D4D4"/>
                </a:solidFill>
                <a:effectLst/>
                <a:latin typeface="Consolas" panose="020B0609020204030204" pitchFamily="49" charset="0"/>
              </a:rPr>
              <a:t> = []</a:t>
            </a:r>
          </a:p>
          <a:p>
            <a:pPr>
              <a:lnSpc>
                <a:spcPts val="1425"/>
              </a:lnSpc>
              <a:buNone/>
            </a:pPr>
            <a:r>
              <a:rPr lang="en-US" b="0" dirty="0">
                <a:solidFill>
                  <a:srgbClr val="569CD6"/>
                </a:solidFill>
                <a:effectLst/>
                <a:latin typeface="Consolas" panose="020B0609020204030204" pitchFamily="49" charset="0"/>
              </a:rPr>
              <a:t>let</a:t>
            </a: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productDocs</a:t>
            </a:r>
            <a:r>
              <a:rPr lang="en-US" b="0" dirty="0">
                <a:solidFill>
                  <a:srgbClr val="D4D4D4"/>
                </a:solidFill>
                <a:effectLst/>
                <a:latin typeface="Consolas" panose="020B0609020204030204" pitchFamily="49" charset="0"/>
              </a:rPr>
              <a:t> = </a:t>
            </a: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products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find</a:t>
            </a:r>
            <a:r>
              <a:rPr lang="en-US" b="0" dirty="0">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toArray</a:t>
            </a:r>
            <a:r>
              <a:rPr lang="en-US" b="0" dirty="0">
                <a:solidFill>
                  <a:srgbClr val="D4D4D4"/>
                </a:solidFill>
                <a:effectLst/>
                <a:latin typeface="Consolas" panose="020B0609020204030204" pitchFamily="49" charset="0"/>
              </a:rPr>
              <a:t>()</a:t>
            </a: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C586C0"/>
                </a:solidFill>
                <a:effectLst/>
                <a:latin typeface="Consolas" panose="020B0609020204030204" pitchFamily="49" charset="0"/>
              </a:rPr>
              <a:t>for</a:t>
            </a:r>
            <a:r>
              <a:rPr lang="en-US" b="0" dirty="0">
                <a:solidFill>
                  <a:srgbClr val="D4D4D4"/>
                </a:solidFill>
                <a:effectLst/>
                <a:latin typeface="Consolas" panose="020B0609020204030204" pitchFamily="49" charset="0"/>
              </a:rPr>
              <a:t>(</a:t>
            </a:r>
            <a:r>
              <a:rPr lang="en-US" b="0" dirty="0">
                <a:solidFill>
                  <a:srgbClr val="569CD6"/>
                </a:solidFill>
                <a:effectLst/>
                <a:latin typeface="Consolas" panose="020B0609020204030204" pitchFamily="49" charset="0"/>
              </a:rPr>
              <a:t>let</a:t>
            </a: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i</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0</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i</a:t>
            </a:r>
            <a:r>
              <a:rPr lang="en-US" b="0" dirty="0">
                <a:solidFill>
                  <a:srgbClr val="D4D4D4"/>
                </a:solidFill>
                <a:effectLst/>
                <a:latin typeface="Consolas" panose="020B0609020204030204" pitchFamily="49" charset="0"/>
              </a:rPr>
              <a:t>&lt;</a:t>
            </a:r>
            <a:r>
              <a:rPr lang="en-US" b="0" dirty="0">
                <a:solidFill>
                  <a:srgbClr val="B5CEA8"/>
                </a:solidFill>
                <a:effectLst/>
                <a:latin typeface="Consolas" panose="020B0609020204030204" pitchFamily="49" charset="0"/>
              </a:rPr>
              <a:t>300</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i</a:t>
            </a:r>
            <a:r>
              <a:rPr lang="en-US" b="0" dirty="0">
                <a:solidFill>
                  <a:srgbClr val="D4D4D4"/>
                </a:solidFill>
                <a:effectLst/>
                <a:latin typeface="Consolas" panose="020B0609020204030204" pitchFamily="49" charset="0"/>
              </a:rPr>
              <a:t>++){</a:t>
            </a:r>
          </a:p>
          <a:p>
            <a:pPr>
              <a:lnSpc>
                <a:spcPts val="1425"/>
              </a:lnSpc>
              <a:buNone/>
            </a:pP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let</a:t>
            </a: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selectedProducts</a:t>
            </a:r>
            <a:r>
              <a:rPr lang="en-US" b="0" dirty="0">
                <a:solidFill>
                  <a:srgbClr val="D4D4D4"/>
                </a:solidFill>
                <a:effectLst/>
                <a:latin typeface="Consolas" panose="020B0609020204030204" pitchFamily="49" charset="0"/>
              </a:rPr>
              <a:t> = []</a:t>
            </a:r>
          </a:p>
          <a:p>
            <a:pPr>
              <a:lnSpc>
                <a:spcPts val="1425"/>
              </a:lnSpc>
              <a:buNone/>
            </a:pP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let</a:t>
            </a: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itemsCount</a:t>
            </a:r>
            <a:r>
              <a:rPr lang="en-US" b="0" dirty="0">
                <a:solidFill>
                  <a:srgbClr val="D4D4D4"/>
                </a:solidFill>
                <a:effectLst/>
                <a:latin typeface="Consolas" panose="020B0609020204030204" pitchFamily="49" charset="0"/>
              </a:rPr>
              <a:t> = </a:t>
            </a:r>
            <a:r>
              <a:rPr lang="en-US" b="0" dirty="0" err="1">
                <a:solidFill>
                  <a:srgbClr val="DCDCAA"/>
                </a:solidFill>
                <a:effectLst/>
                <a:latin typeface="Consolas" panose="020B0609020204030204" pitchFamily="49" charset="0"/>
              </a:rPr>
              <a:t>randomInt</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4</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let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total</a:t>
            </a:r>
            <a:r>
              <a:rPr lang="en-US" b="0" dirty="0">
                <a:solidFill>
                  <a:srgbClr val="D4D4D4"/>
                </a:solidFill>
                <a:effectLst/>
                <a:latin typeface="Consolas" panose="020B0609020204030204" pitchFamily="49" charset="0"/>
              </a:rPr>
              <a:t> = </a:t>
            </a:r>
            <a:r>
              <a:rPr lang="en-US" b="0" dirty="0">
                <a:solidFill>
                  <a:srgbClr val="B5CEA8"/>
                </a:solidFill>
                <a:effectLst/>
                <a:latin typeface="Consolas" panose="020B0609020204030204" pitchFamily="49" charset="0"/>
              </a:rPr>
              <a:t>0</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r>
              <a:rPr lang="en-US" b="0" dirty="0">
                <a:solidFill>
                  <a:srgbClr val="C586C0"/>
                </a:solidFill>
                <a:effectLst/>
                <a:latin typeface="Consolas" panose="020B0609020204030204" pitchFamily="49" charset="0"/>
              </a:rPr>
              <a:t>for</a:t>
            </a:r>
            <a:r>
              <a:rPr lang="en-US" b="0" dirty="0">
                <a:solidFill>
                  <a:srgbClr val="D4D4D4"/>
                </a:solidFill>
                <a:effectLst/>
                <a:latin typeface="Consolas" panose="020B0609020204030204" pitchFamily="49" charset="0"/>
              </a:rPr>
              <a:t>(</a:t>
            </a:r>
            <a:r>
              <a:rPr lang="en-US" b="0" dirty="0">
                <a:solidFill>
                  <a:srgbClr val="569CD6"/>
                </a:solidFill>
                <a:effectLst/>
                <a:latin typeface="Consolas" panose="020B0609020204030204" pitchFamily="49" charset="0"/>
              </a:rPr>
              <a:t>let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j</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0</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j</a:t>
            </a:r>
            <a:r>
              <a:rPr lang="en-US" b="0" dirty="0">
                <a:solidFill>
                  <a:srgbClr val="D4D4D4"/>
                </a:solidFill>
                <a:effectLst/>
                <a:latin typeface="Consolas" panose="020B0609020204030204" pitchFamily="49" charset="0"/>
              </a:rPr>
              <a:t>&lt;</a:t>
            </a:r>
            <a:r>
              <a:rPr lang="en-US" b="0" dirty="0" err="1">
                <a:solidFill>
                  <a:srgbClr val="9CDCFE"/>
                </a:solidFill>
                <a:effectLst/>
                <a:latin typeface="Consolas" panose="020B0609020204030204" pitchFamily="49" charset="0"/>
              </a:rPr>
              <a:t>itemsCount</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j</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let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a:t>
            </a:r>
            <a:r>
              <a:rPr lang="en-US" b="0" dirty="0">
                <a:solidFill>
                  <a:srgbClr val="D4D4D4"/>
                </a:solidFill>
                <a:effectLst/>
                <a:latin typeface="Consolas" panose="020B0609020204030204" pitchFamily="49" charset="0"/>
              </a:rPr>
              <a:t> = </a:t>
            </a:r>
            <a:r>
              <a:rPr lang="en-US" b="0" dirty="0" err="1">
                <a:solidFill>
                  <a:srgbClr val="DCDCAA"/>
                </a:solidFill>
                <a:effectLst/>
                <a:latin typeface="Consolas" panose="020B0609020204030204" pitchFamily="49" charset="0"/>
              </a:rPr>
              <a:t>randomFrom</a:t>
            </a:r>
            <a:r>
              <a:rPr lang="en-US" b="0" dirty="0">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productDocs</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let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qty</a:t>
            </a:r>
            <a:r>
              <a:rPr lang="en-US" b="0" dirty="0">
                <a:solidFill>
                  <a:srgbClr val="D4D4D4"/>
                </a:solidFill>
                <a:effectLst/>
                <a:latin typeface="Consolas" panose="020B0609020204030204" pitchFamily="49" charset="0"/>
              </a:rPr>
              <a:t> = </a:t>
            </a:r>
            <a:r>
              <a:rPr lang="en-US" b="0" dirty="0" err="1">
                <a:solidFill>
                  <a:srgbClr val="DCDCAA"/>
                </a:solidFill>
                <a:effectLst/>
                <a:latin typeface="Consolas" panose="020B0609020204030204" pitchFamily="49" charset="0"/>
              </a:rPr>
              <a:t>randomInt</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5</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total</a:t>
            </a:r>
            <a:r>
              <a:rPr lang="en-US" b="0" dirty="0">
                <a:solidFill>
                  <a:srgbClr val="D4D4D4"/>
                </a:solidFill>
                <a:effectLst/>
                <a:latin typeface="Consolas" panose="020B0609020204030204" pitchFamily="49" charset="0"/>
              </a:rPr>
              <a:t> += </a:t>
            </a:r>
            <a:r>
              <a:rPr lang="en-US" b="0" dirty="0" err="1">
                <a:solidFill>
                  <a:srgbClr val="9CDCFE"/>
                </a:solidFill>
                <a:effectLst/>
                <a:latin typeface="Consolas" panose="020B0609020204030204" pitchFamily="49" charset="0"/>
              </a:rPr>
              <a:t>p</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price</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qty</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selectedProducts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push</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productId</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p</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_id</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quantity:</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qty</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price:</a:t>
            </a: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p</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price</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p:txBody>
      </p:sp>
      <p:sp>
        <p:nvSpPr>
          <p:cNvPr id="6" name="TextBox 5">
            <a:extLst>
              <a:ext uri="{FF2B5EF4-FFF2-40B4-BE49-F238E27FC236}">
                <a16:creationId xmlns:a16="http://schemas.microsoft.com/office/drawing/2014/main" id="{7467F12E-E3B3-2AB2-8154-0C9584C7AEE9}"/>
              </a:ext>
            </a:extLst>
          </p:cNvPr>
          <p:cNvSpPr txBox="1"/>
          <p:nvPr/>
        </p:nvSpPr>
        <p:spPr>
          <a:xfrm>
            <a:off x="4953000" y="1320678"/>
            <a:ext cx="4954136" cy="3158942"/>
          </a:xfrm>
          <a:prstGeom prst="rect">
            <a:avLst/>
          </a:prstGeom>
          <a:noFill/>
        </p:spPr>
        <p:txBody>
          <a:bodyPr wrap="square">
            <a:spAutoFit/>
          </a:bodyPr>
          <a:lstStyle/>
          <a:p>
            <a:pPr>
              <a:lnSpc>
                <a:spcPts val="1425"/>
              </a:lnSpc>
              <a:buNone/>
            </a:pPr>
            <a:r>
              <a:rPr lang="en-US" b="0" dirty="0" err="1">
                <a:solidFill>
                  <a:srgbClr val="9CDCFE"/>
                </a:solidFill>
                <a:effectLst/>
                <a:latin typeface="Consolas" panose="020B0609020204030204" pitchFamily="49" charset="0"/>
              </a:rPr>
              <a:t>orders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push</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customerId</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err="1">
                <a:solidFill>
                  <a:srgbClr val="DCDCAA"/>
                </a:solidFill>
                <a:effectLst/>
                <a:latin typeface="Consolas" panose="020B0609020204030204" pitchFamily="49" charset="0"/>
              </a:rPr>
              <a:t>randomFrom</a:t>
            </a:r>
            <a:r>
              <a:rPr lang="en-US" b="0" dirty="0">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customerIds</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status:</a:t>
            </a:r>
            <a:r>
              <a:rPr lang="en-US" b="0" dirty="0">
                <a:solidFill>
                  <a:srgbClr val="D4D4D4"/>
                </a:solidFill>
                <a:effectLst/>
                <a:latin typeface="Consolas" panose="020B0609020204030204" pitchFamily="49" charset="0"/>
              </a:rPr>
              <a:t> </a:t>
            </a:r>
            <a:r>
              <a:rPr lang="en-US" b="0" dirty="0" err="1">
                <a:solidFill>
                  <a:srgbClr val="DCDCAA"/>
                </a:solidFill>
                <a:effectLst/>
                <a:latin typeface="Consolas" panose="020B0609020204030204" pitchFamily="49" charset="0"/>
              </a:rPr>
              <a:t>randomFrom</a:t>
            </a:r>
            <a:r>
              <a:rPr lang="en-US" b="0" dirty="0">
                <a:solidFill>
                  <a:srgbClr val="D4D4D4"/>
                </a:solidFill>
                <a:effectLst/>
                <a:latin typeface="Consolas" panose="020B0609020204030204" pitchFamily="49" charset="0"/>
              </a:rPr>
              <a:t>(</a:t>
            </a:r>
            <a:r>
              <a:rPr lang="en-US" b="0" dirty="0" err="1">
                <a:solidFill>
                  <a:srgbClr val="4FC1FF"/>
                </a:solidFill>
                <a:effectLst/>
                <a:latin typeface="Consolas" panose="020B0609020204030204" pitchFamily="49" charset="0"/>
              </a:rPr>
              <a:t>orderStatuses</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products:</a:t>
            </a: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selectedProducts</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total: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total</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orderDate</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new</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Date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2025</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DCDCAA"/>
                </a:solidFill>
                <a:effectLst/>
                <a:latin typeface="Consolas" panose="020B0609020204030204" pitchFamily="49" charset="0"/>
              </a:rPr>
              <a:t>randomInt</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0</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11</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DCDCAA"/>
                </a:solidFill>
                <a:effectLst/>
                <a:latin typeface="Consolas" panose="020B0609020204030204" pitchFamily="49" charset="0"/>
              </a:rPr>
              <a:t>randomInt</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28</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orders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insertMany</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orders</a:t>
            </a:r>
            <a:r>
              <a:rPr lang="en-US"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3271178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A889C-B635-331F-A9B2-1FDB888C7EF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789CA1B-429D-4265-BE7A-A775DEEEAA92}"/>
              </a:ext>
            </a:extLst>
          </p:cNvPr>
          <p:cNvSpPr txBox="1"/>
          <p:nvPr/>
        </p:nvSpPr>
        <p:spPr>
          <a:xfrm>
            <a:off x="225188" y="204294"/>
            <a:ext cx="1153236" cy="369332"/>
          </a:xfrm>
          <a:prstGeom prst="rect">
            <a:avLst/>
          </a:prstGeom>
          <a:noFill/>
        </p:spPr>
        <p:txBody>
          <a:bodyPr wrap="square">
            <a:spAutoFit/>
          </a:bodyPr>
          <a:lstStyle/>
          <a:p>
            <a:r>
              <a:rPr lang="en-US" dirty="0">
                <a:solidFill>
                  <a:srgbClr val="FFFF00"/>
                </a:solidFill>
              </a:rPr>
              <a:t>Script.js</a:t>
            </a:r>
            <a:endParaRPr lang="en-US" dirty="0"/>
          </a:p>
        </p:txBody>
      </p:sp>
      <p:sp>
        <p:nvSpPr>
          <p:cNvPr id="3" name="TextBox 2">
            <a:extLst>
              <a:ext uri="{FF2B5EF4-FFF2-40B4-BE49-F238E27FC236}">
                <a16:creationId xmlns:a16="http://schemas.microsoft.com/office/drawing/2014/main" id="{6E98F2DE-F87C-8549-0676-4366D391A2C9}"/>
              </a:ext>
            </a:extLst>
          </p:cNvPr>
          <p:cNvSpPr txBox="1"/>
          <p:nvPr/>
        </p:nvSpPr>
        <p:spPr>
          <a:xfrm>
            <a:off x="225188" y="1041958"/>
            <a:ext cx="4954136" cy="2979405"/>
          </a:xfrm>
          <a:prstGeom prst="rect">
            <a:avLst/>
          </a:prstGeom>
          <a:noFill/>
        </p:spPr>
        <p:txBody>
          <a:bodyPr wrap="square">
            <a:spAutoFit/>
          </a:bodyPr>
          <a:lstStyle/>
          <a:p>
            <a:pPr>
              <a:lnSpc>
                <a:spcPts val="1425"/>
              </a:lnSpc>
              <a:buNone/>
            </a:pPr>
            <a:r>
              <a:rPr lang="en-US" b="0" dirty="0">
                <a:solidFill>
                  <a:srgbClr val="6A9955"/>
                </a:solidFill>
                <a:effectLst/>
                <a:latin typeface="Consolas" panose="020B0609020204030204" pitchFamily="49" charset="0"/>
              </a:rPr>
              <a:t>// =============================</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INDEXES (IMPORTANT)</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Text Search</a:t>
            </a: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products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createIndex</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name:</a:t>
            </a:r>
            <a:r>
              <a:rPr lang="en-US" b="0" dirty="0" err="1">
                <a:solidFill>
                  <a:srgbClr val="CE9178"/>
                </a:solidFill>
                <a:effectLst/>
                <a:latin typeface="Consolas" panose="020B0609020204030204" pitchFamily="49" charset="0"/>
              </a:rPr>
              <a:t>"text</a:t>
            </a:r>
            <a:r>
              <a:rPr lang="en-US" b="0" dirty="0">
                <a:solidFill>
                  <a:srgbClr val="CE9178"/>
                </a:solidFill>
                <a:effectLst/>
                <a:latin typeface="Consolas" panose="020B0609020204030204" pitchFamily="49" charset="0"/>
              </a:rPr>
              <a:t>"</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description:</a:t>
            </a:r>
            <a:r>
              <a:rPr lang="en-US" b="0" dirty="0" err="1">
                <a:solidFill>
                  <a:srgbClr val="CE9178"/>
                </a:solidFill>
                <a:effectLst/>
                <a:latin typeface="Consolas" panose="020B0609020204030204" pitchFamily="49" charset="0"/>
              </a:rPr>
              <a:t>"text</a:t>
            </a:r>
            <a:r>
              <a:rPr lang="en-US" b="0" dirty="0">
                <a:solidFill>
                  <a:srgbClr val="CE9178"/>
                </a:solidFill>
                <a:effectLst/>
                <a:latin typeface="Consolas" panose="020B0609020204030204" pitchFamily="49" charset="0"/>
              </a:rPr>
              <a:t>"</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Geo Index</a:t>
            </a: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products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createIndex</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"location.coordinates"</a:t>
            </a:r>
            <a:r>
              <a:rPr lang="en-US" b="0" dirty="0">
                <a:solidFill>
                  <a:srgbClr val="9CDCFE"/>
                </a:solidFill>
                <a:effectLst/>
                <a:latin typeface="Consolas" panose="020B0609020204030204" pitchFamily="49" charset="0"/>
              </a:rPr>
              <a:t>:</a:t>
            </a:r>
            <a:r>
              <a:rPr lang="en-US" b="0" dirty="0">
                <a:solidFill>
                  <a:srgbClr val="CE9178"/>
                </a:solidFill>
                <a:effectLst/>
                <a:latin typeface="Consolas" panose="020B0609020204030204" pitchFamily="49" charset="0"/>
              </a:rPr>
              <a:t>"2dsphere"</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a:t>
            </a:r>
          </a:p>
        </p:txBody>
      </p:sp>
      <p:sp>
        <p:nvSpPr>
          <p:cNvPr id="6" name="TextBox 5">
            <a:extLst>
              <a:ext uri="{FF2B5EF4-FFF2-40B4-BE49-F238E27FC236}">
                <a16:creationId xmlns:a16="http://schemas.microsoft.com/office/drawing/2014/main" id="{DAE33643-7A29-A69A-E2F6-86501BF2C6E1}"/>
              </a:ext>
            </a:extLst>
          </p:cNvPr>
          <p:cNvSpPr txBox="1"/>
          <p:nvPr/>
        </p:nvSpPr>
        <p:spPr>
          <a:xfrm>
            <a:off x="4951864" y="1375851"/>
            <a:ext cx="4954136" cy="1902187"/>
          </a:xfrm>
          <a:prstGeom prst="rect">
            <a:avLst/>
          </a:prstGeom>
          <a:noFill/>
        </p:spPr>
        <p:txBody>
          <a:bodyPr wrap="square">
            <a:spAutoFit/>
          </a:bodyPr>
          <a:lstStyle/>
          <a:p>
            <a:pPr>
              <a:lnSpc>
                <a:spcPts val="1425"/>
              </a:lnSpc>
              <a:buNone/>
            </a:pPr>
            <a:r>
              <a:rPr lang="en-US" b="0" dirty="0">
                <a:solidFill>
                  <a:srgbClr val="6A9955"/>
                </a:solidFill>
                <a:effectLst/>
                <a:latin typeface="Consolas" panose="020B0609020204030204" pitchFamily="49" charset="0"/>
              </a:rPr>
              <a:t>// =============================</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DONE MESSAGE</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CDCAA"/>
                </a:solidFill>
                <a:effectLst/>
                <a:latin typeface="Consolas" panose="020B0609020204030204" pitchFamily="49" charset="0"/>
              </a:rPr>
              <a:t>print</a:t>
            </a:r>
            <a:r>
              <a:rPr lang="en-US" b="0" dirty="0">
                <a:solidFill>
                  <a:srgbClr val="D4D4D4"/>
                </a:solidFill>
                <a:effectLst/>
                <a:latin typeface="Consolas" panose="020B0609020204030204" pitchFamily="49" charset="0"/>
              </a:rPr>
              <a:t>(</a:t>
            </a:r>
            <a:r>
              <a:rPr lang="en-US" b="0" dirty="0">
                <a:solidFill>
                  <a:srgbClr val="CE9178"/>
                </a:solidFill>
                <a:effectLst/>
                <a:latin typeface="Consolas" panose="020B0609020204030204" pitchFamily="49" charset="0"/>
              </a:rPr>
              <a:t>"✅ Ecommerce Sample Database Ready!"</a:t>
            </a:r>
            <a:r>
              <a:rPr lang="en-US" b="0" dirty="0">
                <a:solidFill>
                  <a:srgbClr val="D4D4D4"/>
                </a:solidFill>
                <a:effectLst/>
                <a:latin typeface="Consolas" panose="020B0609020204030204" pitchFamily="49" charset="0"/>
              </a:rPr>
              <a:t>)</a:t>
            </a:r>
          </a:p>
          <a:p>
            <a:pPr>
              <a:lnSpc>
                <a:spcPts val="1425"/>
              </a:lnSpc>
              <a:buNone/>
            </a:pPr>
            <a:r>
              <a:rPr lang="en-US" b="0" dirty="0">
                <a:solidFill>
                  <a:srgbClr val="DCDCAA"/>
                </a:solidFill>
                <a:effectLst/>
                <a:latin typeface="Consolas" panose="020B0609020204030204" pitchFamily="49" charset="0"/>
              </a:rPr>
              <a:t>print</a:t>
            </a:r>
            <a:r>
              <a:rPr lang="en-US" b="0" dirty="0">
                <a:solidFill>
                  <a:srgbClr val="D4D4D4"/>
                </a:solidFill>
                <a:effectLst/>
                <a:latin typeface="Consolas" panose="020B0609020204030204" pitchFamily="49" charset="0"/>
              </a:rPr>
              <a:t>(</a:t>
            </a:r>
            <a:r>
              <a:rPr lang="en-US" b="0" dirty="0">
                <a:solidFill>
                  <a:srgbClr val="CE9178"/>
                </a:solidFill>
                <a:effectLst/>
                <a:latin typeface="Consolas" panose="020B0609020204030204" pitchFamily="49" charset="0"/>
              </a:rPr>
              <a:t>"Collections Created:"</a:t>
            </a:r>
            <a:r>
              <a:rPr lang="en-US" b="0" dirty="0">
                <a:solidFill>
                  <a:srgbClr val="D4D4D4"/>
                </a:solidFill>
                <a:effectLst/>
                <a:latin typeface="Consolas" panose="020B0609020204030204" pitchFamily="49" charset="0"/>
              </a:rPr>
              <a:t>)</a:t>
            </a:r>
          </a:p>
          <a:p>
            <a:pPr>
              <a:lnSpc>
                <a:spcPts val="1425"/>
              </a:lnSpc>
              <a:buNone/>
            </a:pPr>
            <a:r>
              <a:rPr lang="en-US" b="0" dirty="0">
                <a:solidFill>
                  <a:srgbClr val="DCDCAA"/>
                </a:solidFill>
                <a:effectLst/>
                <a:latin typeface="Consolas" panose="020B0609020204030204" pitchFamily="49" charset="0"/>
              </a:rPr>
              <a:t>print</a:t>
            </a:r>
            <a:r>
              <a:rPr lang="en-US" b="0" dirty="0">
                <a:solidFill>
                  <a:srgbClr val="D4D4D4"/>
                </a:solidFill>
                <a:effectLst/>
                <a:latin typeface="Consolas" panose="020B0609020204030204" pitchFamily="49" charset="0"/>
              </a:rPr>
              <a:t>(</a:t>
            </a:r>
            <a:r>
              <a:rPr lang="en-US" b="0" dirty="0">
                <a:solidFill>
                  <a:srgbClr val="CE9178"/>
                </a:solidFill>
                <a:effectLst/>
                <a:latin typeface="Consolas" panose="020B0609020204030204" pitchFamily="49" charset="0"/>
              </a:rPr>
              <a:t>"- products"</a:t>
            </a:r>
            <a:r>
              <a:rPr lang="en-US" b="0" dirty="0">
                <a:solidFill>
                  <a:srgbClr val="D4D4D4"/>
                </a:solidFill>
                <a:effectLst/>
                <a:latin typeface="Consolas" panose="020B0609020204030204" pitchFamily="49" charset="0"/>
              </a:rPr>
              <a:t>)</a:t>
            </a:r>
          </a:p>
          <a:p>
            <a:pPr>
              <a:lnSpc>
                <a:spcPts val="1425"/>
              </a:lnSpc>
              <a:buNone/>
            </a:pPr>
            <a:r>
              <a:rPr lang="en-US" b="0" dirty="0">
                <a:solidFill>
                  <a:srgbClr val="DCDCAA"/>
                </a:solidFill>
                <a:effectLst/>
                <a:latin typeface="Consolas" panose="020B0609020204030204" pitchFamily="49" charset="0"/>
              </a:rPr>
              <a:t>print</a:t>
            </a:r>
            <a:r>
              <a:rPr lang="en-US" b="0" dirty="0">
                <a:solidFill>
                  <a:srgbClr val="D4D4D4"/>
                </a:solidFill>
                <a:effectLst/>
                <a:latin typeface="Consolas" panose="020B0609020204030204" pitchFamily="49" charset="0"/>
              </a:rPr>
              <a:t>(</a:t>
            </a:r>
            <a:r>
              <a:rPr lang="en-US" b="0" dirty="0">
                <a:solidFill>
                  <a:srgbClr val="CE9178"/>
                </a:solidFill>
                <a:effectLst/>
                <a:latin typeface="Consolas" panose="020B0609020204030204" pitchFamily="49" charset="0"/>
              </a:rPr>
              <a:t>"- customers"</a:t>
            </a:r>
            <a:r>
              <a:rPr lang="en-US" b="0" dirty="0">
                <a:solidFill>
                  <a:srgbClr val="D4D4D4"/>
                </a:solidFill>
                <a:effectLst/>
                <a:latin typeface="Consolas" panose="020B0609020204030204" pitchFamily="49" charset="0"/>
              </a:rPr>
              <a:t>)</a:t>
            </a:r>
          </a:p>
          <a:p>
            <a:pPr>
              <a:lnSpc>
                <a:spcPts val="1425"/>
              </a:lnSpc>
              <a:buNone/>
            </a:pPr>
            <a:r>
              <a:rPr lang="en-US" b="0" dirty="0">
                <a:solidFill>
                  <a:srgbClr val="DCDCAA"/>
                </a:solidFill>
                <a:effectLst/>
                <a:latin typeface="Consolas" panose="020B0609020204030204" pitchFamily="49" charset="0"/>
              </a:rPr>
              <a:t>print</a:t>
            </a:r>
            <a:r>
              <a:rPr lang="en-US" b="0" dirty="0">
                <a:solidFill>
                  <a:srgbClr val="D4D4D4"/>
                </a:solidFill>
                <a:effectLst/>
                <a:latin typeface="Consolas" panose="020B0609020204030204" pitchFamily="49" charset="0"/>
              </a:rPr>
              <a:t>(</a:t>
            </a:r>
            <a:r>
              <a:rPr lang="en-US" b="0" dirty="0">
                <a:solidFill>
                  <a:srgbClr val="CE9178"/>
                </a:solidFill>
                <a:effectLst/>
                <a:latin typeface="Consolas" panose="020B0609020204030204" pitchFamily="49" charset="0"/>
              </a:rPr>
              <a:t>"- orders"</a:t>
            </a:r>
            <a:r>
              <a:rPr lang="en-US" b="0" dirty="0">
                <a:solidFill>
                  <a:srgbClr val="D4D4D4"/>
                </a:solidFill>
                <a:effectLst/>
                <a:latin typeface="Consolas" panose="020B0609020204030204" pitchFamily="49" charset="0"/>
              </a:rPr>
              <a:t>)</a:t>
            </a:r>
          </a:p>
          <a:p>
            <a:pPr>
              <a:lnSpc>
                <a:spcPts val="1425"/>
              </a:lnSpc>
              <a:buNone/>
            </a:pPr>
            <a:r>
              <a:rPr lang="en-US" b="0" dirty="0">
                <a:solidFill>
                  <a:srgbClr val="DCDCAA"/>
                </a:solidFill>
                <a:effectLst/>
                <a:latin typeface="Consolas" panose="020B0609020204030204" pitchFamily="49" charset="0"/>
              </a:rPr>
              <a:t>print</a:t>
            </a:r>
            <a:r>
              <a:rPr lang="en-US" b="0" dirty="0">
                <a:solidFill>
                  <a:srgbClr val="D4D4D4"/>
                </a:solidFill>
                <a:effectLst/>
                <a:latin typeface="Consolas" panose="020B0609020204030204" pitchFamily="49" charset="0"/>
              </a:rPr>
              <a:t>(</a:t>
            </a:r>
            <a:r>
              <a:rPr lang="en-US" b="0" dirty="0">
                <a:solidFill>
                  <a:srgbClr val="CE9178"/>
                </a:solidFill>
                <a:effectLst/>
                <a:latin typeface="Consolas" panose="020B0609020204030204" pitchFamily="49" charset="0"/>
              </a:rPr>
              <a:t>"- donations"</a:t>
            </a:r>
            <a:r>
              <a:rPr lang="en-US"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188625920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7B41F-6114-4AA2-952A-6083A34CF3D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5C655F7-9670-1058-6582-A5CE37C5D931}"/>
              </a:ext>
            </a:extLst>
          </p:cNvPr>
          <p:cNvSpPr txBox="1"/>
          <p:nvPr/>
        </p:nvSpPr>
        <p:spPr>
          <a:xfrm>
            <a:off x="822960" y="770709"/>
            <a:ext cx="1081258" cy="369332"/>
          </a:xfrm>
          <a:prstGeom prst="rect">
            <a:avLst/>
          </a:prstGeom>
          <a:noFill/>
        </p:spPr>
        <p:txBody>
          <a:bodyPr wrap="none" rtlCol="0">
            <a:spAutoFit/>
          </a:bodyPr>
          <a:lstStyle/>
          <a:p>
            <a:pPr algn="l">
              <a:spcBef>
                <a:spcPts val="1200"/>
              </a:spcBef>
              <a:spcAft>
                <a:spcPts val="1200"/>
              </a:spcAft>
              <a:buNone/>
            </a:pPr>
            <a:r>
              <a:rPr lang="en-US" b="1" i="0" dirty="0">
                <a:solidFill>
                  <a:srgbClr val="FFFF00"/>
                </a:solidFill>
                <a:effectLst/>
                <a:latin typeface="quote-cjk-patch"/>
              </a:rPr>
              <a:t>Indexes : </a:t>
            </a:r>
          </a:p>
        </p:txBody>
      </p:sp>
    </p:spTree>
    <p:extLst>
      <p:ext uri="{BB962C8B-B14F-4D97-AF65-F5344CB8AC3E}">
        <p14:creationId xmlns:p14="http://schemas.microsoft.com/office/powerpoint/2010/main" val="255503317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5E068-DA3F-7C9A-61FF-2FCD6CDF202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E3934EA-9E8D-E49B-0B0D-F25F151E5B74}"/>
              </a:ext>
            </a:extLst>
          </p:cNvPr>
          <p:cNvSpPr txBox="1"/>
          <p:nvPr/>
        </p:nvSpPr>
        <p:spPr>
          <a:xfrm>
            <a:off x="163286" y="172468"/>
            <a:ext cx="6969034" cy="2620333"/>
          </a:xfrm>
          <a:prstGeom prst="rect">
            <a:avLst/>
          </a:prstGeom>
          <a:noFill/>
        </p:spPr>
        <p:txBody>
          <a:bodyPr wrap="square">
            <a:spAutoFit/>
          </a:bodyPr>
          <a:lstStyle/>
          <a:p>
            <a:pPr>
              <a:lnSpc>
                <a:spcPts val="1425"/>
              </a:lnSpc>
              <a:buNone/>
            </a:pPr>
            <a:r>
              <a:rPr lang="en-US" b="0" dirty="0">
                <a:solidFill>
                  <a:srgbClr val="9CDCFE"/>
                </a:solidFill>
                <a:effectLst/>
                <a:latin typeface="Consolas" panose="020B0609020204030204" pitchFamily="49" charset="0"/>
              </a:rPr>
              <a:t>Single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Field</a:t>
            </a:r>
            <a:r>
              <a:rPr lang="en-US" b="0" dirty="0">
                <a:solidFill>
                  <a:srgbClr val="D4D4D4"/>
                </a:solidFill>
                <a:effectLst/>
                <a:latin typeface="Consolas" panose="020B0609020204030204" pitchFamily="49" charset="0"/>
              </a:rPr>
              <a:t> </a:t>
            </a:r>
            <a:r>
              <a:rPr lang="en-US" b="0" dirty="0">
                <a:solidFill>
                  <a:srgbClr val="DCDCAA"/>
                </a:solidFill>
                <a:effectLst/>
                <a:latin typeface="Consolas" panose="020B0609020204030204" pitchFamily="49" charset="0"/>
              </a:rPr>
              <a:t>Index</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Ascending</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Descending</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Ascending index</a:t>
            </a:r>
            <a:br>
              <a:rPr lang="en-US" b="0" dirty="0">
                <a:solidFill>
                  <a:srgbClr val="6A9955"/>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products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createIndex</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price:</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Descending index</a:t>
            </a:r>
            <a:br>
              <a:rPr lang="en-US" b="0" dirty="0">
                <a:solidFill>
                  <a:srgbClr val="6A9955"/>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products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createIndex</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price:</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Use</a:t>
            </a:r>
            <a:r>
              <a:rPr lang="en-US" b="0" dirty="0">
                <a:solidFill>
                  <a:srgbClr val="D4D4D4"/>
                </a:solidFill>
                <a:effectLst/>
                <a:latin typeface="Consolas" panose="020B0609020204030204" pitchFamily="49" charset="0"/>
              </a:rPr>
              <a:t> </a:t>
            </a:r>
            <a:r>
              <a:rPr lang="en-US" b="0" dirty="0">
                <a:solidFill>
                  <a:srgbClr val="C586C0"/>
                </a:solidFill>
                <a:effectLst/>
                <a:latin typeface="Consolas" panose="020B0609020204030204" pitchFamily="49" charset="0"/>
              </a:rPr>
              <a:t>case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Fast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filtering</a:t>
            </a:r>
            <a:r>
              <a:rPr lang="en-US" b="0" dirty="0">
                <a:solidFill>
                  <a:srgbClr val="D4D4D4"/>
                </a:solidFill>
                <a:effectLst/>
                <a:latin typeface="Consolas" panose="020B0609020204030204" pitchFamily="49" charset="0"/>
              </a:rPr>
              <a:t> &amp; </a:t>
            </a:r>
            <a:r>
              <a:rPr lang="en-US" b="0" dirty="0">
                <a:solidFill>
                  <a:srgbClr val="9CDCFE"/>
                </a:solidFill>
                <a:effectLst/>
                <a:latin typeface="Consolas" panose="020B0609020204030204" pitchFamily="49" charset="0"/>
              </a:rPr>
              <a:t>sorting</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one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column</a:t>
            </a:r>
            <a:endParaRPr lang="en-US" b="0" dirty="0">
              <a:solidFill>
                <a:srgbClr val="D4D4D4"/>
              </a:solidFill>
              <a:effectLst/>
              <a:latin typeface="Consolas" panose="020B0609020204030204" pitchFamily="49" charset="0"/>
            </a:endParaRPr>
          </a:p>
        </p:txBody>
      </p:sp>
      <p:sp>
        <p:nvSpPr>
          <p:cNvPr id="7" name="TextBox 6">
            <a:extLst>
              <a:ext uri="{FF2B5EF4-FFF2-40B4-BE49-F238E27FC236}">
                <a16:creationId xmlns:a16="http://schemas.microsoft.com/office/drawing/2014/main" id="{3274B8F1-46AD-86E5-16E2-6B6E98660C64}"/>
              </a:ext>
            </a:extLst>
          </p:cNvPr>
          <p:cNvSpPr txBox="1"/>
          <p:nvPr/>
        </p:nvSpPr>
        <p:spPr>
          <a:xfrm>
            <a:off x="163286" y="3173517"/>
            <a:ext cx="9285514" cy="2893100"/>
          </a:xfrm>
          <a:prstGeom prst="rect">
            <a:avLst/>
          </a:prstGeom>
          <a:noFill/>
        </p:spPr>
        <p:txBody>
          <a:bodyPr wrap="square">
            <a:spAutoFit/>
          </a:bodyPr>
          <a:lstStyle/>
          <a:p>
            <a:pPr algn="l">
              <a:spcBef>
                <a:spcPts val="1200"/>
              </a:spcBef>
              <a:spcAft>
                <a:spcPts val="1200"/>
              </a:spcAft>
              <a:buNone/>
            </a:pPr>
            <a:r>
              <a:rPr lang="en-US" b="1" i="0" dirty="0">
                <a:solidFill>
                  <a:srgbClr val="FFFF00"/>
                </a:solidFill>
                <a:effectLst/>
                <a:latin typeface="quote-cjk-patch"/>
              </a:rPr>
              <a:t>High cardinality</a:t>
            </a:r>
            <a:r>
              <a:rPr lang="en-US" b="0" i="0" dirty="0">
                <a:solidFill>
                  <a:srgbClr val="FFFF00"/>
                </a:solidFill>
                <a:effectLst/>
                <a:latin typeface="quote-cjk-patch"/>
              </a:rPr>
              <a:t> </a:t>
            </a:r>
            <a:r>
              <a:rPr lang="en-US" b="0" i="0" dirty="0">
                <a:solidFill>
                  <a:schemeClr val="accent4">
                    <a:lumMod val="20000"/>
                    <a:lumOff val="80000"/>
                  </a:schemeClr>
                </a:solidFill>
                <a:effectLst/>
                <a:latin typeface="quote-cjk-patch"/>
              </a:rPr>
              <a:t>means there are many unique values, almost like email addresses. If you indexed customer emails, almost every email would be unique—email1 points to one customer, email2 to another, and so on. It's like having a table of contents where almost every entry points to a different page. This makes searching very precise and efficient.</a:t>
            </a:r>
          </a:p>
          <a:p>
            <a:pPr algn="l">
              <a:spcBef>
                <a:spcPts val="1200"/>
              </a:spcBef>
              <a:buNone/>
            </a:pPr>
            <a:r>
              <a:rPr lang="en-US" b="1" i="0" dirty="0">
                <a:solidFill>
                  <a:srgbClr val="FFFF00"/>
                </a:solidFill>
                <a:effectLst/>
                <a:latin typeface="quote-cjk-patch"/>
              </a:rPr>
              <a:t>Low cardinality</a:t>
            </a:r>
            <a:r>
              <a:rPr lang="en-US" b="0" i="0" dirty="0">
                <a:solidFill>
                  <a:srgbClr val="FFFF00"/>
                </a:solidFill>
                <a:effectLst/>
                <a:latin typeface="quote-cjk-patch"/>
              </a:rPr>
              <a:t> </a:t>
            </a:r>
            <a:r>
              <a:rPr lang="en-US" b="0" i="0" dirty="0">
                <a:solidFill>
                  <a:schemeClr val="accent4">
                    <a:lumMod val="20000"/>
                    <a:lumOff val="80000"/>
                  </a:schemeClr>
                </a:solidFill>
                <a:effectLst/>
                <a:latin typeface="quote-cjk-patch"/>
              </a:rPr>
              <a:t>means there are only a few unique values with many repeats, like order statuses. If you indexed order status, "delivered" might point to thousands of orders, "pending" to hundreds, and "cancelled" to dozens. It's like having a table of contents with only a few sections, each pointing to many pages. This is less precise for finding specific items but still helpful for grouping related records together.</a:t>
            </a:r>
          </a:p>
        </p:txBody>
      </p:sp>
    </p:spTree>
    <p:extLst>
      <p:ext uri="{BB962C8B-B14F-4D97-AF65-F5344CB8AC3E}">
        <p14:creationId xmlns:p14="http://schemas.microsoft.com/office/powerpoint/2010/main" val="21688457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38208D-0985-00C8-9982-1D94173FECE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E1BEF6D-DD31-F2C6-E8B6-85FA6D703998}"/>
              </a:ext>
            </a:extLst>
          </p:cNvPr>
          <p:cNvSpPr txBox="1"/>
          <p:nvPr/>
        </p:nvSpPr>
        <p:spPr>
          <a:xfrm>
            <a:off x="215538" y="234375"/>
            <a:ext cx="4950822" cy="646331"/>
          </a:xfrm>
          <a:prstGeom prst="rect">
            <a:avLst/>
          </a:prstGeom>
          <a:noFill/>
        </p:spPr>
        <p:txBody>
          <a:bodyPr wrap="square">
            <a:spAutoFit/>
          </a:bodyPr>
          <a:lstStyle/>
          <a:p>
            <a:pPr algn="l">
              <a:spcBef>
                <a:spcPts val="1200"/>
              </a:spcBef>
              <a:spcAft>
                <a:spcPts val="1200"/>
              </a:spcAft>
              <a:buNone/>
            </a:pPr>
            <a:r>
              <a:rPr lang="en-US" dirty="0">
                <a:solidFill>
                  <a:schemeClr val="accent4">
                    <a:lumMod val="20000"/>
                    <a:lumOff val="80000"/>
                  </a:schemeClr>
                </a:solidFill>
                <a:latin typeface="quote-cjk-patch"/>
              </a:rPr>
              <a:t>Binary Tree is the Data Structure that is used in Creating Indexes</a:t>
            </a:r>
            <a:endParaRPr lang="en-US" i="0" dirty="0">
              <a:solidFill>
                <a:schemeClr val="accent4">
                  <a:lumMod val="20000"/>
                  <a:lumOff val="80000"/>
                </a:schemeClr>
              </a:solidFill>
              <a:effectLst/>
              <a:latin typeface="quote-cjk-patch"/>
            </a:endParaRPr>
          </a:p>
        </p:txBody>
      </p:sp>
      <p:sp>
        <p:nvSpPr>
          <p:cNvPr id="5" name="TextBox 4">
            <a:extLst>
              <a:ext uri="{FF2B5EF4-FFF2-40B4-BE49-F238E27FC236}">
                <a16:creationId xmlns:a16="http://schemas.microsoft.com/office/drawing/2014/main" id="{3837BB20-F4E2-4EA1-CD38-03BAABE45282}"/>
              </a:ext>
            </a:extLst>
          </p:cNvPr>
          <p:cNvSpPr txBox="1"/>
          <p:nvPr/>
        </p:nvSpPr>
        <p:spPr>
          <a:xfrm>
            <a:off x="312254" y="880706"/>
            <a:ext cx="8295416" cy="4524315"/>
          </a:xfrm>
          <a:prstGeom prst="rect">
            <a:avLst/>
          </a:prstGeom>
          <a:noFill/>
        </p:spPr>
        <p:txBody>
          <a:bodyPr wrap="square">
            <a:spAutoFit/>
          </a:bodyPr>
          <a:lstStyle/>
          <a:p>
            <a:pPr algn="l">
              <a:buNone/>
            </a:pPr>
            <a:r>
              <a:rPr lang="en-US" sz="1200" b="0" i="0" dirty="0">
                <a:solidFill>
                  <a:schemeClr val="bg1"/>
                </a:solidFill>
                <a:effectLst/>
                <a:latin typeface="quote-cjk-patch"/>
              </a:rPr>
              <a:t>cardinality is often measured or described in a few specific ways:</a:t>
            </a:r>
          </a:p>
          <a:p>
            <a:pPr algn="l">
              <a:buNone/>
            </a:pPr>
            <a:endParaRPr lang="en-US" sz="1200" b="0" i="0" dirty="0">
              <a:solidFill>
                <a:schemeClr val="bg1"/>
              </a:solidFill>
              <a:effectLst/>
              <a:latin typeface="quote-cjk-patch"/>
            </a:endParaRPr>
          </a:p>
          <a:p>
            <a:pPr algn="l">
              <a:buNone/>
            </a:pPr>
            <a:r>
              <a:rPr lang="en-US" sz="1200" b="1" dirty="0">
                <a:solidFill>
                  <a:schemeClr val="bg1"/>
                </a:solidFill>
                <a:effectLst/>
                <a:latin typeface="quote-cjk-patch"/>
              </a:rPr>
              <a:t>1. Cardinality Ratio</a:t>
            </a:r>
          </a:p>
          <a:p>
            <a:pPr algn="l">
              <a:buNone/>
            </a:pPr>
            <a:r>
              <a:rPr lang="en-US" sz="1200" b="0" i="0" dirty="0">
                <a:solidFill>
                  <a:schemeClr val="bg1"/>
                </a:solidFill>
                <a:effectLst/>
                <a:latin typeface="quote-cjk-patch"/>
              </a:rPr>
              <a:t>The most common measurement is comparing the number of unique values to the total number of documents:</a:t>
            </a:r>
          </a:p>
          <a:p>
            <a:pPr algn="l">
              <a:buFont typeface="Arial" panose="020B0604020202020204" pitchFamily="34" charset="0"/>
              <a:buChar char="•"/>
            </a:pPr>
            <a:r>
              <a:rPr lang="en-US" sz="1200" b="1" i="0" dirty="0">
                <a:solidFill>
                  <a:schemeClr val="bg1"/>
                </a:solidFill>
                <a:effectLst/>
                <a:latin typeface="quote-cjk-patch"/>
              </a:rPr>
              <a:t>Formula:</a:t>
            </a:r>
            <a:r>
              <a:rPr lang="en-US" sz="1200" b="0" i="0" dirty="0">
                <a:solidFill>
                  <a:schemeClr val="bg1"/>
                </a:solidFill>
                <a:effectLst/>
                <a:latin typeface="quote-cjk-patch"/>
              </a:rPr>
              <a:t> </a:t>
            </a:r>
            <a:r>
              <a:rPr lang="en-US" sz="1200" b="0" i="0" dirty="0">
                <a:solidFill>
                  <a:schemeClr val="bg1"/>
                </a:solidFill>
                <a:effectLst/>
                <a:latin typeface="Menlo"/>
              </a:rPr>
              <a:t>Cardinality Ratio = Unique Values ÷ Total Documents</a:t>
            </a:r>
            <a:endParaRPr lang="en-US" sz="1200" b="0" i="0" dirty="0">
              <a:solidFill>
                <a:schemeClr val="bg1"/>
              </a:solidFill>
              <a:effectLst/>
              <a:latin typeface="quote-cjk-patch"/>
            </a:endParaRPr>
          </a:p>
          <a:p>
            <a:pPr algn="l">
              <a:buFont typeface="Arial" panose="020B0604020202020204" pitchFamily="34" charset="0"/>
              <a:buChar char="•"/>
            </a:pPr>
            <a:r>
              <a:rPr lang="en-US" sz="1200" b="1" i="0" dirty="0">
                <a:solidFill>
                  <a:schemeClr val="bg1"/>
                </a:solidFill>
                <a:effectLst/>
                <a:latin typeface="quote-cjk-patch"/>
              </a:rPr>
              <a:t>Example:</a:t>
            </a:r>
            <a:r>
              <a:rPr lang="en-US" sz="1200" b="0" i="0" dirty="0">
                <a:solidFill>
                  <a:schemeClr val="bg1"/>
                </a:solidFill>
                <a:effectLst/>
                <a:latin typeface="quote-cjk-patch"/>
              </a:rPr>
              <a:t> If you have 10,000 customers and 9,800 unique emails, the ratio is 0.98 (very high)</a:t>
            </a:r>
          </a:p>
          <a:p>
            <a:pPr algn="l">
              <a:buFont typeface="Arial" panose="020B0604020202020204" pitchFamily="34" charset="0"/>
              <a:buChar char="•"/>
            </a:pPr>
            <a:r>
              <a:rPr lang="en-US" sz="1200" b="0" i="0" dirty="0">
                <a:solidFill>
                  <a:schemeClr val="bg1"/>
                </a:solidFill>
                <a:effectLst/>
                <a:latin typeface="quote-cjk-patch"/>
              </a:rPr>
              <a:t>If you have 10,000 orders but only 3 unique statuses, the ratio is 0.0003 (very low)</a:t>
            </a:r>
          </a:p>
          <a:p>
            <a:pPr algn="l">
              <a:buFont typeface="Arial" panose="020B0604020202020204" pitchFamily="34" charset="0"/>
              <a:buChar char="•"/>
            </a:pPr>
            <a:endParaRPr lang="en-US" sz="1200" b="0" i="0" dirty="0">
              <a:solidFill>
                <a:schemeClr val="bg1"/>
              </a:solidFill>
              <a:effectLst/>
              <a:latin typeface="quote-cjk-patch"/>
            </a:endParaRPr>
          </a:p>
          <a:p>
            <a:pPr algn="l">
              <a:buNone/>
            </a:pPr>
            <a:r>
              <a:rPr lang="en-US" sz="1200" b="1" dirty="0">
                <a:solidFill>
                  <a:schemeClr val="bg1"/>
                </a:solidFill>
                <a:effectLst/>
                <a:latin typeface="quote-cjk-patch"/>
              </a:rPr>
              <a:t>2. Degree of Cardinality</a:t>
            </a:r>
          </a:p>
          <a:p>
            <a:pPr algn="l">
              <a:buNone/>
            </a:pPr>
            <a:r>
              <a:rPr lang="en-US" sz="1200" b="0" i="0" dirty="0">
                <a:solidFill>
                  <a:schemeClr val="bg1"/>
                </a:solidFill>
                <a:effectLst/>
                <a:latin typeface="quote-cjk-patch"/>
              </a:rPr>
              <a:t>Descriptive terms based on the ratio:</a:t>
            </a:r>
          </a:p>
          <a:p>
            <a:pPr algn="l">
              <a:buFont typeface="Arial" panose="020B0604020202020204" pitchFamily="34" charset="0"/>
              <a:buChar char="•"/>
            </a:pPr>
            <a:r>
              <a:rPr lang="en-US" sz="1200" b="1" i="0" dirty="0">
                <a:solidFill>
                  <a:schemeClr val="bg1"/>
                </a:solidFill>
                <a:effectLst/>
                <a:latin typeface="quote-cjk-patch"/>
              </a:rPr>
              <a:t>High cardinality:</a:t>
            </a:r>
            <a:r>
              <a:rPr lang="en-US" sz="1200" b="0" i="0" dirty="0">
                <a:solidFill>
                  <a:schemeClr val="bg1"/>
                </a:solidFill>
                <a:effectLst/>
                <a:latin typeface="quote-cjk-patch"/>
              </a:rPr>
              <a:t> Ratio close to 1 (0.8 - 1.0) - like IDs, emails, usernames</a:t>
            </a:r>
          </a:p>
          <a:p>
            <a:pPr algn="l">
              <a:buFont typeface="Arial" panose="020B0604020202020204" pitchFamily="34" charset="0"/>
              <a:buChar char="•"/>
            </a:pPr>
            <a:r>
              <a:rPr lang="en-US" sz="1200" b="1" i="0" dirty="0">
                <a:solidFill>
                  <a:schemeClr val="bg1"/>
                </a:solidFill>
                <a:effectLst/>
                <a:latin typeface="quote-cjk-patch"/>
              </a:rPr>
              <a:t>Medium cardinality:</a:t>
            </a:r>
            <a:r>
              <a:rPr lang="en-US" sz="1200" b="0" i="0" dirty="0">
                <a:solidFill>
                  <a:schemeClr val="bg1"/>
                </a:solidFill>
                <a:effectLst/>
                <a:latin typeface="quote-cjk-patch"/>
              </a:rPr>
              <a:t> Ratio in the middle (0.2 - 0.7) - like ages, product categories</a:t>
            </a:r>
          </a:p>
          <a:p>
            <a:pPr algn="l">
              <a:buFont typeface="Arial" panose="020B0604020202020204" pitchFamily="34" charset="0"/>
              <a:buChar char="•"/>
            </a:pPr>
            <a:r>
              <a:rPr lang="en-US" sz="1200" b="1" i="0" dirty="0">
                <a:solidFill>
                  <a:schemeClr val="bg1"/>
                </a:solidFill>
                <a:effectLst/>
                <a:latin typeface="quote-cjk-patch"/>
              </a:rPr>
              <a:t>Low cardinality:</a:t>
            </a:r>
            <a:r>
              <a:rPr lang="en-US" sz="1200" b="0" i="0" dirty="0">
                <a:solidFill>
                  <a:schemeClr val="bg1"/>
                </a:solidFill>
                <a:effectLst/>
                <a:latin typeface="quote-cjk-patch"/>
              </a:rPr>
              <a:t> Ratio close to 0 (0.0 - 0.1) - like gender, status, </a:t>
            </a:r>
            <a:r>
              <a:rPr lang="en-US" sz="1200" b="0" i="0" dirty="0" err="1">
                <a:solidFill>
                  <a:schemeClr val="bg1"/>
                </a:solidFill>
                <a:effectLst/>
                <a:latin typeface="quote-cjk-patch"/>
              </a:rPr>
              <a:t>boolean</a:t>
            </a:r>
            <a:r>
              <a:rPr lang="en-US" sz="1200" b="0" i="0" dirty="0">
                <a:solidFill>
                  <a:schemeClr val="bg1"/>
                </a:solidFill>
                <a:effectLst/>
                <a:latin typeface="quote-cjk-patch"/>
              </a:rPr>
              <a:t> flags</a:t>
            </a:r>
          </a:p>
          <a:p>
            <a:pPr algn="l">
              <a:buFont typeface="Arial" panose="020B0604020202020204" pitchFamily="34" charset="0"/>
              <a:buChar char="•"/>
            </a:pPr>
            <a:endParaRPr lang="en-US" sz="1200" b="0" i="0" dirty="0">
              <a:solidFill>
                <a:schemeClr val="bg1"/>
              </a:solidFill>
              <a:effectLst/>
              <a:latin typeface="quote-cjk-patch"/>
            </a:endParaRPr>
          </a:p>
          <a:p>
            <a:pPr algn="l">
              <a:buNone/>
            </a:pPr>
            <a:r>
              <a:rPr lang="en-US" sz="1200" b="1" dirty="0">
                <a:solidFill>
                  <a:schemeClr val="bg1"/>
                </a:solidFill>
                <a:effectLst/>
                <a:latin typeface="quote-cjk-patch"/>
              </a:rPr>
              <a:t>3. Actual Count</a:t>
            </a:r>
          </a:p>
          <a:p>
            <a:pPr algn="l">
              <a:buNone/>
            </a:pPr>
            <a:r>
              <a:rPr lang="en-US" sz="1200" b="0" i="0" dirty="0">
                <a:solidFill>
                  <a:schemeClr val="bg1"/>
                </a:solidFill>
                <a:effectLst/>
                <a:latin typeface="quote-cjk-patch"/>
              </a:rPr>
              <a:t>Sometimes it's just described by the actual number of unique values:</a:t>
            </a:r>
          </a:p>
          <a:p>
            <a:pPr algn="l">
              <a:buFont typeface="Arial" panose="020B0604020202020204" pitchFamily="34" charset="0"/>
              <a:buChar char="•"/>
            </a:pPr>
            <a:r>
              <a:rPr lang="en-US" sz="1200" b="0" i="0" dirty="0">
                <a:solidFill>
                  <a:schemeClr val="bg1"/>
                </a:solidFill>
                <a:effectLst/>
                <a:latin typeface="quote-cjk-patch"/>
              </a:rPr>
              <a:t>"This column has cardinality of 12" (meaning 12 unique values)</a:t>
            </a:r>
          </a:p>
          <a:p>
            <a:pPr algn="l">
              <a:buFont typeface="Arial" panose="020B0604020202020204" pitchFamily="34" charset="0"/>
              <a:buChar char="•"/>
            </a:pPr>
            <a:r>
              <a:rPr lang="en-US" sz="1200" b="0" i="0" dirty="0">
                <a:solidFill>
                  <a:schemeClr val="bg1"/>
                </a:solidFill>
                <a:effectLst/>
                <a:latin typeface="quote-cjk-patch"/>
              </a:rPr>
              <a:t>"High cardinality field with 50,000 unique values“</a:t>
            </a:r>
          </a:p>
          <a:p>
            <a:pPr algn="l">
              <a:buFont typeface="Arial" panose="020B0604020202020204" pitchFamily="34" charset="0"/>
              <a:buChar char="•"/>
            </a:pPr>
            <a:endParaRPr lang="en-US" sz="1200" b="0" i="0" dirty="0">
              <a:solidFill>
                <a:schemeClr val="bg1"/>
              </a:solidFill>
              <a:effectLst/>
              <a:latin typeface="quote-cjk-patch"/>
            </a:endParaRPr>
          </a:p>
          <a:p>
            <a:pPr algn="l">
              <a:buNone/>
            </a:pPr>
            <a:r>
              <a:rPr lang="en-US" sz="1200" b="1" dirty="0">
                <a:solidFill>
                  <a:schemeClr val="bg1"/>
                </a:solidFill>
                <a:effectLst/>
                <a:latin typeface="quote-cjk-patch"/>
              </a:rPr>
              <a:t>4. Database Statistics</a:t>
            </a:r>
          </a:p>
          <a:p>
            <a:pPr algn="l">
              <a:buNone/>
            </a:pPr>
            <a:r>
              <a:rPr lang="en-US" sz="1200" b="0" i="0" dirty="0">
                <a:solidFill>
                  <a:schemeClr val="bg1"/>
                </a:solidFill>
                <a:effectLst/>
                <a:latin typeface="quote-cjk-patch"/>
              </a:rPr>
              <a:t>Most databases provide cardinality statistics in their query planners:</a:t>
            </a:r>
          </a:p>
          <a:p>
            <a:pPr algn="l">
              <a:buFont typeface="Arial" panose="020B0604020202020204" pitchFamily="34" charset="0"/>
              <a:buChar char="•"/>
            </a:pPr>
            <a:r>
              <a:rPr lang="en-US" sz="1200" b="0" i="0" dirty="0">
                <a:solidFill>
                  <a:schemeClr val="bg1"/>
                </a:solidFill>
                <a:effectLst/>
                <a:latin typeface="quote-cjk-patch"/>
              </a:rPr>
              <a:t>MongoDB: </a:t>
            </a:r>
            <a:r>
              <a:rPr lang="en-US" sz="1200" b="0" i="0" dirty="0" err="1">
                <a:solidFill>
                  <a:schemeClr val="bg1"/>
                </a:solidFill>
                <a:effectLst/>
                <a:latin typeface="Menlo"/>
              </a:rPr>
              <a:t>db.collection.stats</a:t>
            </a:r>
            <a:r>
              <a:rPr lang="en-US" sz="1200" b="0" i="0" dirty="0">
                <a:solidFill>
                  <a:schemeClr val="bg1"/>
                </a:solidFill>
                <a:effectLst/>
                <a:latin typeface="Menlo"/>
              </a:rPr>
              <a:t>()</a:t>
            </a:r>
            <a:r>
              <a:rPr lang="en-US" sz="1200" b="0" i="0" dirty="0">
                <a:solidFill>
                  <a:schemeClr val="bg1"/>
                </a:solidFill>
                <a:effectLst/>
                <a:latin typeface="quote-cjk-patch"/>
              </a:rPr>
              <a:t> shows index cardinality</a:t>
            </a:r>
          </a:p>
          <a:p>
            <a:pPr algn="l">
              <a:buFont typeface="Arial" panose="020B0604020202020204" pitchFamily="34" charset="0"/>
              <a:buChar char="•"/>
            </a:pPr>
            <a:r>
              <a:rPr lang="en-US" sz="1200" b="0" i="0" dirty="0">
                <a:solidFill>
                  <a:schemeClr val="bg1"/>
                </a:solidFill>
                <a:effectLst/>
                <a:latin typeface="quote-cjk-patch"/>
              </a:rPr>
              <a:t>MySQL: </a:t>
            </a:r>
            <a:r>
              <a:rPr lang="en-US" sz="1200" b="0" i="0" dirty="0">
                <a:solidFill>
                  <a:schemeClr val="bg1"/>
                </a:solidFill>
                <a:effectLst/>
                <a:latin typeface="Menlo"/>
              </a:rPr>
              <a:t>SHOW INDEX FROM table</a:t>
            </a:r>
            <a:r>
              <a:rPr lang="en-US" sz="1200" b="0" i="0" dirty="0">
                <a:solidFill>
                  <a:schemeClr val="bg1"/>
                </a:solidFill>
                <a:effectLst/>
                <a:latin typeface="quote-cjk-patch"/>
              </a:rPr>
              <a:t> shows "Cardinality" column</a:t>
            </a:r>
          </a:p>
          <a:p>
            <a:pPr algn="l">
              <a:buFont typeface="Arial" panose="020B0604020202020204" pitchFamily="34" charset="0"/>
              <a:buChar char="•"/>
            </a:pPr>
            <a:r>
              <a:rPr lang="en-US" sz="1200" b="0" i="0" dirty="0">
                <a:solidFill>
                  <a:schemeClr val="bg1"/>
                </a:solidFill>
                <a:effectLst/>
                <a:latin typeface="quote-cjk-patch"/>
              </a:rPr>
              <a:t>PostgreSQL: </a:t>
            </a:r>
            <a:r>
              <a:rPr lang="en-US" sz="1200" b="0" i="0" dirty="0" err="1">
                <a:solidFill>
                  <a:schemeClr val="bg1"/>
                </a:solidFill>
                <a:effectLst/>
                <a:latin typeface="Menlo"/>
              </a:rPr>
              <a:t>pg_stats</a:t>
            </a:r>
            <a:r>
              <a:rPr lang="en-US" sz="1200" b="0" i="0" dirty="0">
                <a:solidFill>
                  <a:schemeClr val="bg1"/>
                </a:solidFill>
                <a:effectLst/>
                <a:latin typeface="quote-cjk-patch"/>
              </a:rPr>
              <a:t> table shows </a:t>
            </a:r>
            <a:r>
              <a:rPr lang="en-US" sz="1200" b="0" i="0" dirty="0" err="1">
                <a:solidFill>
                  <a:schemeClr val="bg1"/>
                </a:solidFill>
                <a:effectLst/>
                <a:latin typeface="Menlo"/>
              </a:rPr>
              <a:t>n_distinct</a:t>
            </a:r>
            <a:r>
              <a:rPr lang="en-US" sz="1200" b="0" i="0" dirty="0">
                <a:solidFill>
                  <a:schemeClr val="bg1"/>
                </a:solidFill>
                <a:effectLst/>
                <a:latin typeface="quote-cjk-patch"/>
              </a:rPr>
              <a:t> values</a:t>
            </a:r>
          </a:p>
        </p:txBody>
      </p:sp>
    </p:spTree>
    <p:extLst>
      <p:ext uri="{BB962C8B-B14F-4D97-AF65-F5344CB8AC3E}">
        <p14:creationId xmlns:p14="http://schemas.microsoft.com/office/powerpoint/2010/main" val="20263430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A536A-EED8-A427-E116-F5A6BD812F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50EB7F8-1973-65D2-E5BC-7F63CD92B3F0}"/>
              </a:ext>
            </a:extLst>
          </p:cNvPr>
          <p:cNvSpPr txBox="1"/>
          <p:nvPr/>
        </p:nvSpPr>
        <p:spPr>
          <a:xfrm>
            <a:off x="375314" y="482980"/>
            <a:ext cx="4954136" cy="1722651"/>
          </a:xfrm>
          <a:prstGeom prst="rect">
            <a:avLst/>
          </a:prstGeom>
          <a:noFill/>
        </p:spPr>
        <p:txBody>
          <a:bodyPr wrap="square">
            <a:spAutoFit/>
          </a:bodyPr>
          <a:lstStyle/>
          <a:p>
            <a:pPr>
              <a:lnSpc>
                <a:spcPts val="1425"/>
              </a:lnSpc>
              <a:buNone/>
            </a:pPr>
            <a:r>
              <a:rPr lang="en-US" b="0" dirty="0">
                <a:solidFill>
                  <a:srgbClr val="9CDCFE"/>
                </a:solidFill>
                <a:effectLst/>
                <a:latin typeface="Consolas" panose="020B0609020204030204" pitchFamily="49" charset="0"/>
              </a:rPr>
              <a:t>Compound</a:t>
            </a:r>
            <a:r>
              <a:rPr lang="en-US" b="0" dirty="0">
                <a:solidFill>
                  <a:srgbClr val="D4D4D4"/>
                </a:solidFill>
                <a:effectLst/>
                <a:latin typeface="Consolas" panose="020B0609020204030204" pitchFamily="49" charset="0"/>
              </a:rPr>
              <a:t> </a:t>
            </a:r>
            <a:r>
              <a:rPr lang="en-US" b="0" dirty="0">
                <a:solidFill>
                  <a:srgbClr val="DCDCAA"/>
                </a:solidFill>
                <a:effectLst/>
                <a:latin typeface="Consolas" panose="020B0609020204030204" pitchFamily="49" charset="0"/>
              </a:rPr>
              <a:t>Index</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Multi</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field</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Index</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Category + Price (very common in ecommerce filters)</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products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createIndex</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category:</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price:</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p>
        </p:txBody>
      </p:sp>
    </p:spTree>
    <p:extLst>
      <p:ext uri="{BB962C8B-B14F-4D97-AF65-F5344CB8AC3E}">
        <p14:creationId xmlns:p14="http://schemas.microsoft.com/office/powerpoint/2010/main" val="424937715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16295-F736-4541-E380-60D1680D59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2CE082A-0188-BBFA-9D80-1C68CC39C4C2}"/>
              </a:ext>
            </a:extLst>
          </p:cNvPr>
          <p:cNvSpPr txBox="1"/>
          <p:nvPr/>
        </p:nvSpPr>
        <p:spPr>
          <a:xfrm>
            <a:off x="293427" y="270058"/>
            <a:ext cx="4954136" cy="3158942"/>
          </a:xfrm>
          <a:prstGeom prst="rect">
            <a:avLst/>
          </a:prstGeom>
          <a:noFill/>
        </p:spPr>
        <p:txBody>
          <a:bodyPr wrap="square">
            <a:spAutoFit/>
          </a:bodyPr>
          <a:lstStyle/>
          <a:p>
            <a:pPr>
              <a:lnSpc>
                <a:spcPts val="1425"/>
              </a:lnSpc>
              <a:buNone/>
            </a:pPr>
            <a:r>
              <a:rPr lang="en-US" b="0" dirty="0">
                <a:solidFill>
                  <a:srgbClr val="4EC9B0"/>
                </a:solidFill>
                <a:effectLst/>
                <a:latin typeface="Consolas" panose="020B0609020204030204" pitchFamily="49" charset="0"/>
              </a:rPr>
              <a:t>Text</a:t>
            </a:r>
            <a:r>
              <a:rPr lang="en-US" b="0" dirty="0">
                <a:solidFill>
                  <a:srgbClr val="D4D4D4"/>
                </a:solidFill>
                <a:effectLst/>
                <a:latin typeface="Consolas" panose="020B0609020204030204" pitchFamily="49" charset="0"/>
              </a:rPr>
              <a:t> </a:t>
            </a:r>
            <a:r>
              <a:rPr lang="en-US" b="0" dirty="0">
                <a:solidFill>
                  <a:srgbClr val="DCDCAA"/>
                </a:solidFill>
                <a:effectLst/>
                <a:latin typeface="Consolas" panose="020B0609020204030204" pitchFamily="49" charset="0"/>
              </a:rPr>
              <a:t>Index</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Full</a:t>
            </a:r>
            <a:r>
              <a:rPr lang="en-US" b="0" dirty="0">
                <a:solidFill>
                  <a:srgbClr val="D4D4D4"/>
                </a:solidFill>
                <a:effectLst/>
                <a:latin typeface="Consolas" panose="020B0609020204030204" pitchFamily="49" charset="0"/>
              </a:rPr>
              <a:t>-</a:t>
            </a:r>
            <a:r>
              <a:rPr lang="en-US" b="0" dirty="0">
                <a:solidFill>
                  <a:srgbClr val="4EC9B0"/>
                </a:solidFill>
                <a:effectLst/>
                <a:latin typeface="Consolas" panose="020B0609020204030204" pitchFamily="49" charset="0"/>
              </a:rPr>
              <a:t>Text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Search</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products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createIndex</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name:</a:t>
            </a:r>
            <a:r>
              <a:rPr lang="en-US" b="0" dirty="0" err="1">
                <a:solidFill>
                  <a:srgbClr val="CE9178"/>
                </a:solidFill>
                <a:effectLst/>
                <a:latin typeface="Consolas" panose="020B0609020204030204" pitchFamily="49" charset="0"/>
              </a:rPr>
              <a:t>"text</a:t>
            </a:r>
            <a:r>
              <a:rPr lang="en-US" b="0" dirty="0">
                <a:solidFill>
                  <a:srgbClr val="CE9178"/>
                </a:solidFill>
                <a:effectLst/>
                <a:latin typeface="Consolas" panose="020B0609020204030204" pitchFamily="49" charset="0"/>
              </a:rPr>
              <a:t>"</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description:</a:t>
            </a:r>
            <a:r>
              <a:rPr lang="en-US" b="0" dirty="0" err="1">
                <a:solidFill>
                  <a:srgbClr val="CE9178"/>
                </a:solidFill>
                <a:effectLst/>
                <a:latin typeface="Consolas" panose="020B0609020204030204" pitchFamily="49" charset="0"/>
              </a:rPr>
              <a:t>"text</a:t>
            </a:r>
            <a:r>
              <a:rPr lang="en-US" b="0" dirty="0">
                <a:solidFill>
                  <a:srgbClr val="CE9178"/>
                </a:solidFill>
                <a:effectLst/>
                <a:latin typeface="Consolas" panose="020B0609020204030204" pitchFamily="49" charset="0"/>
              </a:rPr>
              <a:t>"</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products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find</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$text:</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$search:</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"electronics premium"</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322793314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7C126-04A2-CF97-FE38-E47FAAC339A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6B2CE90-A382-4DFA-BDC0-ADD2AFF14BDC}"/>
              </a:ext>
            </a:extLst>
          </p:cNvPr>
          <p:cNvSpPr txBox="1"/>
          <p:nvPr/>
        </p:nvSpPr>
        <p:spPr>
          <a:xfrm>
            <a:off x="511792" y="312281"/>
            <a:ext cx="4954136" cy="4056623"/>
          </a:xfrm>
          <a:prstGeom prst="rect">
            <a:avLst/>
          </a:prstGeom>
          <a:noFill/>
        </p:spPr>
        <p:txBody>
          <a:bodyPr wrap="square">
            <a:spAutoFit/>
          </a:bodyPr>
          <a:lstStyle/>
          <a:p>
            <a:pPr>
              <a:lnSpc>
                <a:spcPts val="1425"/>
              </a:lnSpc>
              <a:buNone/>
            </a:pPr>
            <a:r>
              <a:rPr lang="en-US" b="0" dirty="0">
                <a:solidFill>
                  <a:srgbClr val="9CDCFE"/>
                </a:solidFill>
                <a:effectLst/>
                <a:latin typeface="Consolas" panose="020B0609020204030204" pitchFamily="49" charset="0"/>
              </a:rPr>
              <a:t>Geospatial</a:t>
            </a:r>
            <a:r>
              <a:rPr lang="en-US" b="0" dirty="0">
                <a:solidFill>
                  <a:srgbClr val="D4D4D4"/>
                </a:solidFill>
                <a:effectLst/>
                <a:latin typeface="Consolas" panose="020B0609020204030204" pitchFamily="49" charset="0"/>
              </a:rPr>
              <a:t> </a:t>
            </a:r>
            <a:r>
              <a:rPr lang="en-US" b="0" dirty="0">
                <a:solidFill>
                  <a:srgbClr val="DCDCAA"/>
                </a:solidFill>
                <a:effectLst/>
                <a:latin typeface="Consolas" panose="020B0609020204030204" pitchFamily="49" charset="0"/>
              </a:rPr>
              <a:t>Index</a:t>
            </a:r>
            <a:r>
              <a:rPr lang="en-US" b="0" dirty="0">
                <a:solidFill>
                  <a:srgbClr val="D4D4D4"/>
                </a:solidFill>
                <a:effectLst/>
                <a:latin typeface="Consolas" panose="020B0609020204030204" pitchFamily="49" charset="0"/>
              </a:rPr>
              <a:t> (2</a:t>
            </a:r>
            <a:r>
              <a:rPr lang="en-US" b="0" dirty="0">
                <a:solidFill>
                  <a:srgbClr val="9CDCFE"/>
                </a:solidFill>
                <a:effectLst/>
                <a:latin typeface="Consolas" panose="020B0609020204030204" pitchFamily="49" charset="0"/>
              </a:rPr>
              <a:t>dsphere</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products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createIndex</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"location.coordinates"</a:t>
            </a:r>
            <a:r>
              <a:rPr lang="en-US" b="0" dirty="0">
                <a:solidFill>
                  <a:srgbClr val="9CDCFE"/>
                </a:solidFill>
                <a:effectLst/>
                <a:latin typeface="Consolas" panose="020B0609020204030204" pitchFamily="49" charset="0"/>
              </a:rPr>
              <a:t>:</a:t>
            </a:r>
            <a:r>
              <a:rPr lang="en-US" b="0" dirty="0">
                <a:solidFill>
                  <a:srgbClr val="CE9178"/>
                </a:solidFill>
                <a:effectLst/>
                <a:latin typeface="Consolas" panose="020B0609020204030204" pitchFamily="49" charset="0"/>
              </a:rPr>
              <a:t>"2dsphere"</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products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find</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location:</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$near:</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$geometry:</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type:</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"Point"</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coordinates:</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74.0060</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40.7128</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t>
            </a:r>
            <a:r>
              <a:rPr lang="en-US" b="0" dirty="0" err="1">
                <a:solidFill>
                  <a:srgbClr val="9CDCFE"/>
                </a:solidFill>
                <a:effectLst/>
                <a:latin typeface="Consolas" panose="020B0609020204030204" pitchFamily="49" charset="0"/>
              </a:rPr>
              <a:t>maxDistance</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5000000</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24822445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742B9A-8337-6E47-F8F4-F1FF3D65463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056E165-D486-45B5-1E83-6E3F34C2A268}"/>
              </a:ext>
            </a:extLst>
          </p:cNvPr>
          <p:cNvSpPr txBox="1"/>
          <p:nvPr/>
        </p:nvSpPr>
        <p:spPr>
          <a:xfrm>
            <a:off x="402610" y="485094"/>
            <a:ext cx="4954136" cy="1363578"/>
          </a:xfrm>
          <a:prstGeom prst="rect">
            <a:avLst/>
          </a:prstGeom>
          <a:noFill/>
        </p:spPr>
        <p:txBody>
          <a:bodyPr wrap="square">
            <a:spAutoFit/>
          </a:bodyPr>
          <a:lstStyle/>
          <a:p>
            <a:pPr>
              <a:lnSpc>
                <a:spcPts val="1425"/>
              </a:lnSpc>
              <a:buNone/>
            </a:pPr>
            <a:r>
              <a:rPr lang="en-US" b="0" dirty="0">
                <a:solidFill>
                  <a:srgbClr val="C8C8C8"/>
                </a:solidFill>
                <a:effectLst/>
                <a:latin typeface="Consolas" panose="020B0609020204030204" pitchFamily="49" charset="0"/>
              </a:rPr>
              <a:t>Concept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Prevent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duplicate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values</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customers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createIndex</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email:</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unique:</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true</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398243423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D39D9-771D-1A99-8C9D-AF905F4171D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BEDA87C-154F-3B47-79F3-7E7AA1892E37}"/>
              </a:ext>
            </a:extLst>
          </p:cNvPr>
          <p:cNvSpPr txBox="1"/>
          <p:nvPr/>
        </p:nvSpPr>
        <p:spPr>
          <a:xfrm>
            <a:off x="293428" y="262499"/>
            <a:ext cx="4954136" cy="2081724"/>
          </a:xfrm>
          <a:prstGeom prst="rect">
            <a:avLst/>
          </a:prstGeom>
          <a:noFill/>
        </p:spPr>
        <p:txBody>
          <a:bodyPr wrap="square">
            <a:spAutoFit/>
          </a:bodyPr>
          <a:lstStyle/>
          <a:p>
            <a:pPr>
              <a:lnSpc>
                <a:spcPts val="1425"/>
              </a:lnSpc>
              <a:buNone/>
            </a:pPr>
            <a:r>
              <a:rPr lang="en-US" b="0" dirty="0">
                <a:solidFill>
                  <a:srgbClr val="9CDCFE"/>
                </a:solidFill>
                <a:effectLst/>
                <a:latin typeface="Consolas" panose="020B0609020204030204" pitchFamily="49" charset="0"/>
              </a:rPr>
              <a:t>Sparse</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Index</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products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createIndex</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brand:</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sparse:</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true</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Useful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when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some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documents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may</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not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have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field</a:t>
            </a:r>
            <a:endParaRPr lang="en-US" b="0" dirty="0">
              <a:solidFill>
                <a:srgbClr val="D4D4D4"/>
              </a:solidFill>
              <a:effectLst/>
              <a:latin typeface="Consolas" panose="020B0609020204030204" pitchFamily="49" charset="0"/>
            </a:endParaRPr>
          </a:p>
        </p:txBody>
      </p:sp>
    </p:spTree>
    <p:extLst>
      <p:ext uri="{BB962C8B-B14F-4D97-AF65-F5344CB8AC3E}">
        <p14:creationId xmlns:p14="http://schemas.microsoft.com/office/powerpoint/2010/main" val="32114950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F51D3-0345-00B0-8AB0-A45023E740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FFCCA0C-9415-1885-E61E-08A01D3600AE}"/>
              </a:ext>
            </a:extLst>
          </p:cNvPr>
          <p:cNvSpPr txBox="1"/>
          <p:nvPr/>
        </p:nvSpPr>
        <p:spPr>
          <a:xfrm>
            <a:off x="191067" y="279594"/>
            <a:ext cx="9348717" cy="6390596"/>
          </a:xfrm>
          <a:prstGeom prst="rect">
            <a:avLst/>
          </a:prstGeom>
          <a:noFill/>
        </p:spPr>
        <p:txBody>
          <a:bodyPr wrap="square">
            <a:spAutoFit/>
          </a:bodyPr>
          <a:lstStyle/>
          <a:p>
            <a:pPr>
              <a:lnSpc>
                <a:spcPts val="1425"/>
              </a:lnSpc>
              <a:buNone/>
            </a:pPr>
            <a:r>
              <a:rPr lang="en-US" b="0" dirty="0">
                <a:solidFill>
                  <a:srgbClr val="9CDCFE"/>
                </a:solidFill>
                <a:effectLst/>
                <a:latin typeface="Consolas" panose="020B0609020204030204" pitchFamily="49" charset="0"/>
              </a:rPr>
              <a:t>Partial</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Index</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C8C8C8"/>
                </a:solidFill>
                <a:effectLst/>
                <a:latin typeface="Consolas" panose="020B0609020204030204" pitchFamily="49" charset="0"/>
              </a:rPr>
              <a:t>Concept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Index</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only</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filtered</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documents</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orders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createIndex</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status:</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total:</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partialFilterExpression</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status:</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"delivered"</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Only</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documents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where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status</a:t>
            </a:r>
            <a:r>
              <a:rPr lang="en-US" b="0" dirty="0">
                <a:solidFill>
                  <a:srgbClr val="D4D4D4"/>
                </a:solidFill>
                <a:effectLst/>
                <a:latin typeface="Consolas" panose="020B0609020204030204" pitchFamily="49" charset="0"/>
              </a:rPr>
              <a:t> = </a:t>
            </a:r>
            <a:r>
              <a:rPr lang="en-US" b="0" dirty="0">
                <a:solidFill>
                  <a:srgbClr val="CE9178"/>
                </a:solidFill>
                <a:effectLst/>
                <a:latin typeface="Consolas" panose="020B0609020204030204" pitchFamily="49" charset="0"/>
              </a:rPr>
              <a:t>"delivered"</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will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be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stored</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inside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index</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So</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instead</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of</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indexing</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all</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300</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orders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MongoDB</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might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index</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only</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80</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delivered</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orders</a:t>
            </a:r>
            <a:r>
              <a:rPr lang="en-US" b="0" dirty="0">
                <a:solidFill>
                  <a:srgbClr val="D4D4D4"/>
                </a:solidFill>
                <a:effectLst/>
                <a:latin typeface="Consolas" panose="020B0609020204030204" pitchFamily="49" charset="0"/>
              </a:rPr>
              <a:t>.</a:t>
            </a:r>
          </a:p>
          <a:p>
            <a:pPr>
              <a:lnSpc>
                <a:spcPts val="1425"/>
              </a:lnSpc>
              <a:buNone/>
            </a:pPr>
            <a:r>
              <a:rPr lang="en-US" b="0" dirty="0">
                <a:solidFill>
                  <a:srgbClr val="9CDCFE"/>
                </a:solidFill>
                <a:effectLst/>
                <a:latin typeface="Consolas" panose="020B0609020204030204" pitchFamily="49" charset="0"/>
              </a:rPr>
              <a:t>This</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saves</a:t>
            </a:r>
            <a:r>
              <a:rPr lang="en-US" b="0" dirty="0">
                <a:solidFill>
                  <a:srgbClr val="D4D4D4"/>
                </a:solidFill>
                <a:effectLst/>
                <a:latin typeface="Consolas" panose="020B0609020204030204" pitchFamily="49" charset="0"/>
              </a:rPr>
              <a:t>:</a:t>
            </a:r>
          </a:p>
          <a:p>
            <a:pPr>
              <a:lnSpc>
                <a:spcPts val="1425"/>
              </a:lnSpc>
              <a:buNone/>
            </a:pPr>
            <a:r>
              <a:rPr lang="en-US" b="0" dirty="0">
                <a:solidFill>
                  <a:srgbClr val="9CDCFE"/>
                </a:solidFill>
                <a:effectLst/>
                <a:latin typeface="Consolas" panose="020B0609020204030204" pitchFamily="49" charset="0"/>
              </a:rPr>
              <a:t>Memory</a:t>
            </a: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Disk</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space</a:t>
            </a: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Faster</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scans</a:t>
            </a:r>
            <a:endParaRPr lang="en-US" b="0" dirty="0">
              <a:solidFill>
                <a:srgbClr val="D4D4D4"/>
              </a:solidFill>
              <a:effectLst/>
              <a:latin typeface="Consolas" panose="020B0609020204030204" pitchFamily="49" charset="0"/>
            </a:endParaRPr>
          </a:p>
          <a:p>
            <a:pPr>
              <a:lnSpc>
                <a:spcPts val="1425"/>
              </a:lnSpc>
              <a:buNone/>
            </a:pP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orders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find</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status:</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"delivered"</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total:</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a:t>
            </a:r>
            <a:r>
              <a:rPr lang="en-US" b="0" dirty="0" err="1">
                <a:solidFill>
                  <a:srgbClr val="9CDCFE"/>
                </a:solidFill>
                <a:effectLst/>
                <a:latin typeface="Consolas" panose="020B0609020204030204" pitchFamily="49" charset="0"/>
              </a:rPr>
              <a:t>gt</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500</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329660146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5CCC6-E6E7-B7C6-6CCC-9091F85AE18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A604DDF-00F7-293E-B0F4-61B127506A57}"/>
              </a:ext>
            </a:extLst>
          </p:cNvPr>
          <p:cNvSpPr txBox="1"/>
          <p:nvPr/>
        </p:nvSpPr>
        <p:spPr>
          <a:xfrm>
            <a:off x="375313" y="398977"/>
            <a:ext cx="4954136" cy="2081724"/>
          </a:xfrm>
          <a:prstGeom prst="rect">
            <a:avLst/>
          </a:prstGeom>
          <a:noFill/>
        </p:spPr>
        <p:txBody>
          <a:bodyPr wrap="square">
            <a:spAutoFit/>
          </a:bodyPr>
          <a:lstStyle/>
          <a:p>
            <a:pPr>
              <a:lnSpc>
                <a:spcPts val="1425"/>
              </a:lnSpc>
              <a:buNone/>
            </a:pPr>
            <a:r>
              <a:rPr lang="en-US" b="0" dirty="0">
                <a:solidFill>
                  <a:srgbClr val="4FC1FF"/>
                </a:solidFill>
                <a:effectLst/>
                <a:latin typeface="Consolas" panose="020B0609020204030204" pitchFamily="49" charset="0"/>
              </a:rPr>
              <a:t>TTL</a:t>
            </a:r>
            <a:r>
              <a:rPr lang="en-US" b="0" dirty="0">
                <a:solidFill>
                  <a:srgbClr val="D4D4D4"/>
                </a:solidFill>
                <a:effectLst/>
                <a:latin typeface="Consolas" panose="020B0609020204030204" pitchFamily="49" charset="0"/>
              </a:rPr>
              <a:t> </a:t>
            </a:r>
            <a:r>
              <a:rPr lang="en-US" b="0" dirty="0">
                <a:solidFill>
                  <a:srgbClr val="DCDCAA"/>
                </a:solidFill>
                <a:effectLst/>
                <a:latin typeface="Consolas" panose="020B0609020204030204" pitchFamily="49" charset="0"/>
              </a:rPr>
              <a:t>Index</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Time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To</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Live</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Auto</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delete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documents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after</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time</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donations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createIndex</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 </a:t>
            </a:r>
            <a:r>
              <a:rPr lang="en-US" b="0" dirty="0" err="1">
                <a:solidFill>
                  <a:srgbClr val="9CDCFE"/>
                </a:solidFill>
                <a:effectLst/>
                <a:latin typeface="Consolas" panose="020B0609020204030204" pitchFamily="49" charset="0"/>
              </a:rPr>
              <a:t>donatedAt</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 </a:t>
            </a:r>
            <a:r>
              <a:rPr lang="en-US" b="0" dirty="0" err="1">
                <a:solidFill>
                  <a:srgbClr val="9CDCFE"/>
                </a:solidFill>
                <a:effectLst/>
                <a:latin typeface="Consolas" panose="020B0609020204030204" pitchFamily="49" charset="0"/>
              </a:rPr>
              <a:t>expireAfterSeconds</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31536000</a:t>
            </a:r>
            <a:r>
              <a:rPr lang="en-US" b="0" dirty="0">
                <a:solidFill>
                  <a:srgbClr val="D4D4D4"/>
                </a:solidFill>
                <a:effectLst/>
                <a:latin typeface="Consolas" panose="020B0609020204030204" pitchFamily="49" charset="0"/>
              </a:rPr>
              <a:t> } </a:t>
            </a:r>
            <a:r>
              <a:rPr lang="en-US" b="0" dirty="0">
                <a:solidFill>
                  <a:srgbClr val="6A9955"/>
                </a:solidFill>
                <a:effectLst/>
                <a:latin typeface="Consolas" panose="020B0609020204030204" pitchFamily="49" charset="0"/>
              </a:rPr>
              <a:t>// 1 year</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18943406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98316-616B-E845-43AD-535703B1767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F8CCC94-F282-BDA7-51B8-954881F7BA07}"/>
              </a:ext>
            </a:extLst>
          </p:cNvPr>
          <p:cNvSpPr txBox="1"/>
          <p:nvPr/>
        </p:nvSpPr>
        <p:spPr>
          <a:xfrm>
            <a:off x="511791" y="539685"/>
            <a:ext cx="4954136" cy="1363578"/>
          </a:xfrm>
          <a:prstGeom prst="rect">
            <a:avLst/>
          </a:prstGeom>
          <a:noFill/>
        </p:spPr>
        <p:txBody>
          <a:bodyPr wrap="square">
            <a:spAutoFit/>
          </a:bodyPr>
          <a:lstStyle/>
          <a:p>
            <a:pPr>
              <a:lnSpc>
                <a:spcPts val="1425"/>
              </a:lnSpc>
              <a:buNone/>
            </a:pPr>
            <a:r>
              <a:rPr lang="en-US" b="0" dirty="0">
                <a:solidFill>
                  <a:srgbClr val="9CDCFE"/>
                </a:solidFill>
                <a:effectLst/>
                <a:latin typeface="Consolas" panose="020B0609020204030204" pitchFamily="49" charset="0"/>
              </a:rPr>
              <a:t>Best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for</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equality</a:t>
            </a:r>
            <a:r>
              <a:rPr lang="en-US" b="0" dirty="0">
                <a:solidFill>
                  <a:srgbClr val="D4D4D4"/>
                </a:solidFill>
                <a:effectLst/>
                <a:latin typeface="Consolas" panose="020B0609020204030204" pitchFamily="49" charset="0"/>
              </a:rPr>
              <a:t> </a:t>
            </a:r>
            <a:r>
              <a:rPr lang="en-US" b="0" dirty="0">
                <a:solidFill>
                  <a:srgbClr val="DCDCAA"/>
                </a:solidFill>
                <a:effectLst/>
                <a:latin typeface="Consolas" panose="020B0609020204030204" pitchFamily="49" charset="0"/>
              </a:rPr>
              <a:t>search</a:t>
            </a:r>
            <a:r>
              <a:rPr lang="en-US" b="0" dirty="0">
                <a:solidFill>
                  <a:srgbClr val="D4D4D4"/>
                </a:solidFill>
                <a:effectLst/>
                <a:latin typeface="Consolas" panose="020B0609020204030204" pitchFamily="49" charset="0"/>
              </a:rPr>
              <a:t> (</a:t>
            </a:r>
            <a:r>
              <a:rPr lang="en-US" b="0" dirty="0">
                <a:solidFill>
                  <a:srgbClr val="4FC1FF"/>
                </a:solidFill>
                <a:effectLst/>
                <a:latin typeface="Consolas" panose="020B0609020204030204" pitchFamily="49" charset="0"/>
              </a:rPr>
              <a:t>NOT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range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queries</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orders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createIndex</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customerId</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"hashed"</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416432425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FC741-BE3B-1381-C1C3-531DD4C166C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6A1015F-F6DE-53FE-6526-CCA935AE7A40}"/>
              </a:ext>
            </a:extLst>
          </p:cNvPr>
          <p:cNvSpPr txBox="1"/>
          <p:nvPr/>
        </p:nvSpPr>
        <p:spPr>
          <a:xfrm>
            <a:off x="402609" y="408394"/>
            <a:ext cx="4954136" cy="2799869"/>
          </a:xfrm>
          <a:prstGeom prst="rect">
            <a:avLst/>
          </a:prstGeom>
          <a:noFill/>
        </p:spPr>
        <p:txBody>
          <a:bodyPr wrap="square">
            <a:spAutoFit/>
          </a:bodyPr>
          <a:lstStyle/>
          <a:p>
            <a:pPr>
              <a:lnSpc>
                <a:spcPts val="1425"/>
              </a:lnSpc>
              <a:buNone/>
            </a:pPr>
            <a:r>
              <a:rPr lang="en-US" b="0" dirty="0">
                <a:solidFill>
                  <a:srgbClr val="4EC9B0"/>
                </a:solidFill>
                <a:effectLst/>
                <a:latin typeface="Consolas" panose="020B0609020204030204" pitchFamily="49" charset="0"/>
              </a:rPr>
              <a:t>Array</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Index</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products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createIndex</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reviews.rating</a:t>
            </a:r>
            <a:r>
              <a:rPr lang="en-US" b="0" dirty="0">
                <a:solidFill>
                  <a:srgbClr val="CE9178"/>
                </a:solidFill>
                <a:effectLst/>
                <a:latin typeface="Consolas" panose="020B0609020204030204" pitchFamily="49" charset="0"/>
              </a:rPr>
              <a:t>"</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products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find</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reviews.rating</a:t>
            </a:r>
            <a:r>
              <a:rPr lang="en-US" b="0" dirty="0">
                <a:solidFill>
                  <a:srgbClr val="CE9178"/>
                </a:solidFill>
                <a:effectLst/>
                <a:latin typeface="Consolas" panose="020B0609020204030204" pitchFamily="49" charset="0"/>
              </a:rPr>
              <a:t>"</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a:t>
            </a:r>
            <a:r>
              <a:rPr lang="en-US" b="0" dirty="0" err="1">
                <a:solidFill>
                  <a:srgbClr val="9CDCFE"/>
                </a:solidFill>
                <a:effectLst/>
                <a:latin typeface="Consolas" panose="020B0609020204030204" pitchFamily="49" charset="0"/>
              </a:rPr>
              <a:t>gte</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4</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198090760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1F3F0-8E3C-9EC2-08A0-4468CCE58EC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70839CD-A8D6-659E-CE06-AA1A94CE55F5}"/>
              </a:ext>
            </a:extLst>
          </p:cNvPr>
          <p:cNvSpPr txBox="1"/>
          <p:nvPr/>
        </p:nvSpPr>
        <p:spPr>
          <a:xfrm>
            <a:off x="348018" y="447802"/>
            <a:ext cx="4954136" cy="1902187"/>
          </a:xfrm>
          <a:prstGeom prst="rect">
            <a:avLst/>
          </a:prstGeom>
          <a:noFill/>
        </p:spPr>
        <p:txBody>
          <a:bodyPr wrap="square">
            <a:spAutoFit/>
          </a:bodyPr>
          <a:lstStyle/>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orders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find</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status:</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"delivered"</a:t>
            </a:r>
            <a:r>
              <a:rPr lang="en-US" b="0" dirty="0">
                <a:solidFill>
                  <a:srgbClr val="D4D4D4"/>
                </a:solidFill>
                <a:effectLst/>
                <a:latin typeface="Consolas" panose="020B0609020204030204" pitchFamily="49" charset="0"/>
              </a:rPr>
              <a:t> }).</a:t>
            </a:r>
            <a:r>
              <a:rPr lang="en-US" b="0" dirty="0">
                <a:solidFill>
                  <a:srgbClr val="DCDCAA"/>
                </a:solidFill>
                <a:effectLst/>
                <a:latin typeface="Consolas" panose="020B0609020204030204" pitchFamily="49" charset="0"/>
              </a:rPr>
              <a:t>explain</a:t>
            </a:r>
            <a:r>
              <a:rPr lang="en-US" b="0" dirty="0">
                <a:solidFill>
                  <a:srgbClr val="D4D4D4"/>
                </a:solidFill>
                <a:effectLst/>
                <a:latin typeface="Consolas" panose="020B0609020204030204" pitchFamily="49" charset="0"/>
              </a:rPr>
              <a:t>(</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executionStats</a:t>
            </a:r>
            <a:r>
              <a:rPr lang="en-US" b="0" dirty="0">
                <a:solidFill>
                  <a:srgbClr val="CE9178"/>
                </a:solidFill>
                <a:effectLst/>
                <a:latin typeface="Consolas" panose="020B0609020204030204" pitchFamily="49" charset="0"/>
              </a:rPr>
              <a:t>"</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Before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index</a:t>
            </a:r>
            <a:r>
              <a:rPr lang="en-US" b="0" dirty="0">
                <a:solidFill>
                  <a:srgbClr val="D4D4D4"/>
                </a:solidFill>
                <a:effectLst/>
                <a:latin typeface="Consolas" panose="020B0609020204030204" pitchFamily="49" charset="0"/>
              </a:rPr>
              <a:t> → </a:t>
            </a:r>
            <a:r>
              <a:rPr lang="en-US" b="0" dirty="0">
                <a:solidFill>
                  <a:srgbClr val="4FC1FF"/>
                </a:solidFill>
                <a:effectLst/>
                <a:latin typeface="Consolas" panose="020B0609020204030204" pitchFamily="49" charset="0"/>
              </a:rPr>
              <a:t>COLLSCAN</a:t>
            </a: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After</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index</a:t>
            </a:r>
            <a:r>
              <a:rPr lang="en-US" b="0" dirty="0">
                <a:solidFill>
                  <a:srgbClr val="D4D4D4"/>
                </a:solidFill>
                <a:effectLst/>
                <a:latin typeface="Consolas" panose="020B0609020204030204" pitchFamily="49" charset="0"/>
              </a:rPr>
              <a:t> → </a:t>
            </a:r>
            <a:r>
              <a:rPr lang="en-US" b="0" dirty="0">
                <a:solidFill>
                  <a:srgbClr val="4FC1FF"/>
                </a:solidFill>
                <a:effectLst/>
                <a:latin typeface="Consolas" panose="020B0609020204030204" pitchFamily="49" charset="0"/>
              </a:rPr>
              <a:t>IXSCAN</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products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getIndexes</a:t>
            </a:r>
            <a:r>
              <a:rPr lang="en-US"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102982065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392F3-1F7B-EAA1-D24C-5CD66DFD520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2927CF1-44A4-7F9C-B896-E3AE8DE04105}"/>
              </a:ext>
            </a:extLst>
          </p:cNvPr>
          <p:cNvSpPr txBox="1"/>
          <p:nvPr/>
        </p:nvSpPr>
        <p:spPr>
          <a:xfrm>
            <a:off x="342333" y="732255"/>
            <a:ext cx="5621740" cy="5672450"/>
          </a:xfrm>
          <a:prstGeom prst="rect">
            <a:avLst/>
          </a:prstGeom>
          <a:noFill/>
        </p:spPr>
        <p:txBody>
          <a:bodyPr wrap="square">
            <a:spAutoFit/>
          </a:bodyPr>
          <a:lstStyle/>
          <a:p>
            <a:pPr>
              <a:lnSpc>
                <a:spcPts val="1425"/>
              </a:lnSpc>
              <a:buNone/>
            </a:pPr>
            <a:r>
              <a:rPr lang="en-US" b="0" dirty="0">
                <a:solidFill>
                  <a:srgbClr val="569CD6"/>
                </a:solidFill>
                <a:effectLst/>
                <a:latin typeface="Consolas" panose="020B0609020204030204" pitchFamily="49" charset="0"/>
              </a:rPr>
              <a:t>const</a:t>
            </a:r>
            <a:r>
              <a:rPr lang="en-US" b="0" dirty="0">
                <a:solidFill>
                  <a:srgbClr val="D4D4D4"/>
                </a:solidFill>
                <a:effectLst/>
                <a:latin typeface="Consolas" panose="020B0609020204030204" pitchFamily="49" charset="0"/>
              </a:rPr>
              <a:t> { </a:t>
            </a:r>
            <a:r>
              <a:rPr lang="en-US" b="0" dirty="0" err="1">
                <a:solidFill>
                  <a:srgbClr val="4EC9B0"/>
                </a:solidFill>
                <a:effectLst/>
                <a:latin typeface="Consolas" panose="020B0609020204030204" pitchFamily="49" charset="0"/>
              </a:rPr>
              <a:t>PureComponent</a:t>
            </a:r>
            <a:r>
              <a:rPr lang="en-US" b="0" dirty="0">
                <a:solidFill>
                  <a:srgbClr val="D4D4D4"/>
                </a:solidFill>
                <a:effectLst/>
                <a:latin typeface="Consolas" panose="020B0609020204030204" pitchFamily="49" charset="0"/>
              </a:rPr>
              <a:t> } = </a:t>
            </a:r>
            <a:r>
              <a:rPr lang="en-US" b="0" dirty="0">
                <a:solidFill>
                  <a:srgbClr val="DCDCAA"/>
                </a:solidFill>
                <a:effectLst/>
                <a:latin typeface="Consolas" panose="020B0609020204030204" pitchFamily="49" charset="0"/>
              </a:rPr>
              <a:t>require</a:t>
            </a:r>
            <a:r>
              <a:rPr lang="en-US" b="0" dirty="0">
                <a:solidFill>
                  <a:srgbClr val="D4D4D4"/>
                </a:solidFill>
                <a:effectLst/>
                <a:latin typeface="Consolas" panose="020B0609020204030204" pitchFamily="49" charset="0"/>
              </a:rPr>
              <a:t>(</a:t>
            </a:r>
            <a:r>
              <a:rPr lang="en-US" b="0" dirty="0">
                <a:solidFill>
                  <a:srgbClr val="CE9178"/>
                </a:solidFill>
                <a:effectLst/>
                <a:latin typeface="Consolas" panose="020B0609020204030204" pitchFamily="49" charset="0"/>
              </a:rPr>
              <a:t>"react"</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C8C8C8"/>
                </a:solidFill>
                <a:effectLst/>
                <a:latin typeface="Consolas" panose="020B0609020204030204" pitchFamily="49" charset="0"/>
              </a:rPr>
              <a:t>Cardinality</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High</a:t>
            </a:r>
            <a:r>
              <a:rPr lang="en-US" b="0" dirty="0">
                <a:solidFill>
                  <a:srgbClr val="D4D4D4"/>
                </a:solidFill>
                <a:effectLst/>
                <a:latin typeface="Consolas" panose="020B0609020204030204" pitchFamily="49" charset="0"/>
              </a:rPr>
              <a:t> </a:t>
            </a:r>
            <a:r>
              <a:rPr lang="en-US" b="0" dirty="0">
                <a:solidFill>
                  <a:srgbClr val="DCDCAA"/>
                </a:solidFill>
                <a:effectLst/>
                <a:latin typeface="Consolas" panose="020B0609020204030204" pitchFamily="49" charset="0"/>
              </a:rPr>
              <a:t>Cardinality</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email</a:t>
            </a:r>
            <a:r>
              <a:rPr lang="en-US" b="0" dirty="0">
                <a:solidFill>
                  <a:srgbClr val="D4D4D4"/>
                </a:solidFill>
                <a:effectLst/>
                <a:latin typeface="Consolas" panose="020B0609020204030204" pitchFamily="49" charset="0"/>
              </a:rPr>
              <a:t>):</a:t>
            </a: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customers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createIndex</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email:</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email1</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Address1</a:t>
            </a: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email2</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Address2</a:t>
            </a: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email3</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Address3</a:t>
            </a: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email4</a:t>
            </a: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Address4</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Many</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keys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almost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no</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duplicates</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Low</a:t>
            </a:r>
            <a:r>
              <a:rPr lang="en-US" b="0" dirty="0">
                <a:solidFill>
                  <a:srgbClr val="D4D4D4"/>
                </a:solidFill>
                <a:effectLst/>
                <a:latin typeface="Consolas" panose="020B0609020204030204" pitchFamily="49" charset="0"/>
              </a:rPr>
              <a:t> </a:t>
            </a:r>
            <a:r>
              <a:rPr lang="en-US" b="0" dirty="0">
                <a:solidFill>
                  <a:srgbClr val="DCDCAA"/>
                </a:solidFill>
                <a:effectLst/>
                <a:latin typeface="Consolas" panose="020B0609020204030204" pitchFamily="49" charset="0"/>
              </a:rPr>
              <a:t>Cardinality</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status</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orders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createIndex</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status:</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D4D4D4"/>
                </a:solidFill>
                <a:effectLst/>
                <a:latin typeface="Consolas" panose="020B0609020204030204" pitchFamily="49" charset="0"/>
              </a:rPr>
              <a:t> })</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delivered</a:t>
            </a:r>
            <a:r>
              <a:rPr lang="en-US" b="0" dirty="0">
                <a:solidFill>
                  <a:srgbClr val="D4D4D4"/>
                </a:solidFill>
                <a:effectLst/>
                <a:latin typeface="Consolas" panose="020B0609020204030204" pitchFamily="49" charset="0"/>
              </a:rPr>
              <a:t> → </a:t>
            </a:r>
            <a:r>
              <a:rPr lang="en-US" b="0" dirty="0">
                <a:solidFill>
                  <a:srgbClr val="4FC1FF"/>
                </a:solidFill>
                <a:effectLst/>
                <a:latin typeface="Consolas" panose="020B0609020204030204" pitchFamily="49" charset="0"/>
              </a:rPr>
              <a:t>A1</a:t>
            </a:r>
            <a:r>
              <a:rPr lang="en-US" b="0" dirty="0">
                <a:solidFill>
                  <a:srgbClr val="D4D4D4"/>
                </a:solidFill>
                <a:effectLst/>
                <a:latin typeface="Consolas" panose="020B0609020204030204" pitchFamily="49" charset="0"/>
              </a:rPr>
              <a:t> → </a:t>
            </a:r>
            <a:r>
              <a:rPr lang="en-US" b="0" dirty="0">
                <a:solidFill>
                  <a:srgbClr val="4FC1FF"/>
                </a:solidFill>
                <a:effectLst/>
                <a:latin typeface="Consolas" panose="020B0609020204030204" pitchFamily="49" charset="0"/>
              </a:rPr>
              <a:t>A3</a:t>
            </a:r>
            <a:r>
              <a:rPr lang="en-US" b="0" dirty="0">
                <a:solidFill>
                  <a:srgbClr val="D4D4D4"/>
                </a:solidFill>
                <a:effectLst/>
                <a:latin typeface="Consolas" panose="020B0609020204030204" pitchFamily="49" charset="0"/>
              </a:rPr>
              <a:t> → </a:t>
            </a:r>
            <a:r>
              <a:rPr lang="en-US" b="0" dirty="0">
                <a:solidFill>
                  <a:srgbClr val="4FC1FF"/>
                </a:solidFill>
                <a:effectLst/>
                <a:latin typeface="Consolas" panose="020B0609020204030204" pitchFamily="49" charset="0"/>
              </a:rPr>
              <a:t>A8</a:t>
            </a:r>
            <a:r>
              <a:rPr lang="en-US" b="0" dirty="0">
                <a:solidFill>
                  <a:srgbClr val="D4D4D4"/>
                </a:solidFill>
                <a:effectLst/>
                <a:latin typeface="Consolas" panose="020B0609020204030204" pitchFamily="49" charset="0"/>
              </a:rPr>
              <a:t> → </a:t>
            </a:r>
            <a:r>
              <a:rPr lang="en-US" b="0" dirty="0">
                <a:solidFill>
                  <a:srgbClr val="4FC1FF"/>
                </a:solidFill>
                <a:effectLst/>
                <a:latin typeface="Consolas" panose="020B0609020204030204" pitchFamily="49" charset="0"/>
              </a:rPr>
              <a:t>A15</a:t>
            </a: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pending</a:t>
            </a:r>
            <a:r>
              <a:rPr lang="en-US" b="0" dirty="0">
                <a:solidFill>
                  <a:srgbClr val="D4D4D4"/>
                </a:solidFill>
                <a:effectLst/>
                <a:latin typeface="Consolas" panose="020B0609020204030204" pitchFamily="49" charset="0"/>
              </a:rPr>
              <a:t>   → </a:t>
            </a:r>
            <a:r>
              <a:rPr lang="en-US" b="0" dirty="0">
                <a:solidFill>
                  <a:srgbClr val="4FC1FF"/>
                </a:solidFill>
                <a:effectLst/>
                <a:latin typeface="Consolas" panose="020B0609020204030204" pitchFamily="49" charset="0"/>
              </a:rPr>
              <a:t>A2</a:t>
            </a:r>
            <a:r>
              <a:rPr lang="en-US" b="0" dirty="0">
                <a:solidFill>
                  <a:srgbClr val="D4D4D4"/>
                </a:solidFill>
                <a:effectLst/>
                <a:latin typeface="Consolas" panose="020B0609020204030204" pitchFamily="49" charset="0"/>
              </a:rPr>
              <a:t> → </a:t>
            </a:r>
            <a:r>
              <a:rPr lang="en-US" b="0" dirty="0">
                <a:solidFill>
                  <a:srgbClr val="4FC1FF"/>
                </a:solidFill>
                <a:effectLst/>
                <a:latin typeface="Consolas" panose="020B0609020204030204" pitchFamily="49" charset="0"/>
              </a:rPr>
              <a:t>A9</a:t>
            </a: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cancelled</a:t>
            </a:r>
            <a:r>
              <a:rPr lang="en-US" b="0" dirty="0">
                <a:solidFill>
                  <a:srgbClr val="D4D4D4"/>
                </a:solidFill>
                <a:effectLst/>
                <a:latin typeface="Consolas" panose="020B0609020204030204" pitchFamily="49" charset="0"/>
              </a:rPr>
              <a:t> → </a:t>
            </a:r>
            <a:r>
              <a:rPr lang="en-US" b="0" dirty="0">
                <a:solidFill>
                  <a:srgbClr val="4FC1FF"/>
                </a:solidFill>
                <a:effectLst/>
                <a:latin typeface="Consolas" panose="020B0609020204030204" pitchFamily="49" charset="0"/>
              </a:rPr>
              <a:t>A4</a:t>
            </a:r>
            <a:r>
              <a:rPr lang="en-US" b="0" dirty="0">
                <a:solidFill>
                  <a:srgbClr val="D4D4D4"/>
                </a:solidFill>
                <a:effectLst/>
                <a:latin typeface="Consolas" panose="020B0609020204030204" pitchFamily="49" charset="0"/>
              </a:rPr>
              <a:t> → </a:t>
            </a:r>
            <a:r>
              <a:rPr lang="en-US" b="0" dirty="0">
                <a:solidFill>
                  <a:srgbClr val="4FC1FF"/>
                </a:solidFill>
                <a:effectLst/>
                <a:latin typeface="Consolas" panose="020B0609020204030204" pitchFamily="49" charset="0"/>
              </a:rPr>
              <a:t>A10</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p:txBody>
      </p:sp>
      <p:sp>
        <p:nvSpPr>
          <p:cNvPr id="5" name="TextBox 4">
            <a:extLst>
              <a:ext uri="{FF2B5EF4-FFF2-40B4-BE49-F238E27FC236}">
                <a16:creationId xmlns:a16="http://schemas.microsoft.com/office/drawing/2014/main" id="{B5E4A755-AA26-395F-1599-273DFF93D6AF}"/>
              </a:ext>
            </a:extLst>
          </p:cNvPr>
          <p:cNvSpPr txBox="1"/>
          <p:nvPr/>
        </p:nvSpPr>
        <p:spPr>
          <a:xfrm>
            <a:off x="6465627" y="2075127"/>
            <a:ext cx="5124734" cy="4056623"/>
          </a:xfrm>
          <a:prstGeom prst="rect">
            <a:avLst/>
          </a:prstGeom>
          <a:noFill/>
        </p:spPr>
        <p:txBody>
          <a:bodyPr wrap="square">
            <a:spAutoFit/>
          </a:bodyPr>
          <a:lstStyle/>
          <a:p>
            <a:pPr>
              <a:lnSpc>
                <a:spcPts val="1425"/>
              </a:lnSpc>
              <a:buNone/>
            </a:pPr>
            <a:r>
              <a:rPr lang="en-US" b="0" dirty="0">
                <a:solidFill>
                  <a:srgbClr val="6A9955"/>
                </a:solidFill>
                <a:effectLst/>
                <a:latin typeface="Consolas" panose="020B0609020204030204" pitchFamily="49" charset="0"/>
              </a:rPr>
              <a:t>// Abhishek, 36, Mumbai</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Sonu, 23, Delhi</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Vikas, 44, Pune </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Mohit, 56, Mumbai</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Amit, 12, Delhi </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Abhishek </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Amit</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Sonu</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Vikas</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Mohit</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Delhi, 12  = Address 1 </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Delhi, 23  = Address 2</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Mumbai, 36 = Address 3 </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Mumbai, 56 = Address 4</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Pune, 44   = Address 5</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p:txBody>
      </p:sp>
    </p:spTree>
    <p:extLst>
      <p:ext uri="{BB962C8B-B14F-4D97-AF65-F5344CB8AC3E}">
        <p14:creationId xmlns:p14="http://schemas.microsoft.com/office/powerpoint/2010/main" val="5374457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F4734-C1A0-211C-519C-3E66DD65852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266BA1C-F296-0B2E-19F5-1041966DA9CF}"/>
              </a:ext>
            </a:extLst>
          </p:cNvPr>
          <p:cNvSpPr txBox="1"/>
          <p:nvPr/>
        </p:nvSpPr>
        <p:spPr>
          <a:xfrm>
            <a:off x="300250" y="286603"/>
            <a:ext cx="2002471" cy="369332"/>
          </a:xfrm>
          <a:prstGeom prst="rect">
            <a:avLst/>
          </a:prstGeom>
          <a:noFill/>
        </p:spPr>
        <p:txBody>
          <a:bodyPr wrap="none" rtlCol="0">
            <a:spAutoFit/>
          </a:bodyPr>
          <a:lstStyle/>
          <a:p>
            <a:pPr algn="l">
              <a:spcBef>
                <a:spcPts val="1200"/>
              </a:spcBef>
              <a:spcAft>
                <a:spcPts val="1200"/>
              </a:spcAft>
              <a:buNone/>
            </a:pPr>
            <a:r>
              <a:rPr lang="en-US" b="1" i="0" dirty="0">
                <a:solidFill>
                  <a:srgbClr val="FFFF00"/>
                </a:solidFill>
                <a:effectLst/>
                <a:latin typeface="quote-cjk-patch"/>
              </a:rPr>
              <a:t>Capped Collections</a:t>
            </a:r>
          </a:p>
        </p:txBody>
      </p:sp>
    </p:spTree>
    <p:extLst>
      <p:ext uri="{BB962C8B-B14F-4D97-AF65-F5344CB8AC3E}">
        <p14:creationId xmlns:p14="http://schemas.microsoft.com/office/powerpoint/2010/main" val="426840216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A05F5-03AA-D92D-60A8-B08A3E4A0CF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F8EEF61-B36D-6189-0AB7-2A49A1CD5DF1}"/>
              </a:ext>
            </a:extLst>
          </p:cNvPr>
          <p:cNvSpPr txBox="1"/>
          <p:nvPr/>
        </p:nvSpPr>
        <p:spPr>
          <a:xfrm>
            <a:off x="173484" y="174546"/>
            <a:ext cx="5937170" cy="3693319"/>
          </a:xfrm>
          <a:prstGeom prst="rect">
            <a:avLst/>
          </a:prstGeom>
          <a:noFill/>
        </p:spPr>
        <p:txBody>
          <a:bodyPr wrap="square">
            <a:spAutoFit/>
          </a:bodyPr>
          <a:lstStyle/>
          <a:p>
            <a:r>
              <a:rPr lang="en-US" dirty="0">
                <a:solidFill>
                  <a:schemeClr val="bg1"/>
                </a:solidFill>
              </a:rPr>
              <a:t>1) A capped collection is a fixed-size collection that automatically overwrites the oldest documents when it reaches the maximum size.</a:t>
            </a:r>
          </a:p>
          <a:p>
            <a:endParaRPr lang="en-US" dirty="0">
              <a:solidFill>
                <a:schemeClr val="bg1"/>
              </a:solidFill>
            </a:endParaRPr>
          </a:p>
          <a:p>
            <a:r>
              <a:rPr lang="en-US" dirty="0">
                <a:solidFill>
                  <a:schemeClr val="bg1"/>
                </a:solidFill>
              </a:rPr>
              <a:t>2) Insertion order is preserved (first-in-first-out, FIFO).</a:t>
            </a:r>
          </a:p>
          <a:p>
            <a:endParaRPr lang="en-US" dirty="0">
              <a:solidFill>
                <a:schemeClr val="bg1"/>
              </a:solidFill>
            </a:endParaRPr>
          </a:p>
          <a:p>
            <a:r>
              <a:rPr lang="en-US" dirty="0">
                <a:solidFill>
                  <a:schemeClr val="bg1"/>
                </a:solidFill>
              </a:rPr>
              <a:t>3) It's very fast because MongoDB allocates a fixed amount of space at creation — no reallocations needed.</a:t>
            </a:r>
          </a:p>
          <a:p>
            <a:endParaRPr lang="en-US" dirty="0">
              <a:solidFill>
                <a:schemeClr val="bg1"/>
              </a:solidFill>
            </a:endParaRPr>
          </a:p>
          <a:p>
            <a:r>
              <a:rPr lang="en-US" dirty="0">
                <a:solidFill>
                  <a:schemeClr val="bg1"/>
                </a:solidFill>
              </a:rPr>
              <a:t>4) No document deletion allowed manually (unless the whole collection is dropped).</a:t>
            </a:r>
          </a:p>
          <a:p>
            <a:endParaRPr lang="en-US" dirty="0">
              <a:solidFill>
                <a:schemeClr val="bg1"/>
              </a:solidFill>
            </a:endParaRPr>
          </a:p>
          <a:p>
            <a:r>
              <a:rPr lang="en-US" dirty="0">
                <a:solidFill>
                  <a:schemeClr val="bg1"/>
                </a:solidFill>
              </a:rPr>
              <a:t>5) Use case: Ideal for things like logs</a:t>
            </a:r>
          </a:p>
        </p:txBody>
      </p:sp>
    </p:spTree>
    <p:extLst>
      <p:ext uri="{BB962C8B-B14F-4D97-AF65-F5344CB8AC3E}">
        <p14:creationId xmlns:p14="http://schemas.microsoft.com/office/powerpoint/2010/main" val="40776458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9E505-40D9-4ED7-D016-8A821BFA101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493CB9E-0278-6933-234A-7C520880BF52}"/>
              </a:ext>
            </a:extLst>
          </p:cNvPr>
          <p:cNvSpPr txBox="1"/>
          <p:nvPr/>
        </p:nvSpPr>
        <p:spPr>
          <a:xfrm>
            <a:off x="464024" y="323470"/>
            <a:ext cx="6735169" cy="6211059"/>
          </a:xfrm>
          <a:prstGeom prst="rect">
            <a:avLst/>
          </a:prstGeom>
          <a:noFill/>
        </p:spPr>
        <p:txBody>
          <a:bodyPr wrap="square">
            <a:spAutoFit/>
          </a:bodyPr>
          <a:lstStyle/>
          <a:p>
            <a:pPr>
              <a:lnSpc>
                <a:spcPts val="1425"/>
              </a:lnSpc>
              <a:buNone/>
            </a:pPr>
            <a:r>
              <a:rPr lang="en-US" b="0" dirty="0">
                <a:solidFill>
                  <a:srgbClr val="9CDCFE"/>
                </a:solidFill>
                <a:effectLst/>
                <a:latin typeface="Consolas" panose="020B0609020204030204" pitchFamily="49" charset="0"/>
              </a:rPr>
              <a:t>Creating</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capped</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collection</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createCollection</a:t>
            </a:r>
            <a:r>
              <a:rPr lang="en-US" b="0" dirty="0">
                <a:solidFill>
                  <a:srgbClr val="D4D4D4"/>
                </a:solidFill>
                <a:effectLst/>
                <a:latin typeface="Consolas" panose="020B0609020204030204" pitchFamily="49" charset="0"/>
              </a:rPr>
              <a:t>(</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eventLogs</a:t>
            </a:r>
            <a:r>
              <a:rPr lang="en-US" b="0" dirty="0">
                <a:solidFill>
                  <a:srgbClr val="CE9178"/>
                </a:solidFill>
                <a:effectLst/>
                <a:latin typeface="Consolas" panose="020B0609020204030204" pitchFamily="49" charset="0"/>
              </a:rPr>
              <a:t>"</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capped:</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true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size:</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1024</a:t>
            </a:r>
            <a:r>
              <a:rPr lang="en-US" b="0" dirty="0">
                <a:solidFill>
                  <a:srgbClr val="D4D4D4"/>
                </a:solidFill>
                <a:effectLst/>
                <a:latin typeface="Consolas" panose="020B0609020204030204" pitchFamily="49" charset="0"/>
              </a:rPr>
              <a:t> * </a:t>
            </a:r>
            <a:r>
              <a:rPr lang="en-US" b="0" dirty="0">
                <a:solidFill>
                  <a:srgbClr val="B5CEA8"/>
                </a:solidFill>
                <a:effectLst/>
                <a:latin typeface="Consolas" panose="020B0609020204030204" pitchFamily="49" charset="0"/>
              </a:rPr>
              <a:t>1024</a:t>
            </a:r>
            <a:r>
              <a:rPr lang="en-US" b="0" dirty="0">
                <a:solidFill>
                  <a:srgbClr val="D4D4D4"/>
                </a:solidFill>
                <a:effectLst/>
                <a:latin typeface="Consolas" panose="020B0609020204030204" pitchFamily="49" charset="0"/>
              </a:rPr>
              <a:t>, </a:t>
            </a:r>
            <a:r>
              <a:rPr lang="en-US" b="0" dirty="0">
                <a:solidFill>
                  <a:srgbClr val="6A9955"/>
                </a:solidFill>
                <a:effectLst/>
                <a:latin typeface="Consolas" panose="020B0609020204030204" pitchFamily="49" charset="0"/>
              </a:rPr>
              <a:t>// 1 MB</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max:</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5</a:t>
            </a:r>
            <a:r>
              <a:rPr lang="en-US" b="0" dirty="0">
                <a:solidFill>
                  <a:srgbClr val="D4D4D4"/>
                </a:solidFill>
                <a:effectLst/>
                <a:latin typeface="Consolas" panose="020B0609020204030204" pitchFamily="49" charset="0"/>
              </a:rPr>
              <a:t>         </a:t>
            </a:r>
            <a:r>
              <a:rPr lang="en-US" b="0" dirty="0">
                <a:solidFill>
                  <a:srgbClr val="6A9955"/>
                </a:solidFill>
                <a:effectLst/>
                <a:latin typeface="Consolas" panose="020B0609020204030204" pitchFamily="49" charset="0"/>
              </a:rPr>
              <a:t>// optional: max 5 documents</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DCDCAA"/>
                </a:solidFill>
                <a:effectLst/>
                <a:latin typeface="Consolas" panose="020B0609020204030204" pitchFamily="49" charset="0"/>
              </a:rPr>
              <a:t>max</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optional</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=&gt;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maximum</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number</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of</a:t>
            </a:r>
            <a:r>
              <a:rPr lang="en-US" b="0" dirty="0">
                <a:solidFill>
                  <a:srgbClr val="D4D4D4"/>
                </a:solidFill>
                <a:effectLst/>
                <a:latin typeface="Consolas" panose="020B0609020204030204" pitchFamily="49" charset="0"/>
              </a:rPr>
              <a:t> </a:t>
            </a:r>
            <a:r>
              <a:rPr lang="en-US" b="0" dirty="0">
                <a:solidFill>
                  <a:srgbClr val="DCDCAA"/>
                </a:solidFill>
                <a:effectLst/>
                <a:latin typeface="Consolas" panose="020B0609020204030204" pitchFamily="49" charset="0"/>
              </a:rPr>
              <a:t>documents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Mongo</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will</a:t>
            </a:r>
            <a:r>
              <a:rPr lang="en-US" b="0" dirty="0">
                <a:solidFill>
                  <a:srgbClr val="D4D4D4"/>
                </a:solidFill>
                <a:effectLst/>
                <a:latin typeface="Consolas" panose="020B0609020204030204" pitchFamily="49" charset="0"/>
              </a:rPr>
              <a:t> </a:t>
            </a:r>
            <a:r>
              <a:rPr lang="en-US" b="0" dirty="0">
                <a:solidFill>
                  <a:srgbClr val="DCDCAA"/>
                </a:solidFill>
                <a:effectLst/>
                <a:latin typeface="Consolas" panose="020B0609020204030204" pitchFamily="49" charset="0"/>
              </a:rPr>
              <a:t>stop</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inserting</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if</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size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or</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max</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both</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are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reached</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Real</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Life</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Example</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Imagine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you</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are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building</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server</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monitoring</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app</a:t>
            </a:r>
            <a:r>
              <a:rPr lang="en-US" b="0" dirty="0">
                <a:solidFill>
                  <a:srgbClr val="D4D4D4"/>
                </a:solidFill>
                <a:effectLst/>
                <a:latin typeface="Consolas" panose="020B0609020204030204" pitchFamily="49" charset="0"/>
              </a:rPr>
              <a:t>. </a:t>
            </a:r>
          </a:p>
          <a:p>
            <a:pPr>
              <a:lnSpc>
                <a:spcPts val="1425"/>
              </a:lnSpc>
              <a:buNone/>
            </a:pPr>
            <a:r>
              <a:rPr lang="en-US" b="0" dirty="0">
                <a:solidFill>
                  <a:srgbClr val="9CDCFE"/>
                </a:solidFill>
                <a:effectLst/>
                <a:latin typeface="Consolas" panose="020B0609020204030204" pitchFamily="49" charset="0"/>
              </a:rPr>
              <a:t>You</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want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to</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store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only</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latest</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1000</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server</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events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to</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save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disk</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space</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Important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Notes</a:t>
            </a: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No</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deletion</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of</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specific</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documents</a:t>
            </a:r>
            <a:r>
              <a:rPr lang="en-US" b="0" dirty="0">
                <a:solidFill>
                  <a:srgbClr val="D4D4D4"/>
                </a:solidFill>
                <a:effectLst/>
                <a:latin typeface="Consolas" panose="020B0609020204030204" pitchFamily="49" charset="0"/>
              </a:rPr>
              <a:t>.</a:t>
            </a:r>
          </a:p>
          <a:p>
            <a:pPr>
              <a:lnSpc>
                <a:spcPts val="1425"/>
              </a:lnSpc>
              <a:buNone/>
            </a:pPr>
            <a:r>
              <a:rPr lang="en-US" b="0" dirty="0">
                <a:solidFill>
                  <a:srgbClr val="9CDCFE"/>
                </a:solidFill>
                <a:effectLst/>
                <a:latin typeface="Consolas" panose="020B0609020204030204" pitchFamily="49" charset="0"/>
              </a:rPr>
              <a:t>No</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resizing</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of</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documents</a:t>
            </a:r>
            <a:r>
              <a:rPr lang="en-US" b="0" dirty="0">
                <a:solidFill>
                  <a:srgbClr val="D4D4D4"/>
                </a:solidFill>
                <a:effectLst/>
                <a:latin typeface="Consolas" panose="020B0609020204030204" pitchFamily="49" charset="0"/>
              </a:rPr>
              <a:t>.</a:t>
            </a:r>
          </a:p>
          <a:p>
            <a:pPr>
              <a:lnSpc>
                <a:spcPts val="1425"/>
              </a:lnSpc>
              <a:buNone/>
            </a:pPr>
            <a:r>
              <a:rPr lang="en-US" b="0" dirty="0">
                <a:solidFill>
                  <a:srgbClr val="9CDCFE"/>
                </a:solidFill>
                <a:effectLst/>
                <a:latin typeface="Consolas" panose="020B0609020204030204" pitchFamily="49" charset="0"/>
              </a:rPr>
              <a:t>Good</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for</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logging</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and</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real</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time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data</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br>
              <a:rPr lang="en-US" b="0" dirty="0">
                <a:solidFill>
                  <a:srgbClr val="D4D4D4"/>
                </a:solidFill>
                <a:effectLst/>
                <a:latin typeface="Consolas" panose="020B0609020204030204" pitchFamily="49" charset="0"/>
              </a:rPr>
            </a:br>
            <a:br>
              <a:rPr lang="en-US" b="0" dirty="0">
                <a:solidFill>
                  <a:srgbClr val="D4D4D4"/>
                </a:solidFill>
                <a:effectLst/>
                <a:latin typeface="Consolas" panose="020B0609020204030204" pitchFamily="49" charset="0"/>
              </a:rPr>
            </a:br>
            <a:br>
              <a:rPr lang="en-US" b="0" dirty="0">
                <a:solidFill>
                  <a:srgbClr val="D4D4D4"/>
                </a:solidFill>
                <a:effectLst/>
                <a:latin typeface="Consolas" panose="020B0609020204030204" pitchFamily="49" charset="0"/>
              </a:rPr>
            </a:b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p:txBody>
      </p:sp>
    </p:spTree>
    <p:extLst>
      <p:ext uri="{BB962C8B-B14F-4D97-AF65-F5344CB8AC3E}">
        <p14:creationId xmlns:p14="http://schemas.microsoft.com/office/powerpoint/2010/main" val="35282200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09C2D-F040-78E6-DD9B-00AC84CAA3A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A15A4C-FC13-73E1-7350-5D147866CD1B}"/>
              </a:ext>
            </a:extLst>
          </p:cNvPr>
          <p:cNvSpPr txBox="1"/>
          <p:nvPr/>
        </p:nvSpPr>
        <p:spPr>
          <a:xfrm>
            <a:off x="368490" y="1314332"/>
            <a:ext cx="7062715" cy="3158942"/>
          </a:xfrm>
          <a:prstGeom prst="rect">
            <a:avLst/>
          </a:prstGeom>
          <a:noFill/>
        </p:spPr>
        <p:txBody>
          <a:bodyPr wrap="square">
            <a:spAutoFit/>
          </a:bodyPr>
          <a:lstStyle/>
          <a:p>
            <a:pPr>
              <a:lnSpc>
                <a:spcPts val="1425"/>
              </a:lnSpc>
              <a:buNone/>
            </a:pPr>
            <a:r>
              <a:rPr lang="en-US" b="0" dirty="0">
                <a:solidFill>
                  <a:srgbClr val="9CDCFE"/>
                </a:solidFill>
                <a:effectLst/>
                <a:latin typeface="Consolas" panose="020B0609020204030204" pitchFamily="49" charset="0"/>
              </a:rPr>
              <a:t>Insert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into</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Capped</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Collection</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eventLogs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insertMany</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event:</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user_login</a:t>
            </a:r>
            <a:r>
              <a:rPr lang="en-US" b="0" dirty="0">
                <a:solidFill>
                  <a:srgbClr val="CE9178"/>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time:</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new</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Date</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event:</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user_logout</a:t>
            </a:r>
            <a:r>
              <a:rPr lang="en-US" b="0" dirty="0">
                <a:solidFill>
                  <a:srgbClr val="CE9178"/>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time:</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new</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Date</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event:</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user_session_expired</a:t>
            </a:r>
            <a:r>
              <a:rPr lang="en-US" b="0" dirty="0">
                <a:solidFill>
                  <a:srgbClr val="CE9178"/>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time:</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new</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Date</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event:</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user_session_renewed</a:t>
            </a:r>
            <a:r>
              <a:rPr lang="en-US" b="0" dirty="0">
                <a:solidFill>
                  <a:srgbClr val="CE9178"/>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time:</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new</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Date</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event:</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user_access_denied</a:t>
            </a:r>
            <a:r>
              <a:rPr lang="en-US" b="0" dirty="0">
                <a:solidFill>
                  <a:srgbClr val="CE9178"/>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time:</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new</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Date</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eventLogs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insertOne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 </a:t>
            </a:r>
            <a:r>
              <a:rPr lang="en-US" b="0" dirty="0">
                <a:solidFill>
                  <a:srgbClr val="9CDCFE"/>
                </a:solidFill>
                <a:effectLst/>
                <a:latin typeface="Consolas" panose="020B0609020204030204" pitchFamily="49" charset="0"/>
              </a:rPr>
              <a:t>event:</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login_error</a:t>
            </a:r>
            <a:r>
              <a:rPr lang="en-US" b="0" dirty="0">
                <a:solidFill>
                  <a:srgbClr val="CE9178"/>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time:</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new</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Date</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p:txBody>
      </p:sp>
    </p:spTree>
    <p:extLst>
      <p:ext uri="{BB962C8B-B14F-4D97-AF65-F5344CB8AC3E}">
        <p14:creationId xmlns:p14="http://schemas.microsoft.com/office/powerpoint/2010/main" val="12500789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263D5-F352-EAA7-74F0-A6DE67CBD07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1DE769-FA0C-D474-F2FB-3897601FBB5B}"/>
              </a:ext>
            </a:extLst>
          </p:cNvPr>
          <p:cNvSpPr txBox="1"/>
          <p:nvPr/>
        </p:nvSpPr>
        <p:spPr>
          <a:xfrm>
            <a:off x="470848" y="590626"/>
            <a:ext cx="4954136" cy="824969"/>
          </a:xfrm>
          <a:prstGeom prst="rect">
            <a:avLst/>
          </a:prstGeom>
          <a:noFill/>
        </p:spPr>
        <p:txBody>
          <a:bodyPr wrap="square">
            <a:spAutoFit/>
          </a:bodyPr>
          <a:lstStyle/>
          <a:p>
            <a:pPr>
              <a:lnSpc>
                <a:spcPts val="1425"/>
              </a:lnSpc>
              <a:buNone/>
            </a:pPr>
            <a:r>
              <a:rPr lang="en-US" b="0" dirty="0">
                <a:solidFill>
                  <a:srgbClr val="9CDCFE"/>
                </a:solidFill>
                <a:effectLst/>
                <a:latin typeface="Consolas" panose="020B0609020204030204" pitchFamily="49" charset="0"/>
              </a:rPr>
              <a:t>Checking</a:t>
            </a:r>
            <a:r>
              <a:rPr lang="en-US" b="0" dirty="0">
                <a:solidFill>
                  <a:srgbClr val="D4D4D4"/>
                </a:solidFill>
                <a:effectLst/>
                <a:latin typeface="Consolas" panose="020B0609020204030204" pitchFamily="49" charset="0"/>
              </a:rPr>
              <a:t> </a:t>
            </a:r>
            <a:r>
              <a:rPr lang="en-US" b="0" dirty="0">
                <a:solidFill>
                  <a:srgbClr val="C586C0"/>
                </a:solidFill>
                <a:effectLst/>
                <a:latin typeface="Consolas" panose="020B0609020204030204" pitchFamily="49" charset="0"/>
              </a:rPr>
              <a:t>if</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Collection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is</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Capped</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eventLogs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isCapped</a:t>
            </a:r>
            <a:r>
              <a:rPr lang="en-US"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76306400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B1E5E-CDE1-A6B0-BC87-662752729A8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DBB39B0-33AD-4AA7-C493-2367CE8D0317}"/>
              </a:ext>
            </a:extLst>
          </p:cNvPr>
          <p:cNvSpPr txBox="1"/>
          <p:nvPr/>
        </p:nvSpPr>
        <p:spPr>
          <a:xfrm>
            <a:off x="375313" y="279218"/>
            <a:ext cx="9055289" cy="1696234"/>
          </a:xfrm>
          <a:prstGeom prst="rect">
            <a:avLst/>
          </a:prstGeom>
          <a:noFill/>
        </p:spPr>
        <p:txBody>
          <a:bodyPr wrap="square">
            <a:spAutoFit/>
          </a:bodyPr>
          <a:lstStyle/>
          <a:p>
            <a:pPr>
              <a:lnSpc>
                <a:spcPts val="1425"/>
              </a:lnSpc>
              <a:buNone/>
            </a:pPr>
            <a:r>
              <a:rPr lang="en-US" sz="1000" b="0" dirty="0">
                <a:solidFill>
                  <a:srgbClr val="D4D4D4"/>
                </a:solidFill>
                <a:effectLst/>
                <a:latin typeface="Consolas" panose="020B0609020204030204" pitchFamily="49" charset="0"/>
              </a:rPr>
              <a:t>Compare </a:t>
            </a:r>
            <a:r>
              <a:rPr lang="en-US" sz="1000" b="0" dirty="0">
                <a:solidFill>
                  <a:srgbClr val="C586C0"/>
                </a:solidFill>
                <a:effectLst/>
                <a:latin typeface="Consolas" panose="020B0609020204030204" pitchFamily="49" charset="0"/>
              </a:rPr>
              <a:t>with</a:t>
            </a:r>
            <a:r>
              <a:rPr lang="en-US" sz="1000" b="0" dirty="0">
                <a:solidFill>
                  <a:srgbClr val="D4D4D4"/>
                </a:solidFill>
                <a:effectLst/>
                <a:latin typeface="Consolas" panose="020B0609020204030204" pitchFamily="49" charset="0"/>
              </a:rPr>
              <a:t> a Normal Collection</a:t>
            </a:r>
            <a:r>
              <a:rPr lang="en-US" sz="1000" b="0" dirty="0">
                <a:solidFill>
                  <a:srgbClr val="569CD6"/>
                </a:solidFill>
                <a:effectLst/>
                <a:latin typeface="Consolas" panose="020B0609020204030204" pitchFamily="49" charset="0"/>
              </a:rPr>
              <a:t>:</a:t>
            </a:r>
            <a:endParaRPr lang="en-US" sz="1000" b="0" dirty="0">
              <a:solidFill>
                <a:srgbClr val="D4D4D4"/>
              </a:solidFill>
              <a:effectLst/>
              <a:latin typeface="Consolas" panose="020B0609020204030204" pitchFamily="49" charset="0"/>
            </a:endParaRPr>
          </a:p>
          <a:p>
            <a:pPr>
              <a:lnSpc>
                <a:spcPts val="1425"/>
              </a:lnSpc>
              <a:buNone/>
            </a:pPr>
            <a:br>
              <a:rPr lang="en-US" sz="1000" b="0" dirty="0">
                <a:solidFill>
                  <a:srgbClr val="D4D4D4"/>
                </a:solidFill>
                <a:effectLst/>
                <a:latin typeface="Consolas" panose="020B0609020204030204" pitchFamily="49" charset="0"/>
              </a:rPr>
            </a:br>
            <a:endParaRPr lang="en-US" sz="1000" b="0" dirty="0">
              <a:solidFill>
                <a:srgbClr val="D4D4D4"/>
              </a:solidFill>
              <a:effectLst/>
              <a:latin typeface="Consolas" panose="020B0609020204030204" pitchFamily="49" charset="0"/>
            </a:endParaRPr>
          </a:p>
          <a:p>
            <a:pPr>
              <a:lnSpc>
                <a:spcPts val="1425"/>
              </a:lnSpc>
              <a:buNone/>
            </a:pPr>
            <a:r>
              <a:rPr lang="en-US" sz="1000" b="0" dirty="0">
                <a:solidFill>
                  <a:srgbClr val="D4D4D4"/>
                </a:solidFill>
                <a:effectLst/>
                <a:latin typeface="Consolas" panose="020B0609020204030204" pitchFamily="49" charset="0"/>
              </a:rPr>
              <a:t>Normal Collection                                     </a:t>
            </a:r>
            <a:r>
              <a:rPr lang="en-US" sz="1000" b="0" dirty="0">
                <a:solidFill>
                  <a:srgbClr val="569CD6"/>
                </a:solidFill>
                <a:effectLst/>
                <a:latin typeface="Consolas" panose="020B0609020204030204" pitchFamily="49" charset="0"/>
              </a:rPr>
              <a:t>|</a:t>
            </a:r>
            <a:r>
              <a:rPr lang="en-US" sz="1000" b="0" dirty="0">
                <a:solidFill>
                  <a:srgbClr val="D4D4D4"/>
                </a:solidFill>
                <a:effectLst/>
                <a:latin typeface="Consolas" panose="020B0609020204030204" pitchFamily="49" charset="0"/>
              </a:rPr>
              <a:t>             Capped Collection</a:t>
            </a:r>
          </a:p>
          <a:p>
            <a:pPr>
              <a:lnSpc>
                <a:spcPts val="1425"/>
              </a:lnSpc>
              <a:buNone/>
            </a:pPr>
            <a:r>
              <a:rPr lang="en-US" sz="1000" b="0" dirty="0">
                <a:solidFill>
                  <a:srgbClr val="D4D4D4"/>
                </a:solidFill>
                <a:effectLst/>
                <a:latin typeface="Consolas" panose="020B0609020204030204" pitchFamily="49" charset="0"/>
              </a:rPr>
              <a:t>                                                      </a:t>
            </a:r>
            <a:r>
              <a:rPr lang="en-US" sz="1000" b="0" dirty="0">
                <a:solidFill>
                  <a:srgbClr val="569CD6"/>
                </a:solidFill>
                <a:effectLst/>
                <a:latin typeface="Consolas" panose="020B0609020204030204" pitchFamily="49" charset="0"/>
              </a:rPr>
              <a:t>|</a:t>
            </a:r>
            <a:endParaRPr lang="en-US" sz="1000" b="0" dirty="0">
              <a:solidFill>
                <a:srgbClr val="D4D4D4"/>
              </a:solidFill>
              <a:effectLst/>
              <a:latin typeface="Consolas" panose="020B0609020204030204" pitchFamily="49" charset="0"/>
            </a:endParaRPr>
          </a:p>
          <a:p>
            <a:pPr>
              <a:lnSpc>
                <a:spcPts val="1425"/>
              </a:lnSpc>
              <a:buNone/>
            </a:pPr>
            <a:r>
              <a:rPr lang="en-US" sz="1000" b="0" dirty="0">
                <a:solidFill>
                  <a:srgbClr val="B5CEA8"/>
                </a:solidFill>
                <a:effectLst/>
                <a:latin typeface="Consolas" panose="020B0609020204030204" pitchFamily="49" charset="0"/>
              </a:rPr>
              <a:t>1</a:t>
            </a:r>
            <a:r>
              <a:rPr lang="en-US" sz="1000" b="0" dirty="0">
                <a:solidFill>
                  <a:srgbClr val="569CD6"/>
                </a:solidFill>
                <a:effectLst/>
                <a:latin typeface="Consolas" panose="020B0609020204030204" pitchFamily="49" charset="0"/>
              </a:rPr>
              <a:t>)</a:t>
            </a:r>
            <a:r>
              <a:rPr lang="en-US" sz="1000" b="0" dirty="0">
                <a:solidFill>
                  <a:srgbClr val="D4D4D4"/>
                </a:solidFill>
                <a:effectLst/>
                <a:latin typeface="Consolas" panose="020B0609020204030204" pitchFamily="49" charset="0"/>
              </a:rPr>
              <a:t> Needs </a:t>
            </a:r>
            <a:r>
              <a:rPr lang="en-US" sz="1000" b="0" dirty="0">
                <a:solidFill>
                  <a:srgbClr val="569CD6"/>
                </a:solidFill>
                <a:effectLst/>
                <a:latin typeface="Consolas" panose="020B0609020204030204" pitchFamily="49" charset="0"/>
              </a:rPr>
              <a:t>to</a:t>
            </a:r>
            <a:r>
              <a:rPr lang="en-US" sz="1000" b="0" dirty="0">
                <a:solidFill>
                  <a:srgbClr val="D4D4D4"/>
                </a:solidFill>
                <a:effectLst/>
                <a:latin typeface="Consolas" panose="020B0609020204030204" pitchFamily="49" charset="0"/>
              </a:rPr>
              <a:t> find free space </a:t>
            </a:r>
            <a:r>
              <a:rPr lang="en-US" sz="1000" b="0" dirty="0">
                <a:solidFill>
                  <a:srgbClr val="C586C0"/>
                </a:solidFill>
                <a:effectLst/>
                <a:latin typeface="Consolas" panose="020B0609020204030204" pitchFamily="49" charset="0"/>
              </a:rPr>
              <a:t>for</a:t>
            </a:r>
            <a:r>
              <a:rPr lang="en-US" sz="1000" b="0" dirty="0">
                <a:solidFill>
                  <a:srgbClr val="D4D4D4"/>
                </a:solidFill>
                <a:effectLst/>
                <a:latin typeface="Consolas" panose="020B0609020204030204" pitchFamily="49" charset="0"/>
              </a:rPr>
              <a:t> insert                </a:t>
            </a:r>
            <a:r>
              <a:rPr lang="en-US" sz="1000" b="0" dirty="0">
                <a:solidFill>
                  <a:srgbClr val="569CD6"/>
                </a:solidFill>
                <a:effectLst/>
                <a:latin typeface="Consolas" panose="020B0609020204030204" pitchFamily="49" charset="0"/>
              </a:rPr>
              <a:t>|</a:t>
            </a:r>
            <a:r>
              <a:rPr lang="en-US" sz="1000" b="0" dirty="0">
                <a:solidFill>
                  <a:srgbClr val="D4D4D4"/>
                </a:solidFill>
                <a:effectLst/>
                <a:latin typeface="Consolas" panose="020B0609020204030204" pitchFamily="49" charset="0"/>
              </a:rPr>
              <a:t>             Already has reserved space</a:t>
            </a:r>
          </a:p>
          <a:p>
            <a:pPr>
              <a:lnSpc>
                <a:spcPts val="1425"/>
              </a:lnSpc>
              <a:buNone/>
            </a:pPr>
            <a:r>
              <a:rPr lang="en-US" sz="1000" b="0" dirty="0">
                <a:solidFill>
                  <a:srgbClr val="B5CEA8"/>
                </a:solidFill>
                <a:effectLst/>
                <a:latin typeface="Consolas" panose="020B0609020204030204" pitchFamily="49" charset="0"/>
              </a:rPr>
              <a:t>2</a:t>
            </a:r>
            <a:r>
              <a:rPr lang="en-US" sz="1000" b="0" dirty="0">
                <a:solidFill>
                  <a:srgbClr val="569CD6"/>
                </a:solidFill>
                <a:effectLst/>
                <a:latin typeface="Consolas" panose="020B0609020204030204" pitchFamily="49" charset="0"/>
              </a:rPr>
              <a:t>)</a:t>
            </a:r>
            <a:r>
              <a:rPr lang="en-US" sz="1000" b="0" dirty="0">
                <a:solidFill>
                  <a:srgbClr val="D4D4D4"/>
                </a:solidFill>
                <a:effectLst/>
                <a:latin typeface="Consolas" panose="020B0609020204030204" pitchFamily="49" charset="0"/>
              </a:rPr>
              <a:t> May need </a:t>
            </a:r>
            <a:r>
              <a:rPr lang="en-US" sz="1000" b="0" dirty="0">
                <a:solidFill>
                  <a:srgbClr val="569CD6"/>
                </a:solidFill>
                <a:effectLst/>
                <a:latin typeface="Consolas" panose="020B0609020204030204" pitchFamily="49" charset="0"/>
              </a:rPr>
              <a:t>to</a:t>
            </a:r>
            <a:r>
              <a:rPr lang="en-US" sz="1000" b="0" dirty="0">
                <a:solidFill>
                  <a:srgbClr val="D4D4D4"/>
                </a:solidFill>
                <a:effectLst/>
                <a:latin typeface="Consolas" panose="020B0609020204030204" pitchFamily="49" charset="0"/>
              </a:rPr>
              <a:t> rearrange </a:t>
            </a:r>
            <a:r>
              <a:rPr lang="en-US" sz="1000" b="0" dirty="0">
                <a:solidFill>
                  <a:srgbClr val="569CD6"/>
                </a:solidFill>
                <a:effectLst/>
                <a:latin typeface="Consolas" panose="020B0609020204030204" pitchFamily="49" charset="0"/>
              </a:rPr>
              <a:t>or</a:t>
            </a:r>
            <a:r>
              <a:rPr lang="en-US" sz="1000" b="0" dirty="0">
                <a:solidFill>
                  <a:srgbClr val="D4D4D4"/>
                </a:solidFill>
                <a:effectLst/>
                <a:latin typeface="Consolas" panose="020B0609020204030204" pitchFamily="49" charset="0"/>
              </a:rPr>
              <a:t> allocate                  </a:t>
            </a:r>
            <a:r>
              <a:rPr lang="en-US" sz="1000" b="0" dirty="0">
                <a:solidFill>
                  <a:srgbClr val="569CD6"/>
                </a:solidFill>
                <a:effectLst/>
                <a:latin typeface="Consolas" panose="020B0609020204030204" pitchFamily="49" charset="0"/>
              </a:rPr>
              <a:t>|</a:t>
            </a:r>
            <a:r>
              <a:rPr lang="en-US" sz="1000" b="0" dirty="0">
                <a:solidFill>
                  <a:srgbClr val="D4D4D4"/>
                </a:solidFill>
                <a:effectLst/>
                <a:latin typeface="Consolas" panose="020B0609020204030204" pitchFamily="49" charset="0"/>
              </a:rPr>
              <a:t>             Just writes </a:t>
            </a:r>
            <a:r>
              <a:rPr lang="en-US" sz="1000" b="0" dirty="0">
                <a:solidFill>
                  <a:srgbClr val="569CD6"/>
                </a:solidFill>
                <a:effectLst/>
                <a:latin typeface="Consolas" panose="020B0609020204030204" pitchFamily="49" charset="0"/>
              </a:rPr>
              <a:t>to</a:t>
            </a:r>
            <a:r>
              <a:rPr lang="en-US" sz="1000" b="0" dirty="0">
                <a:solidFill>
                  <a:srgbClr val="D4D4D4"/>
                </a:solidFill>
                <a:effectLst/>
                <a:latin typeface="Consolas" panose="020B0609020204030204" pitchFamily="49" charset="0"/>
              </a:rPr>
              <a:t> next available spot</a:t>
            </a:r>
          </a:p>
          <a:p>
            <a:pPr>
              <a:lnSpc>
                <a:spcPts val="1425"/>
              </a:lnSpc>
              <a:buNone/>
            </a:pPr>
            <a:r>
              <a:rPr lang="en-US" sz="1000" b="0" dirty="0">
                <a:solidFill>
                  <a:srgbClr val="B5CEA8"/>
                </a:solidFill>
                <a:effectLst/>
                <a:latin typeface="Consolas" panose="020B0609020204030204" pitchFamily="49" charset="0"/>
              </a:rPr>
              <a:t>3</a:t>
            </a:r>
            <a:r>
              <a:rPr lang="en-US" sz="1000" b="0" dirty="0">
                <a:solidFill>
                  <a:srgbClr val="569CD6"/>
                </a:solidFill>
                <a:effectLst/>
                <a:latin typeface="Consolas" panose="020B0609020204030204" pitchFamily="49" charset="0"/>
              </a:rPr>
              <a:t>)</a:t>
            </a:r>
            <a:r>
              <a:rPr lang="en-US" sz="1000" b="0" dirty="0">
                <a:solidFill>
                  <a:srgbClr val="D4D4D4"/>
                </a:solidFill>
                <a:effectLst/>
                <a:latin typeface="Consolas" panose="020B0609020204030204" pitchFamily="49" charset="0"/>
              </a:rPr>
              <a:t> Disk fragmentation can happen                      </a:t>
            </a:r>
            <a:r>
              <a:rPr lang="en-US" sz="1000" b="0" dirty="0">
                <a:solidFill>
                  <a:srgbClr val="569CD6"/>
                </a:solidFill>
                <a:effectLst/>
                <a:latin typeface="Consolas" panose="020B0609020204030204" pitchFamily="49" charset="0"/>
              </a:rPr>
              <a:t>|</a:t>
            </a:r>
            <a:r>
              <a:rPr lang="en-US" sz="1000" b="0" dirty="0">
                <a:solidFill>
                  <a:srgbClr val="D4D4D4"/>
                </a:solidFill>
                <a:effectLst/>
                <a:latin typeface="Consolas" panose="020B0609020204030204" pitchFamily="49" charset="0"/>
              </a:rPr>
              <a:t>             No fragmentation</a:t>
            </a:r>
            <a:r>
              <a:rPr lang="en-US" sz="1000" b="0" dirty="0">
                <a:solidFill>
                  <a:srgbClr val="569CD6"/>
                </a:solidFill>
                <a:effectLst/>
                <a:latin typeface="Consolas" panose="020B0609020204030204" pitchFamily="49" charset="0"/>
              </a:rPr>
              <a:t>,</a:t>
            </a:r>
            <a:r>
              <a:rPr lang="en-US" sz="1000" b="0" dirty="0">
                <a:solidFill>
                  <a:srgbClr val="D4D4D4"/>
                </a:solidFill>
                <a:effectLst/>
                <a:latin typeface="Consolas" panose="020B0609020204030204" pitchFamily="49" charset="0"/>
              </a:rPr>
              <a:t> sequential writes</a:t>
            </a:r>
          </a:p>
          <a:p>
            <a:pPr>
              <a:lnSpc>
                <a:spcPts val="1425"/>
              </a:lnSpc>
              <a:buNone/>
            </a:pPr>
            <a:r>
              <a:rPr lang="en-US" sz="1000" b="0" dirty="0">
                <a:solidFill>
                  <a:srgbClr val="B5CEA8"/>
                </a:solidFill>
                <a:effectLst/>
                <a:latin typeface="Consolas" panose="020B0609020204030204" pitchFamily="49" charset="0"/>
              </a:rPr>
              <a:t>4</a:t>
            </a:r>
            <a:r>
              <a:rPr lang="en-US" sz="1000" b="0" dirty="0">
                <a:solidFill>
                  <a:srgbClr val="569CD6"/>
                </a:solidFill>
                <a:effectLst/>
                <a:latin typeface="Consolas" panose="020B0609020204030204" pitchFamily="49" charset="0"/>
              </a:rPr>
              <a:t>)</a:t>
            </a:r>
            <a:r>
              <a:rPr lang="en-US" sz="1000" b="0" dirty="0">
                <a:solidFill>
                  <a:srgbClr val="D4D4D4"/>
                </a:solidFill>
                <a:effectLst/>
                <a:latin typeface="Consolas" panose="020B0609020204030204" pitchFamily="49" charset="0"/>
              </a:rPr>
              <a:t> Slower </a:t>
            </a:r>
            <a:r>
              <a:rPr lang="en-US" sz="1000" b="0" dirty="0">
                <a:solidFill>
                  <a:srgbClr val="569CD6"/>
                </a:solidFill>
                <a:effectLst/>
                <a:latin typeface="Consolas" panose="020B0609020204030204" pitchFamily="49" charset="0"/>
              </a:rPr>
              <a:t>when</a:t>
            </a:r>
            <a:r>
              <a:rPr lang="en-US" sz="1000" b="0" dirty="0">
                <a:solidFill>
                  <a:srgbClr val="D4D4D4"/>
                </a:solidFill>
                <a:effectLst/>
                <a:latin typeface="Consolas" panose="020B0609020204030204" pitchFamily="49" charset="0"/>
              </a:rPr>
              <a:t> lots </a:t>
            </a:r>
            <a:r>
              <a:rPr lang="en-US" sz="1000" b="0" dirty="0">
                <a:solidFill>
                  <a:srgbClr val="569CD6"/>
                </a:solidFill>
                <a:effectLst/>
                <a:latin typeface="Consolas" panose="020B0609020204030204" pitchFamily="49" charset="0"/>
              </a:rPr>
              <a:t>of</a:t>
            </a:r>
            <a:r>
              <a:rPr lang="en-US" sz="1000" b="0" dirty="0">
                <a:solidFill>
                  <a:srgbClr val="D4D4D4"/>
                </a:solidFill>
                <a:effectLst/>
                <a:latin typeface="Consolas" panose="020B0609020204030204" pitchFamily="49" charset="0"/>
              </a:rPr>
              <a:t> </a:t>
            </a:r>
            <a:r>
              <a:rPr lang="en-US" sz="1000" b="0" dirty="0">
                <a:solidFill>
                  <a:srgbClr val="4EC9B0"/>
                </a:solidFill>
                <a:effectLst/>
                <a:latin typeface="Consolas" panose="020B0609020204030204" pitchFamily="49" charset="0"/>
              </a:rPr>
              <a:t>inserts</a:t>
            </a:r>
            <a:r>
              <a:rPr lang="en-US" sz="1000" b="0" dirty="0">
                <a:solidFill>
                  <a:srgbClr val="D4D4D4"/>
                </a:solidFill>
                <a:effectLst/>
                <a:latin typeface="Consolas" panose="020B0609020204030204" pitchFamily="49" charset="0"/>
              </a:rPr>
              <a:t> </a:t>
            </a:r>
            <a:r>
              <a:rPr lang="en-US" sz="1000" b="0" dirty="0">
                <a:solidFill>
                  <a:srgbClr val="4EC9B0"/>
                </a:solidFill>
                <a:effectLst/>
                <a:latin typeface="Consolas" panose="020B0609020204030204" pitchFamily="49" charset="0"/>
              </a:rPr>
              <a:t>happen</a:t>
            </a:r>
            <a:r>
              <a:rPr lang="en-US" sz="1000" b="0" dirty="0">
                <a:solidFill>
                  <a:srgbClr val="D4D4D4"/>
                </a:solidFill>
                <a:effectLst/>
                <a:latin typeface="Consolas" panose="020B0609020204030204" pitchFamily="49" charset="0"/>
              </a:rPr>
              <a:t>                 |</a:t>
            </a:r>
          </a:p>
        </p:txBody>
      </p:sp>
    </p:spTree>
    <p:extLst>
      <p:ext uri="{BB962C8B-B14F-4D97-AF65-F5344CB8AC3E}">
        <p14:creationId xmlns:p14="http://schemas.microsoft.com/office/powerpoint/2010/main" val="2165103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C157C-7E71-00DD-B11C-77BDBC4BF8C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B3C4DA9-650F-7051-94F1-99407C850D98}"/>
              </a:ext>
            </a:extLst>
          </p:cNvPr>
          <p:cNvSpPr txBox="1"/>
          <p:nvPr/>
        </p:nvSpPr>
        <p:spPr>
          <a:xfrm>
            <a:off x="641445" y="327546"/>
            <a:ext cx="1682961" cy="369332"/>
          </a:xfrm>
          <a:prstGeom prst="rect">
            <a:avLst/>
          </a:prstGeom>
          <a:noFill/>
        </p:spPr>
        <p:txBody>
          <a:bodyPr wrap="none" rtlCol="0">
            <a:spAutoFit/>
          </a:bodyPr>
          <a:lstStyle/>
          <a:p>
            <a:pPr algn="l">
              <a:spcBef>
                <a:spcPts val="1200"/>
              </a:spcBef>
              <a:spcAft>
                <a:spcPts val="1200"/>
              </a:spcAft>
              <a:buNone/>
            </a:pPr>
            <a:r>
              <a:rPr lang="en-US" b="1" i="0" dirty="0">
                <a:solidFill>
                  <a:srgbClr val="FFFF00"/>
                </a:solidFill>
                <a:effectLst/>
                <a:latin typeface="quote-cjk-patch"/>
              </a:rPr>
              <a:t>Grid file System</a:t>
            </a:r>
          </a:p>
        </p:txBody>
      </p:sp>
      <p:sp>
        <p:nvSpPr>
          <p:cNvPr id="4" name="TextBox 3">
            <a:extLst>
              <a:ext uri="{FF2B5EF4-FFF2-40B4-BE49-F238E27FC236}">
                <a16:creationId xmlns:a16="http://schemas.microsoft.com/office/drawing/2014/main" id="{EA5539A8-6F3F-0628-8DA9-59E88406B88F}"/>
              </a:ext>
            </a:extLst>
          </p:cNvPr>
          <p:cNvSpPr txBox="1"/>
          <p:nvPr/>
        </p:nvSpPr>
        <p:spPr>
          <a:xfrm>
            <a:off x="279778" y="696878"/>
            <a:ext cx="6148317" cy="3416320"/>
          </a:xfrm>
          <a:prstGeom prst="rect">
            <a:avLst/>
          </a:prstGeom>
          <a:noFill/>
        </p:spPr>
        <p:txBody>
          <a:bodyPr wrap="square">
            <a:spAutoFit/>
          </a:bodyPr>
          <a:lstStyle/>
          <a:p>
            <a:r>
              <a:rPr lang="en-US" dirty="0" err="1">
                <a:solidFill>
                  <a:schemeClr val="bg1"/>
                </a:solidFill>
              </a:rPr>
              <a:t>GridFS</a:t>
            </a:r>
            <a:r>
              <a:rPr lang="en-US" dirty="0">
                <a:solidFill>
                  <a:schemeClr val="bg1"/>
                </a:solidFill>
              </a:rPr>
              <a:t>: Storing Large Files</a:t>
            </a:r>
          </a:p>
          <a:p>
            <a:endParaRPr lang="en-US" dirty="0">
              <a:solidFill>
                <a:schemeClr val="bg1"/>
              </a:solidFill>
            </a:endParaRPr>
          </a:p>
          <a:p>
            <a:r>
              <a:rPr lang="en-US" dirty="0">
                <a:solidFill>
                  <a:schemeClr val="bg1"/>
                </a:solidFill>
              </a:rPr>
              <a:t>Concept: </a:t>
            </a:r>
          </a:p>
          <a:p>
            <a:r>
              <a:rPr lang="en-US" dirty="0" err="1">
                <a:solidFill>
                  <a:schemeClr val="bg1"/>
                </a:solidFill>
              </a:rPr>
              <a:t>GridFS</a:t>
            </a:r>
            <a:r>
              <a:rPr lang="en-US" dirty="0">
                <a:solidFill>
                  <a:schemeClr val="bg1"/>
                </a:solidFill>
              </a:rPr>
              <a:t> is a specification for storing and retrieving files that exceed the BSON document size limit (currently 16MB). </a:t>
            </a:r>
          </a:p>
          <a:p>
            <a:r>
              <a:rPr lang="en-US" dirty="0">
                <a:solidFill>
                  <a:schemeClr val="bg1"/>
                </a:solidFill>
              </a:rPr>
              <a:t>Instead of storing the entire file in a single document,</a:t>
            </a:r>
          </a:p>
          <a:p>
            <a:r>
              <a:rPr lang="en-US" dirty="0">
                <a:solidFill>
                  <a:schemeClr val="bg1"/>
                </a:solidFill>
              </a:rPr>
              <a:t> </a:t>
            </a:r>
          </a:p>
          <a:p>
            <a:r>
              <a:rPr lang="en-US" dirty="0" err="1">
                <a:solidFill>
                  <a:schemeClr val="bg1"/>
                </a:solidFill>
              </a:rPr>
              <a:t>GridFS</a:t>
            </a:r>
            <a:r>
              <a:rPr lang="en-US" dirty="0">
                <a:solidFill>
                  <a:schemeClr val="bg1"/>
                </a:solidFill>
              </a:rPr>
              <a:t> divides the file into smaller chunks (typically 255KB) </a:t>
            </a:r>
          </a:p>
          <a:p>
            <a:r>
              <a:rPr lang="en-US" dirty="0">
                <a:solidFill>
                  <a:schemeClr val="bg1"/>
                </a:solidFill>
              </a:rPr>
              <a:t>and stores each chunk as a separate document in a "chunks" collection. </a:t>
            </a:r>
          </a:p>
          <a:p>
            <a:r>
              <a:rPr lang="en-US" dirty="0">
                <a:solidFill>
                  <a:schemeClr val="bg1"/>
                </a:solidFill>
              </a:rPr>
              <a:t>Metadata about the file (filename, content type, upload date, etc.) is stored in a separate "files" collection.</a:t>
            </a:r>
          </a:p>
        </p:txBody>
      </p:sp>
    </p:spTree>
    <p:extLst>
      <p:ext uri="{BB962C8B-B14F-4D97-AF65-F5344CB8AC3E}">
        <p14:creationId xmlns:p14="http://schemas.microsoft.com/office/powerpoint/2010/main" val="262361355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3A60-7F4A-4075-E419-85EE761A0B1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135330-930F-1768-B241-FA1FCB8912C9}"/>
              </a:ext>
            </a:extLst>
          </p:cNvPr>
          <p:cNvSpPr txBox="1"/>
          <p:nvPr/>
        </p:nvSpPr>
        <p:spPr>
          <a:xfrm>
            <a:off x="4951864" y="151179"/>
            <a:ext cx="4954136" cy="6555641"/>
          </a:xfrm>
          <a:prstGeom prst="rect">
            <a:avLst/>
          </a:prstGeom>
          <a:noFill/>
        </p:spPr>
        <p:txBody>
          <a:bodyPr wrap="square">
            <a:spAutoFit/>
          </a:bodyPr>
          <a:lstStyle/>
          <a:p>
            <a:pPr>
              <a:lnSpc>
                <a:spcPts val="1425"/>
              </a:lnSpc>
              <a:buNone/>
            </a:pP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 </a:t>
            </a:r>
            <a:r>
              <a:rPr lang="en-US" sz="1200" b="0" dirty="0" err="1">
                <a:solidFill>
                  <a:srgbClr val="4FC1FF"/>
                </a:solidFill>
                <a:effectLst/>
                <a:latin typeface="Consolas" panose="020B0609020204030204" pitchFamily="49" charset="0"/>
              </a:rPr>
              <a:t>GridFSBucket</a:t>
            </a:r>
            <a:r>
              <a:rPr lang="en-US" sz="1200" b="0" dirty="0">
                <a:solidFill>
                  <a:srgbClr val="D4D4D4"/>
                </a:solidFill>
                <a:effectLst/>
                <a:latin typeface="Consolas" panose="020B0609020204030204" pitchFamily="49" charset="0"/>
              </a:rPr>
              <a:t> } = </a:t>
            </a:r>
            <a:r>
              <a:rPr lang="en-US" sz="1200" b="0" dirty="0">
                <a:solidFill>
                  <a:srgbClr val="DCDCAA"/>
                </a:solidFill>
                <a:effectLst/>
                <a:latin typeface="Consolas" panose="020B0609020204030204" pitchFamily="49" charset="0"/>
              </a:rPr>
              <a:t>require</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mongodb</a:t>
            </a:r>
            <a:r>
              <a:rPr lang="en-US" sz="1200" b="0" dirty="0">
                <a:solidFill>
                  <a:srgbClr val="CE9178"/>
                </a:solidFill>
                <a:effectLst/>
                <a:latin typeface="Consolas" panose="020B0609020204030204" pitchFamily="49" charset="0"/>
              </a:rPr>
              <a:t>'</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a:solidFill>
                  <a:srgbClr val="4EC9B0"/>
                </a:solidFill>
                <a:effectLst/>
                <a:latin typeface="Consolas" panose="020B0609020204030204" pitchFamily="49" charset="0"/>
              </a:rPr>
              <a:t>fs</a:t>
            </a:r>
            <a:r>
              <a:rPr lang="en-US" sz="1200" b="0" dirty="0">
                <a:solidFill>
                  <a:srgbClr val="D4D4D4"/>
                </a:solidFill>
                <a:effectLst/>
                <a:latin typeface="Consolas" panose="020B0609020204030204" pitchFamily="49" charset="0"/>
              </a:rPr>
              <a:t> = </a:t>
            </a:r>
            <a:r>
              <a:rPr lang="en-US" sz="1200" b="0" dirty="0">
                <a:solidFill>
                  <a:srgbClr val="DCDCAA"/>
                </a:solidFill>
                <a:effectLst/>
                <a:latin typeface="Consolas" panose="020B0609020204030204" pitchFamily="49" charset="0"/>
              </a:rPr>
              <a:t>require</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node:fs</a:t>
            </a:r>
            <a:r>
              <a:rPr lang="en-US" sz="1200" b="0" dirty="0">
                <a:solidFill>
                  <a:srgbClr val="CE9178"/>
                </a:solidFill>
                <a:effectLst/>
                <a:latin typeface="Consolas" panose="020B0609020204030204" pitchFamily="49" charset="0"/>
              </a:rPr>
              <a:t>'</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 </a:t>
            </a:r>
            <a:r>
              <a:rPr lang="en-US" sz="1200" b="0" dirty="0" err="1">
                <a:solidFill>
                  <a:srgbClr val="4FC1FF"/>
                </a:solidFill>
                <a:effectLst/>
                <a:latin typeface="Consolas" panose="020B0609020204030204" pitchFamily="49" charset="0"/>
              </a:rPr>
              <a:t>MongoClient</a:t>
            </a:r>
            <a:r>
              <a:rPr lang="en-US" sz="1200" b="0" dirty="0">
                <a:solidFill>
                  <a:srgbClr val="D4D4D4"/>
                </a:solidFill>
                <a:effectLst/>
                <a:latin typeface="Consolas" panose="020B0609020204030204" pitchFamily="49" charset="0"/>
              </a:rPr>
              <a:t> } = </a:t>
            </a:r>
            <a:r>
              <a:rPr lang="en-US" sz="1200" b="0" dirty="0">
                <a:solidFill>
                  <a:srgbClr val="DCDCAA"/>
                </a:solidFill>
                <a:effectLst/>
                <a:latin typeface="Consolas" panose="020B0609020204030204" pitchFamily="49" charset="0"/>
              </a:rPr>
              <a:t>require</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mongodb</a:t>
            </a:r>
            <a:r>
              <a:rPr lang="en-US" sz="1200" b="0" dirty="0">
                <a:solidFill>
                  <a:srgbClr val="CE9178"/>
                </a:solidFill>
                <a:effectLst/>
                <a:latin typeface="Consolas" panose="020B0609020204030204" pitchFamily="49" charset="0"/>
              </a:rPr>
              <a:t>'</a:t>
            </a:r>
            <a:r>
              <a:rPr lang="en-US" sz="1200" b="0" dirty="0">
                <a:solidFill>
                  <a:srgbClr val="D4D4D4"/>
                </a:solidFill>
                <a:effectLst/>
                <a:latin typeface="Consolas" panose="020B0609020204030204" pitchFamily="49" charset="0"/>
              </a:rPr>
              <a:t>);</a:t>
            </a:r>
          </a:p>
          <a:p>
            <a:pPr>
              <a:lnSpc>
                <a:spcPts val="1425"/>
              </a:lnSpc>
              <a:buNone/>
            </a:pP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async</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function</a:t>
            </a:r>
            <a:r>
              <a:rPr lang="en-US" sz="1200" b="0" dirty="0">
                <a:solidFill>
                  <a:srgbClr val="D4D4D4"/>
                </a:solidFill>
                <a:effectLst/>
                <a:latin typeface="Consolas" panose="020B0609020204030204" pitchFamily="49" charset="0"/>
              </a:rPr>
              <a:t> </a:t>
            </a:r>
            <a:r>
              <a:rPr lang="en-US" sz="1200" b="0" dirty="0" err="1">
                <a:solidFill>
                  <a:srgbClr val="DCDCAA"/>
                </a:solidFill>
                <a:effectLst/>
                <a:latin typeface="Consolas" panose="020B0609020204030204" pitchFamily="49" charset="0"/>
              </a:rPr>
              <a:t>storeVideo</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err="1">
                <a:solidFill>
                  <a:srgbClr val="4FC1FF"/>
                </a:solidFill>
                <a:effectLst/>
                <a:latin typeface="Consolas" panose="020B0609020204030204" pitchFamily="49" charset="0"/>
              </a:rPr>
              <a:t>uri</a:t>
            </a:r>
            <a:r>
              <a:rPr lang="en-US" sz="1200" b="0" dirty="0">
                <a:solidFill>
                  <a:srgbClr val="D4D4D4"/>
                </a:solidFill>
                <a:effectLst/>
                <a:latin typeface="Consolas" panose="020B0609020204030204" pitchFamily="49" charset="0"/>
              </a:rPr>
              <a:t> = </a:t>
            </a:r>
            <a:r>
              <a:rPr lang="en-US" sz="1200" b="0" dirty="0">
                <a:solidFill>
                  <a:srgbClr val="CE9178"/>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mongodb</a:t>
            </a:r>
            <a:r>
              <a:rPr lang="en-US" sz="1200" b="0" dirty="0">
                <a:solidFill>
                  <a:srgbClr val="CE9178"/>
                </a:solidFill>
                <a:effectLst/>
                <a:latin typeface="Consolas" panose="020B0609020204030204" pitchFamily="49" charset="0"/>
              </a:rPr>
              <a:t>://localhost:27017/</a:t>
            </a:r>
            <a:r>
              <a:rPr lang="en-US" sz="1200" b="0" dirty="0" err="1">
                <a:solidFill>
                  <a:srgbClr val="CE9178"/>
                </a:solidFill>
                <a:effectLst/>
                <a:latin typeface="Consolas" panose="020B0609020204030204" pitchFamily="49" charset="0"/>
              </a:rPr>
              <a:t>mydatabase</a:t>
            </a:r>
            <a:r>
              <a:rPr lang="en-US" sz="1200" b="0" dirty="0">
                <a:solidFill>
                  <a:srgbClr val="CE9178"/>
                </a:solidFill>
                <a:effectLst/>
                <a:latin typeface="Consolas" panose="020B0609020204030204" pitchFamily="49" charset="0"/>
              </a:rPr>
              <a:t>"</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a:solidFill>
                  <a:srgbClr val="4FC1FF"/>
                </a:solidFill>
                <a:effectLst/>
                <a:latin typeface="Consolas" panose="020B0609020204030204" pitchFamily="49" charset="0"/>
              </a:rPr>
              <a:t>client</a:t>
            </a:r>
            <a:r>
              <a:rPr lang="en-US" sz="1200" b="0" dirty="0">
                <a:solidFill>
                  <a:srgbClr val="D4D4D4"/>
                </a:solidFill>
                <a:effectLst/>
                <a:latin typeface="Consolas" panose="020B0609020204030204" pitchFamily="49" charset="0"/>
              </a:rPr>
              <a:t> = </a:t>
            </a:r>
            <a:r>
              <a:rPr lang="en-US" sz="1200" b="0" dirty="0">
                <a:solidFill>
                  <a:srgbClr val="569CD6"/>
                </a:solidFill>
                <a:effectLst/>
                <a:latin typeface="Consolas" panose="020B0609020204030204" pitchFamily="49" charset="0"/>
              </a:rPr>
              <a:t>new</a:t>
            </a:r>
            <a:r>
              <a:rPr lang="en-US" sz="1200" b="0" dirty="0">
                <a:solidFill>
                  <a:srgbClr val="D4D4D4"/>
                </a:solidFill>
                <a:effectLst/>
                <a:latin typeface="Consolas" panose="020B0609020204030204" pitchFamily="49" charset="0"/>
              </a:rPr>
              <a:t> </a:t>
            </a:r>
            <a:r>
              <a:rPr lang="en-US" sz="1200" b="0" dirty="0" err="1">
                <a:solidFill>
                  <a:srgbClr val="DCDCAA"/>
                </a:solidFill>
                <a:effectLst/>
                <a:latin typeface="Consolas" panose="020B0609020204030204" pitchFamily="49" charset="0"/>
              </a:rPr>
              <a:t>MongoClient</a:t>
            </a:r>
            <a:r>
              <a:rPr lang="en-US" sz="1200" b="0" dirty="0">
                <a:solidFill>
                  <a:srgbClr val="D4D4D4"/>
                </a:solidFill>
                <a:effectLst/>
                <a:latin typeface="Consolas" panose="020B0609020204030204" pitchFamily="49" charset="0"/>
              </a:rPr>
              <a:t>(</a:t>
            </a:r>
            <a:r>
              <a:rPr lang="en-US" sz="1200" b="0" dirty="0" err="1">
                <a:solidFill>
                  <a:srgbClr val="4FC1FF"/>
                </a:solidFill>
                <a:effectLst/>
                <a:latin typeface="Consolas" panose="020B0609020204030204" pitchFamily="49" charset="0"/>
              </a:rPr>
              <a:t>uri</a:t>
            </a:r>
            <a:r>
              <a:rPr lang="en-US" sz="1200" b="0" dirty="0">
                <a:solidFill>
                  <a:srgbClr val="D4D4D4"/>
                </a:solidFill>
                <a:effectLst/>
                <a:latin typeface="Consolas" panose="020B0609020204030204" pitchFamily="49" charset="0"/>
              </a:rPr>
              <a:t>);</a:t>
            </a:r>
          </a:p>
          <a:p>
            <a:pPr>
              <a:lnSpc>
                <a:spcPts val="1425"/>
              </a:lnSpc>
              <a:buNone/>
            </a:pP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try</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await</a:t>
            </a:r>
            <a:r>
              <a:rPr lang="en-US" sz="1200" b="0" dirty="0">
                <a:solidFill>
                  <a:srgbClr val="D4D4D4"/>
                </a:solidFill>
                <a:effectLst/>
                <a:latin typeface="Consolas" panose="020B0609020204030204" pitchFamily="49" charset="0"/>
              </a:rPr>
              <a:t> </a:t>
            </a:r>
            <a:r>
              <a:rPr lang="en-US" sz="1200" b="0" dirty="0" err="1">
                <a:solidFill>
                  <a:srgbClr val="4FC1FF"/>
                </a:solidFill>
                <a:effectLst/>
                <a:latin typeface="Consolas" panose="020B0609020204030204" pitchFamily="49" charset="0"/>
              </a:rPr>
              <a:t>client</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connect</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err="1">
                <a:solidFill>
                  <a:srgbClr val="4FC1FF"/>
                </a:solidFill>
                <a:effectLst/>
                <a:latin typeface="Consolas" panose="020B0609020204030204" pitchFamily="49" charset="0"/>
              </a:rPr>
              <a:t>db</a:t>
            </a:r>
            <a:r>
              <a:rPr lang="en-US" sz="1200" b="0" dirty="0">
                <a:solidFill>
                  <a:srgbClr val="D4D4D4"/>
                </a:solidFill>
                <a:effectLst/>
                <a:latin typeface="Consolas" panose="020B0609020204030204" pitchFamily="49" charset="0"/>
              </a:rPr>
              <a:t> = </a:t>
            </a:r>
            <a:r>
              <a:rPr lang="en-US" sz="1200" b="0" dirty="0" err="1">
                <a:solidFill>
                  <a:srgbClr val="4FC1FF"/>
                </a:solidFill>
                <a:effectLst/>
                <a:latin typeface="Consolas" panose="020B0609020204030204" pitchFamily="49" charset="0"/>
              </a:rPr>
              <a:t>client</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db</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err="1">
                <a:solidFill>
                  <a:srgbClr val="4FC1FF"/>
                </a:solidFill>
                <a:effectLst/>
                <a:latin typeface="Consolas" panose="020B0609020204030204" pitchFamily="49" charset="0"/>
              </a:rPr>
              <a:t>readStream</a:t>
            </a:r>
            <a:r>
              <a:rPr lang="en-US" sz="1200" b="0" dirty="0">
                <a:solidFill>
                  <a:srgbClr val="D4D4D4"/>
                </a:solidFill>
                <a:effectLst/>
                <a:latin typeface="Consolas" panose="020B0609020204030204" pitchFamily="49" charset="0"/>
              </a:rPr>
              <a:t> = </a:t>
            </a:r>
            <a:r>
              <a:rPr lang="en-US" sz="1200" b="0" dirty="0" err="1">
                <a:solidFill>
                  <a:srgbClr val="4EC9B0"/>
                </a:solidFill>
                <a:effectLst/>
                <a:latin typeface="Consolas" panose="020B0609020204030204" pitchFamily="49" charset="0"/>
              </a:rPr>
              <a:t>fs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createReadStream</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'./my_large_video.mp4'</a:t>
            </a:r>
            <a:r>
              <a:rPr lang="en-US" sz="1200" b="0" dirty="0">
                <a:solidFill>
                  <a:srgbClr val="D4D4D4"/>
                </a:solidFill>
                <a:effectLst/>
                <a:latin typeface="Consolas" panose="020B0609020204030204" pitchFamily="49" charset="0"/>
              </a:rPr>
              <a:t>); </a:t>
            </a:r>
            <a:r>
              <a:rPr lang="en-US" sz="1200" b="0" dirty="0">
                <a:solidFill>
                  <a:srgbClr val="6A9955"/>
                </a:solidFill>
                <a:effectLst/>
                <a:latin typeface="Consolas" panose="020B0609020204030204" pitchFamily="49" charset="0"/>
              </a:rPr>
              <a:t>// Assuming you have this file</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a:solidFill>
                  <a:srgbClr val="4FC1FF"/>
                </a:solidFill>
                <a:effectLst/>
                <a:latin typeface="Consolas" panose="020B0609020204030204" pitchFamily="49" charset="0"/>
              </a:rPr>
              <a:t>bucket</a:t>
            </a:r>
            <a:r>
              <a:rPr lang="en-US" sz="1200" b="0" dirty="0">
                <a:solidFill>
                  <a:srgbClr val="D4D4D4"/>
                </a:solidFill>
                <a:effectLst/>
                <a:latin typeface="Consolas" panose="020B0609020204030204" pitchFamily="49" charset="0"/>
              </a:rPr>
              <a:t> = </a:t>
            </a:r>
            <a:r>
              <a:rPr lang="en-US" sz="1200" b="0" dirty="0">
                <a:solidFill>
                  <a:srgbClr val="569CD6"/>
                </a:solidFill>
                <a:effectLst/>
                <a:latin typeface="Consolas" panose="020B0609020204030204" pitchFamily="49" charset="0"/>
              </a:rPr>
              <a:t>new</a:t>
            </a:r>
            <a:r>
              <a:rPr lang="en-US" sz="1200" b="0" dirty="0">
                <a:solidFill>
                  <a:srgbClr val="D4D4D4"/>
                </a:solidFill>
                <a:effectLst/>
                <a:latin typeface="Consolas" panose="020B0609020204030204" pitchFamily="49" charset="0"/>
              </a:rPr>
              <a:t> </a:t>
            </a:r>
            <a:r>
              <a:rPr lang="en-US" sz="1200" b="0" dirty="0" err="1">
                <a:solidFill>
                  <a:srgbClr val="DCDCAA"/>
                </a:solidFill>
                <a:effectLst/>
                <a:latin typeface="Consolas" panose="020B0609020204030204" pitchFamily="49" charset="0"/>
              </a:rPr>
              <a:t>GridFSBucket</a:t>
            </a:r>
            <a:r>
              <a:rPr lang="en-US" sz="1200" b="0" dirty="0">
                <a:solidFill>
                  <a:srgbClr val="D4D4D4"/>
                </a:solidFill>
                <a:effectLst/>
                <a:latin typeface="Consolas" panose="020B0609020204030204" pitchFamily="49" charset="0"/>
              </a:rPr>
              <a:t>(</a:t>
            </a:r>
            <a:r>
              <a:rPr lang="en-US" sz="1200" b="0" dirty="0" err="1">
                <a:solidFill>
                  <a:srgbClr val="4FC1FF"/>
                </a:solidFill>
                <a:effectLst/>
                <a:latin typeface="Consolas" panose="020B0609020204030204" pitchFamily="49" charset="0"/>
              </a:rPr>
              <a:t>db</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err="1">
                <a:solidFill>
                  <a:srgbClr val="4FC1FF"/>
                </a:solidFill>
                <a:effectLst/>
                <a:latin typeface="Consolas" panose="020B0609020204030204" pitchFamily="49" charset="0"/>
              </a:rPr>
              <a:t>writeStream</a:t>
            </a:r>
            <a:r>
              <a:rPr lang="en-US" sz="1200" b="0" dirty="0">
                <a:solidFill>
                  <a:srgbClr val="D4D4D4"/>
                </a:solidFill>
                <a:effectLst/>
                <a:latin typeface="Consolas" panose="020B0609020204030204" pitchFamily="49" charset="0"/>
              </a:rPr>
              <a:t> = </a:t>
            </a:r>
            <a:r>
              <a:rPr lang="en-US" sz="1200" b="0" dirty="0" err="1">
                <a:solidFill>
                  <a:srgbClr val="4FC1FF"/>
                </a:solidFill>
                <a:effectLst/>
                <a:latin typeface="Consolas" panose="020B0609020204030204" pitchFamily="49" charset="0"/>
              </a:rPr>
              <a:t>bucket</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openUploadStream</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'my_large_video.mp4'</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err="1">
                <a:solidFill>
                  <a:srgbClr val="4FC1FF"/>
                </a:solidFill>
                <a:effectLst/>
                <a:latin typeface="Consolas" panose="020B0609020204030204" pitchFamily="49" charset="0"/>
              </a:rPr>
              <a:t>readStream</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pipe</a:t>
            </a:r>
            <a:r>
              <a:rPr lang="en-US" sz="1200" b="0" dirty="0">
                <a:solidFill>
                  <a:srgbClr val="D4D4D4"/>
                </a:solidFill>
                <a:effectLst/>
                <a:latin typeface="Consolas" panose="020B0609020204030204" pitchFamily="49" charset="0"/>
              </a:rPr>
              <a:t>(</a:t>
            </a:r>
            <a:r>
              <a:rPr lang="en-US" sz="1200" b="0" dirty="0" err="1">
                <a:solidFill>
                  <a:srgbClr val="4FC1FF"/>
                </a:solidFill>
                <a:effectLst/>
                <a:latin typeface="Consolas" panose="020B0609020204030204" pitchFamily="49" charset="0"/>
              </a:rPr>
              <a:t>writeStream</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DCDCAA"/>
                </a:solidFill>
                <a:effectLst/>
                <a:latin typeface="Consolas" panose="020B0609020204030204" pitchFamily="49" charset="0"/>
              </a:rPr>
              <a:t>on</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'finish'</a:t>
            </a:r>
            <a:r>
              <a:rPr lang="en-US" sz="1200" b="0" dirty="0">
                <a:solidFill>
                  <a:srgbClr val="D4D4D4"/>
                </a:solidFill>
                <a:effectLst/>
                <a:latin typeface="Consolas" panose="020B0609020204030204" pitchFamily="49" charset="0"/>
              </a:rPr>
              <a:t>, () </a:t>
            </a:r>
            <a:r>
              <a:rPr lang="en-US" sz="1200" b="0" dirty="0">
                <a:solidFill>
                  <a:srgbClr val="569CD6"/>
                </a:solidFill>
                <a:effectLst/>
                <a:latin typeface="Consolas" panose="020B0609020204030204" pitchFamily="49" charset="0"/>
              </a:rPr>
              <a:t>=&gt;</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console</a:t>
            </a:r>
            <a:r>
              <a:rPr lang="en-US" sz="1200" b="0" dirty="0">
                <a:solidFill>
                  <a:srgbClr val="D4D4D4"/>
                </a:solidFill>
                <a:effectLst/>
                <a:latin typeface="Consolas" panose="020B0609020204030204" pitchFamily="49" charset="0"/>
              </a:rPr>
              <a:t>.</a:t>
            </a:r>
            <a:r>
              <a:rPr lang="en-US" sz="1200" b="0" dirty="0">
                <a:solidFill>
                  <a:srgbClr val="DCDCAA"/>
                </a:solidFill>
                <a:effectLst/>
                <a:latin typeface="Consolas" panose="020B0609020204030204" pitchFamily="49" charset="0"/>
              </a:rPr>
              <a:t>log</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'Video uploaded successfully!'</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err="1">
                <a:solidFill>
                  <a:srgbClr val="4FC1FF"/>
                </a:solidFill>
                <a:effectLst/>
                <a:latin typeface="Consolas" panose="020B0609020204030204" pitchFamily="49" charset="0"/>
              </a:rPr>
              <a:t>client</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close</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DCDCAA"/>
                </a:solidFill>
                <a:effectLst/>
                <a:latin typeface="Consolas" panose="020B0609020204030204" pitchFamily="49" charset="0"/>
              </a:rPr>
              <a:t>on</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'error'</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error</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=&gt;</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console</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error</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'Error uploading video:'</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error</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err="1">
                <a:solidFill>
                  <a:srgbClr val="4FC1FF"/>
                </a:solidFill>
                <a:effectLst/>
                <a:latin typeface="Consolas" panose="020B0609020204030204" pitchFamily="49" charset="0"/>
              </a:rPr>
              <a:t>client</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close</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 </a:t>
            </a:r>
            <a:r>
              <a:rPr lang="en-US" sz="1200" b="0" dirty="0">
                <a:solidFill>
                  <a:srgbClr val="C586C0"/>
                </a:solidFill>
                <a:effectLst/>
                <a:latin typeface="Consolas" panose="020B0609020204030204" pitchFamily="49" charset="0"/>
              </a:rPr>
              <a:t>catch</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err</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console</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error</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'Error connecting to MongoDB:'</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err</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a:t>
            </a:r>
          </a:p>
          <a:p>
            <a:pPr>
              <a:lnSpc>
                <a:spcPts val="1425"/>
              </a:lnSpc>
              <a:buNone/>
            </a:pPr>
            <a:r>
              <a:rPr lang="en-US" sz="1200" b="0" dirty="0" err="1">
                <a:solidFill>
                  <a:srgbClr val="DCDCAA"/>
                </a:solidFill>
                <a:effectLst/>
                <a:latin typeface="Consolas" panose="020B0609020204030204" pitchFamily="49" charset="0"/>
              </a:rPr>
              <a:t>storeVideo</a:t>
            </a:r>
            <a:r>
              <a:rPr lang="en-US" sz="1200" b="0" dirty="0">
                <a:solidFill>
                  <a:srgbClr val="D4D4D4"/>
                </a:solidFill>
                <a:effectLst/>
                <a:latin typeface="Consolas" panose="020B0609020204030204" pitchFamily="49" charset="0"/>
              </a:rPr>
              <a:t>();</a:t>
            </a:r>
          </a:p>
        </p:txBody>
      </p:sp>
      <p:sp>
        <p:nvSpPr>
          <p:cNvPr id="5" name="TextBox 4">
            <a:extLst>
              <a:ext uri="{FF2B5EF4-FFF2-40B4-BE49-F238E27FC236}">
                <a16:creationId xmlns:a16="http://schemas.microsoft.com/office/drawing/2014/main" id="{28966F9B-333F-49F4-5745-5CC78E00409A}"/>
              </a:ext>
            </a:extLst>
          </p:cNvPr>
          <p:cNvSpPr txBox="1"/>
          <p:nvPr/>
        </p:nvSpPr>
        <p:spPr>
          <a:xfrm>
            <a:off x="0" y="628377"/>
            <a:ext cx="4954136" cy="5298886"/>
          </a:xfrm>
          <a:prstGeom prst="rect">
            <a:avLst/>
          </a:prstGeom>
          <a:noFill/>
        </p:spPr>
        <p:txBody>
          <a:bodyPr wrap="square">
            <a:spAutoFit/>
          </a:bodyPr>
          <a:lstStyle/>
          <a:p>
            <a:pPr>
              <a:lnSpc>
                <a:spcPts val="1425"/>
              </a:lnSpc>
              <a:buNone/>
            </a:pPr>
            <a:r>
              <a:rPr lang="en-US" sz="1200" b="0" dirty="0">
                <a:solidFill>
                  <a:srgbClr val="6A9955"/>
                </a:solidFill>
                <a:effectLst/>
                <a:latin typeface="Consolas" panose="020B0609020204030204" pitchFamily="49" charset="0"/>
              </a:rPr>
              <a:t>/*</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Example: </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Imagine you want to store a large video file (say, 50MB) in your MongoDB database.</a:t>
            </a:r>
            <a:endParaRPr lang="en-US" sz="1200" b="0" dirty="0">
              <a:solidFill>
                <a:srgbClr val="D4D4D4"/>
              </a:solidFill>
              <a:effectLst/>
              <a:latin typeface="Consolas" panose="020B0609020204030204" pitchFamily="49" charset="0"/>
            </a:endParaRPr>
          </a:p>
          <a:p>
            <a:pPr>
              <a:lnSpc>
                <a:spcPts val="1425"/>
              </a:lnSpc>
              <a:buNone/>
            </a:pP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Writing the file: </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When you save the video using </a:t>
            </a:r>
            <a:r>
              <a:rPr lang="en-US" sz="1200" b="0" dirty="0" err="1">
                <a:solidFill>
                  <a:srgbClr val="6A9955"/>
                </a:solidFill>
                <a:effectLst/>
                <a:latin typeface="Consolas" panose="020B0609020204030204" pitchFamily="49" charset="0"/>
              </a:rPr>
              <a:t>GridFS</a:t>
            </a:r>
            <a:r>
              <a:rPr lang="en-US" sz="1200" b="0" dirty="0">
                <a:solidFill>
                  <a:srgbClr val="6A9955"/>
                </a:solidFill>
                <a:effectLst/>
                <a:latin typeface="Consolas" panose="020B0609020204030204" pitchFamily="49" charset="0"/>
              </a:rPr>
              <a:t>, </a:t>
            </a:r>
            <a:endParaRPr lang="en-US" sz="1200" b="0" dirty="0">
              <a:solidFill>
                <a:srgbClr val="D4D4D4"/>
              </a:solidFill>
              <a:effectLst/>
              <a:latin typeface="Consolas" panose="020B0609020204030204" pitchFamily="49" charset="0"/>
            </a:endParaRPr>
          </a:p>
          <a:p>
            <a:pPr>
              <a:lnSpc>
                <a:spcPts val="1425"/>
              </a:lnSpc>
              <a:buNone/>
            </a:pP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1) video will be split into multiple 255KB chunks (plus one smaller final chunk).</a:t>
            </a:r>
            <a:endParaRPr lang="en-US" sz="1200" b="0" dirty="0">
              <a:solidFill>
                <a:srgbClr val="D4D4D4"/>
              </a:solidFill>
              <a:effectLst/>
              <a:latin typeface="Consolas" panose="020B0609020204030204" pitchFamily="49" charset="0"/>
            </a:endParaRPr>
          </a:p>
          <a:p>
            <a:pPr>
              <a:lnSpc>
                <a:spcPts val="1425"/>
              </a:lnSpc>
              <a:buNone/>
            </a:pP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2) Each chunk will be a document in the </a:t>
            </a:r>
            <a:r>
              <a:rPr lang="en-US" sz="1200" b="0" dirty="0" err="1">
                <a:solidFill>
                  <a:srgbClr val="6A9955"/>
                </a:solidFill>
                <a:effectLst/>
                <a:latin typeface="Consolas" panose="020B0609020204030204" pitchFamily="49" charset="0"/>
              </a:rPr>
              <a:t>fs.chunks</a:t>
            </a:r>
            <a:r>
              <a:rPr lang="en-US" sz="1200" b="0" dirty="0">
                <a:solidFill>
                  <a:srgbClr val="6A9955"/>
                </a:solidFill>
                <a:effectLst/>
                <a:latin typeface="Consolas" panose="020B0609020204030204" pitchFamily="49" charset="0"/>
              </a:rPr>
              <a:t> collection, </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  containing the chunk's data, </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  its sequence number (n), and </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  a </a:t>
            </a:r>
            <a:r>
              <a:rPr lang="en-US" sz="1200" b="0" dirty="0" err="1">
                <a:solidFill>
                  <a:srgbClr val="6A9955"/>
                </a:solidFill>
                <a:effectLst/>
                <a:latin typeface="Consolas" panose="020B0609020204030204" pitchFamily="49" charset="0"/>
              </a:rPr>
              <a:t>files_id</a:t>
            </a:r>
            <a:r>
              <a:rPr lang="en-US" sz="1200" b="0" dirty="0">
                <a:solidFill>
                  <a:srgbClr val="6A9955"/>
                </a:solidFill>
                <a:effectLst/>
                <a:latin typeface="Consolas" panose="020B0609020204030204" pitchFamily="49" charset="0"/>
              </a:rPr>
              <a:t> linking it back to the original file's metadata. </a:t>
            </a:r>
            <a:endParaRPr lang="en-US" sz="1200" b="0" dirty="0">
              <a:solidFill>
                <a:srgbClr val="D4D4D4"/>
              </a:solidFill>
              <a:effectLst/>
              <a:latin typeface="Consolas" panose="020B0609020204030204" pitchFamily="49" charset="0"/>
            </a:endParaRPr>
          </a:p>
          <a:p>
            <a:pPr>
              <a:lnSpc>
                <a:spcPts val="1425"/>
              </a:lnSpc>
              <a:buNone/>
            </a:pP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3) A document will also be created in the </a:t>
            </a:r>
            <a:r>
              <a:rPr lang="en-US" sz="1200" b="0" dirty="0" err="1">
                <a:solidFill>
                  <a:srgbClr val="6A9955"/>
                </a:solidFill>
                <a:effectLst/>
                <a:latin typeface="Consolas" panose="020B0609020204030204" pitchFamily="49" charset="0"/>
              </a:rPr>
              <a:t>fs.files</a:t>
            </a:r>
            <a:r>
              <a:rPr lang="en-US" sz="1200" b="0" dirty="0">
                <a:solidFill>
                  <a:srgbClr val="6A9955"/>
                </a:solidFill>
                <a:effectLst/>
                <a:latin typeface="Consolas" panose="020B0609020204030204" pitchFamily="49" charset="0"/>
              </a:rPr>
              <a:t> collection, </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  storing the video's filename, </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  content type ("video/mp4"), </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  length (50 * 1024 * 1024 bytes), </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  and other relevant details. </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a:t>
            </a:r>
            <a:endParaRPr lang="en-US" sz="1200" b="0" dirty="0">
              <a:solidFill>
                <a:srgbClr val="D4D4D4"/>
              </a:solidFill>
              <a:effectLst/>
              <a:latin typeface="Consolas" panose="020B0609020204030204" pitchFamily="49" charset="0"/>
            </a:endParaRPr>
          </a:p>
        </p:txBody>
      </p:sp>
    </p:spTree>
    <p:extLst>
      <p:ext uri="{BB962C8B-B14F-4D97-AF65-F5344CB8AC3E}">
        <p14:creationId xmlns:p14="http://schemas.microsoft.com/office/powerpoint/2010/main" val="100818833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D2FCAA-5208-4115-0033-78F3F505C61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5788671-27AC-72A1-3907-A81C2341B6AB}"/>
              </a:ext>
            </a:extLst>
          </p:cNvPr>
          <p:cNvSpPr txBox="1"/>
          <p:nvPr/>
        </p:nvSpPr>
        <p:spPr>
          <a:xfrm>
            <a:off x="374176" y="0"/>
            <a:ext cx="9157647" cy="6555641"/>
          </a:xfrm>
          <a:prstGeom prst="rect">
            <a:avLst/>
          </a:prstGeom>
          <a:noFill/>
        </p:spPr>
        <p:txBody>
          <a:bodyPr wrap="square">
            <a:spAutoFit/>
          </a:bodyPr>
          <a:lstStyle/>
          <a:p>
            <a:pPr>
              <a:lnSpc>
                <a:spcPts val="1425"/>
              </a:lnSpc>
              <a:buNone/>
            </a:pPr>
            <a:r>
              <a:rPr lang="en-US" sz="1200" b="0" dirty="0">
                <a:solidFill>
                  <a:srgbClr val="6A9955"/>
                </a:solidFill>
                <a:effectLst/>
                <a:latin typeface="Consolas" panose="020B0609020204030204" pitchFamily="49" charset="0"/>
              </a:rPr>
              <a:t>/* </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 When you want to retrieve the video, </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 </a:t>
            </a:r>
            <a:r>
              <a:rPr lang="en-US" sz="1200" b="0" dirty="0" err="1">
                <a:solidFill>
                  <a:srgbClr val="6A9955"/>
                </a:solidFill>
                <a:effectLst/>
                <a:latin typeface="Consolas" panose="020B0609020204030204" pitchFamily="49" charset="0"/>
              </a:rPr>
              <a:t>GridFS</a:t>
            </a:r>
            <a:r>
              <a:rPr lang="en-US" sz="1200" b="0" dirty="0">
                <a:solidFill>
                  <a:srgbClr val="6A9955"/>
                </a:solidFill>
                <a:effectLst/>
                <a:latin typeface="Consolas" panose="020B0609020204030204" pitchFamily="49" charset="0"/>
              </a:rPr>
              <a:t> will query the </a:t>
            </a:r>
            <a:r>
              <a:rPr lang="en-US" sz="1200" b="0" dirty="0" err="1">
                <a:solidFill>
                  <a:srgbClr val="6A9955"/>
                </a:solidFill>
                <a:effectLst/>
                <a:latin typeface="Consolas" panose="020B0609020204030204" pitchFamily="49" charset="0"/>
              </a:rPr>
              <a:t>fs.chunks</a:t>
            </a:r>
            <a:r>
              <a:rPr lang="en-US" sz="1200" b="0" dirty="0">
                <a:solidFill>
                  <a:srgbClr val="6A9955"/>
                </a:solidFill>
                <a:effectLst/>
                <a:latin typeface="Consolas" panose="020B0609020204030204" pitchFamily="49" charset="0"/>
              </a:rPr>
              <a:t> collection based on the </a:t>
            </a:r>
            <a:r>
              <a:rPr lang="en-US" sz="1200" b="0" dirty="0" err="1">
                <a:solidFill>
                  <a:srgbClr val="6A9955"/>
                </a:solidFill>
                <a:effectLst/>
                <a:latin typeface="Consolas" panose="020B0609020204030204" pitchFamily="49" charset="0"/>
              </a:rPr>
              <a:t>files_id</a:t>
            </a:r>
            <a:r>
              <a:rPr lang="en-US" sz="1200" b="0" dirty="0">
                <a:solidFill>
                  <a:srgbClr val="6A9955"/>
                </a:solidFill>
                <a:effectLst/>
                <a:latin typeface="Consolas" panose="020B0609020204030204" pitchFamily="49" charset="0"/>
              </a:rPr>
              <a:t>, </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 order the chunks by their sequence number (n), </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 and then stream the data from each chunk to reconstruct the original video file.</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a:t>
            </a:r>
            <a:endParaRPr lang="en-US" sz="1200" b="0" dirty="0">
              <a:solidFill>
                <a:srgbClr val="D4D4D4"/>
              </a:solidFill>
              <a:effectLst/>
              <a:latin typeface="Consolas" panose="020B0609020204030204" pitchFamily="49" charset="0"/>
            </a:endParaRPr>
          </a:p>
          <a:p>
            <a:pPr>
              <a:lnSpc>
                <a:spcPts val="1425"/>
              </a:lnSpc>
              <a:buNone/>
            </a:pP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 </a:t>
            </a:r>
            <a:r>
              <a:rPr lang="en-US" sz="1200" b="0" dirty="0" err="1">
                <a:solidFill>
                  <a:srgbClr val="4EC9B0"/>
                </a:solidFill>
                <a:effectLst/>
                <a:latin typeface="Consolas" panose="020B0609020204030204" pitchFamily="49" charset="0"/>
              </a:rPr>
              <a:t>GridFSBucket</a:t>
            </a:r>
            <a:r>
              <a:rPr lang="en-US" sz="1200" b="0" dirty="0">
                <a:solidFill>
                  <a:srgbClr val="D4D4D4"/>
                </a:solidFill>
                <a:effectLst/>
                <a:latin typeface="Consolas" panose="020B0609020204030204" pitchFamily="49" charset="0"/>
              </a:rPr>
              <a:t> } = </a:t>
            </a:r>
            <a:r>
              <a:rPr lang="en-US" sz="1200" b="0" dirty="0">
                <a:solidFill>
                  <a:srgbClr val="DCDCAA"/>
                </a:solidFill>
                <a:effectLst/>
                <a:latin typeface="Consolas" panose="020B0609020204030204" pitchFamily="49" charset="0"/>
              </a:rPr>
              <a:t>require</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mongodb</a:t>
            </a:r>
            <a:r>
              <a:rPr lang="en-US" sz="1200" b="0" dirty="0">
                <a:solidFill>
                  <a:srgbClr val="CE9178"/>
                </a:solidFill>
                <a:effectLst/>
                <a:latin typeface="Consolas" panose="020B0609020204030204" pitchFamily="49" charset="0"/>
              </a:rPr>
              <a:t>'</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a:solidFill>
                  <a:srgbClr val="4EC9B0"/>
                </a:solidFill>
                <a:effectLst/>
                <a:latin typeface="Consolas" panose="020B0609020204030204" pitchFamily="49" charset="0"/>
              </a:rPr>
              <a:t>fs</a:t>
            </a:r>
            <a:r>
              <a:rPr lang="en-US" sz="1200" b="0" dirty="0">
                <a:solidFill>
                  <a:srgbClr val="D4D4D4"/>
                </a:solidFill>
                <a:effectLst/>
                <a:latin typeface="Consolas" panose="020B0609020204030204" pitchFamily="49" charset="0"/>
              </a:rPr>
              <a:t> = </a:t>
            </a:r>
            <a:r>
              <a:rPr lang="en-US" sz="1200" b="0" dirty="0">
                <a:solidFill>
                  <a:srgbClr val="DCDCAA"/>
                </a:solidFill>
                <a:effectLst/>
                <a:latin typeface="Consolas" panose="020B0609020204030204" pitchFamily="49" charset="0"/>
              </a:rPr>
              <a:t>require</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node:fs</a:t>
            </a:r>
            <a:r>
              <a:rPr lang="en-US" sz="1200" b="0" dirty="0">
                <a:solidFill>
                  <a:srgbClr val="CE9178"/>
                </a:solidFill>
                <a:effectLst/>
                <a:latin typeface="Consolas" panose="020B0609020204030204" pitchFamily="49" charset="0"/>
              </a:rPr>
              <a:t>'</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 </a:t>
            </a:r>
            <a:r>
              <a:rPr lang="en-US" sz="1200" b="0" dirty="0" err="1">
                <a:solidFill>
                  <a:srgbClr val="4EC9B0"/>
                </a:solidFill>
                <a:effectLst/>
                <a:latin typeface="Consolas" panose="020B0609020204030204" pitchFamily="49" charset="0"/>
              </a:rPr>
              <a:t>MongoClient</a:t>
            </a:r>
            <a:r>
              <a:rPr lang="en-US" sz="1200" b="0" dirty="0">
                <a:solidFill>
                  <a:srgbClr val="D4D4D4"/>
                </a:solidFill>
                <a:effectLst/>
                <a:latin typeface="Consolas" panose="020B0609020204030204" pitchFamily="49" charset="0"/>
              </a:rPr>
              <a:t> } = </a:t>
            </a:r>
            <a:r>
              <a:rPr lang="en-US" sz="1200" b="0" dirty="0">
                <a:solidFill>
                  <a:srgbClr val="DCDCAA"/>
                </a:solidFill>
                <a:effectLst/>
                <a:latin typeface="Consolas" panose="020B0609020204030204" pitchFamily="49" charset="0"/>
              </a:rPr>
              <a:t>require</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mongodb</a:t>
            </a:r>
            <a:r>
              <a:rPr lang="en-US" sz="1200" b="0" dirty="0">
                <a:solidFill>
                  <a:srgbClr val="CE9178"/>
                </a:solidFill>
                <a:effectLst/>
                <a:latin typeface="Consolas" panose="020B0609020204030204" pitchFamily="49" charset="0"/>
              </a:rPr>
              <a:t>'</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569CD6"/>
                </a:solidFill>
                <a:effectLst/>
                <a:latin typeface="Consolas" panose="020B0609020204030204" pitchFamily="49" charset="0"/>
              </a:rPr>
              <a:t>async</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function</a:t>
            </a:r>
            <a:r>
              <a:rPr lang="en-US" sz="1200" b="0" dirty="0">
                <a:solidFill>
                  <a:srgbClr val="D4D4D4"/>
                </a:solidFill>
                <a:effectLst/>
                <a:latin typeface="Consolas" panose="020B0609020204030204" pitchFamily="49" charset="0"/>
              </a:rPr>
              <a:t> </a:t>
            </a:r>
            <a:r>
              <a:rPr lang="en-US" sz="1200" b="0" dirty="0" err="1">
                <a:solidFill>
                  <a:srgbClr val="DCDCAA"/>
                </a:solidFill>
                <a:effectLst/>
                <a:latin typeface="Consolas" panose="020B0609020204030204" pitchFamily="49" charset="0"/>
              </a:rPr>
              <a:t>retrieveVideo</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err="1">
                <a:solidFill>
                  <a:srgbClr val="4FC1FF"/>
                </a:solidFill>
                <a:effectLst/>
                <a:latin typeface="Consolas" panose="020B0609020204030204" pitchFamily="49" charset="0"/>
              </a:rPr>
              <a:t>uri</a:t>
            </a:r>
            <a:r>
              <a:rPr lang="en-US" sz="1200" b="0" dirty="0">
                <a:solidFill>
                  <a:srgbClr val="D4D4D4"/>
                </a:solidFill>
                <a:effectLst/>
                <a:latin typeface="Consolas" panose="020B0609020204030204" pitchFamily="49" charset="0"/>
              </a:rPr>
              <a:t> = </a:t>
            </a:r>
            <a:r>
              <a:rPr lang="en-US" sz="1200" b="0" dirty="0">
                <a:solidFill>
                  <a:srgbClr val="CE9178"/>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mongodb</a:t>
            </a:r>
            <a:r>
              <a:rPr lang="en-US" sz="1200" b="0" dirty="0">
                <a:solidFill>
                  <a:srgbClr val="CE9178"/>
                </a:solidFill>
                <a:effectLst/>
                <a:latin typeface="Consolas" panose="020B0609020204030204" pitchFamily="49" charset="0"/>
              </a:rPr>
              <a:t>://localhost:27017/ecommerce"</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a:solidFill>
                  <a:srgbClr val="4FC1FF"/>
                </a:solidFill>
                <a:effectLst/>
                <a:latin typeface="Consolas" panose="020B0609020204030204" pitchFamily="49" charset="0"/>
              </a:rPr>
              <a:t>client</a:t>
            </a:r>
            <a:r>
              <a:rPr lang="en-US" sz="1200" b="0" dirty="0">
                <a:solidFill>
                  <a:srgbClr val="D4D4D4"/>
                </a:solidFill>
                <a:effectLst/>
                <a:latin typeface="Consolas" panose="020B0609020204030204" pitchFamily="49" charset="0"/>
              </a:rPr>
              <a:t> = </a:t>
            </a:r>
            <a:r>
              <a:rPr lang="en-US" sz="1200" b="0" dirty="0">
                <a:solidFill>
                  <a:srgbClr val="569CD6"/>
                </a:solidFill>
                <a:effectLst/>
                <a:latin typeface="Consolas" panose="020B0609020204030204" pitchFamily="49" charset="0"/>
              </a:rPr>
              <a:t>new</a:t>
            </a:r>
            <a:r>
              <a:rPr lang="en-US" sz="1200" b="0" dirty="0">
                <a:solidFill>
                  <a:srgbClr val="D4D4D4"/>
                </a:solidFill>
                <a:effectLst/>
                <a:latin typeface="Consolas" panose="020B0609020204030204" pitchFamily="49" charset="0"/>
              </a:rPr>
              <a:t> </a:t>
            </a:r>
            <a:r>
              <a:rPr lang="en-US" sz="1200" b="0" dirty="0" err="1">
                <a:solidFill>
                  <a:srgbClr val="4EC9B0"/>
                </a:solidFill>
                <a:effectLst/>
                <a:latin typeface="Consolas" panose="020B0609020204030204" pitchFamily="49" charset="0"/>
              </a:rPr>
              <a:t>MongoClient</a:t>
            </a:r>
            <a:r>
              <a:rPr lang="en-US" sz="1200" b="0" dirty="0">
                <a:solidFill>
                  <a:srgbClr val="D4D4D4"/>
                </a:solidFill>
                <a:effectLst/>
                <a:latin typeface="Consolas" panose="020B0609020204030204" pitchFamily="49" charset="0"/>
              </a:rPr>
              <a:t>(</a:t>
            </a:r>
            <a:r>
              <a:rPr lang="en-US" sz="1200" b="0" dirty="0" err="1">
                <a:solidFill>
                  <a:srgbClr val="4FC1FF"/>
                </a:solidFill>
                <a:effectLst/>
                <a:latin typeface="Consolas" panose="020B0609020204030204" pitchFamily="49" charset="0"/>
              </a:rPr>
              <a:t>uri</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try</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await</a:t>
            </a:r>
            <a:r>
              <a:rPr lang="en-US" sz="1200" b="0" dirty="0">
                <a:solidFill>
                  <a:srgbClr val="D4D4D4"/>
                </a:solidFill>
                <a:effectLst/>
                <a:latin typeface="Consolas" panose="020B0609020204030204" pitchFamily="49" charset="0"/>
              </a:rPr>
              <a:t> </a:t>
            </a:r>
            <a:r>
              <a:rPr lang="en-US" sz="1200" b="0" dirty="0" err="1">
                <a:solidFill>
                  <a:srgbClr val="4FC1FF"/>
                </a:solidFill>
                <a:effectLst/>
                <a:latin typeface="Consolas" panose="020B0609020204030204" pitchFamily="49" charset="0"/>
              </a:rPr>
              <a:t>client</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connect</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err="1">
                <a:solidFill>
                  <a:srgbClr val="4FC1FF"/>
                </a:solidFill>
                <a:effectLst/>
                <a:latin typeface="Consolas" panose="020B0609020204030204" pitchFamily="49" charset="0"/>
              </a:rPr>
              <a:t>db</a:t>
            </a:r>
            <a:r>
              <a:rPr lang="en-US" sz="1200" b="0" dirty="0">
                <a:solidFill>
                  <a:srgbClr val="D4D4D4"/>
                </a:solidFill>
                <a:effectLst/>
                <a:latin typeface="Consolas" panose="020B0609020204030204" pitchFamily="49" charset="0"/>
              </a:rPr>
              <a:t> = </a:t>
            </a:r>
            <a:r>
              <a:rPr lang="en-US" sz="1200" b="0" dirty="0" err="1">
                <a:solidFill>
                  <a:srgbClr val="4FC1FF"/>
                </a:solidFill>
                <a:effectLst/>
                <a:latin typeface="Consolas" panose="020B0609020204030204" pitchFamily="49" charset="0"/>
              </a:rPr>
              <a:t>client</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db</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a:solidFill>
                  <a:srgbClr val="4FC1FF"/>
                </a:solidFill>
                <a:effectLst/>
                <a:latin typeface="Consolas" panose="020B0609020204030204" pitchFamily="49" charset="0"/>
              </a:rPr>
              <a:t>bucket</a:t>
            </a:r>
            <a:r>
              <a:rPr lang="en-US" sz="1200" b="0" dirty="0">
                <a:solidFill>
                  <a:srgbClr val="D4D4D4"/>
                </a:solidFill>
                <a:effectLst/>
                <a:latin typeface="Consolas" panose="020B0609020204030204" pitchFamily="49" charset="0"/>
              </a:rPr>
              <a:t> = </a:t>
            </a:r>
            <a:r>
              <a:rPr lang="en-US" sz="1200" b="0" dirty="0">
                <a:solidFill>
                  <a:srgbClr val="569CD6"/>
                </a:solidFill>
                <a:effectLst/>
                <a:latin typeface="Consolas" panose="020B0609020204030204" pitchFamily="49" charset="0"/>
              </a:rPr>
              <a:t>new</a:t>
            </a:r>
            <a:r>
              <a:rPr lang="en-US" sz="1200" b="0" dirty="0">
                <a:solidFill>
                  <a:srgbClr val="D4D4D4"/>
                </a:solidFill>
                <a:effectLst/>
                <a:latin typeface="Consolas" panose="020B0609020204030204" pitchFamily="49" charset="0"/>
              </a:rPr>
              <a:t> </a:t>
            </a:r>
            <a:r>
              <a:rPr lang="en-US" sz="1200" b="0" dirty="0" err="1">
                <a:solidFill>
                  <a:srgbClr val="4EC9B0"/>
                </a:solidFill>
                <a:effectLst/>
                <a:latin typeface="Consolas" panose="020B0609020204030204" pitchFamily="49" charset="0"/>
              </a:rPr>
              <a:t>GridFSBucket</a:t>
            </a:r>
            <a:r>
              <a:rPr lang="en-US" sz="1200" b="0" dirty="0">
                <a:solidFill>
                  <a:srgbClr val="D4D4D4"/>
                </a:solidFill>
                <a:effectLst/>
                <a:latin typeface="Consolas" panose="020B0609020204030204" pitchFamily="49" charset="0"/>
              </a:rPr>
              <a:t>(</a:t>
            </a:r>
            <a:r>
              <a:rPr lang="en-US" sz="1200" b="0" dirty="0" err="1">
                <a:solidFill>
                  <a:srgbClr val="4FC1FF"/>
                </a:solidFill>
                <a:effectLst/>
                <a:latin typeface="Consolas" panose="020B0609020204030204" pitchFamily="49" charset="0"/>
              </a:rPr>
              <a:t>db</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err="1">
                <a:solidFill>
                  <a:srgbClr val="4FC1FF"/>
                </a:solidFill>
                <a:effectLst/>
                <a:latin typeface="Consolas" panose="020B0609020204030204" pitchFamily="49" charset="0"/>
              </a:rPr>
              <a:t>readStream</a:t>
            </a:r>
            <a:r>
              <a:rPr lang="en-US" sz="1200" b="0" dirty="0">
                <a:solidFill>
                  <a:srgbClr val="D4D4D4"/>
                </a:solidFill>
                <a:effectLst/>
                <a:latin typeface="Consolas" panose="020B0609020204030204" pitchFamily="49" charset="0"/>
              </a:rPr>
              <a:t> = </a:t>
            </a:r>
            <a:r>
              <a:rPr lang="en-US" sz="1200" b="0" dirty="0" err="1">
                <a:solidFill>
                  <a:srgbClr val="4FC1FF"/>
                </a:solidFill>
                <a:effectLst/>
                <a:latin typeface="Consolas" panose="020B0609020204030204" pitchFamily="49" charset="0"/>
              </a:rPr>
              <a:t>bucket</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openDownloadStreamByName</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'my_large_video.mp4'</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err="1">
                <a:solidFill>
                  <a:srgbClr val="4FC1FF"/>
                </a:solidFill>
                <a:effectLst/>
                <a:latin typeface="Consolas" panose="020B0609020204030204" pitchFamily="49" charset="0"/>
              </a:rPr>
              <a:t>writeStream</a:t>
            </a:r>
            <a:r>
              <a:rPr lang="en-US" sz="1200" b="0" dirty="0">
                <a:solidFill>
                  <a:srgbClr val="D4D4D4"/>
                </a:solidFill>
                <a:effectLst/>
                <a:latin typeface="Consolas" panose="020B0609020204030204" pitchFamily="49" charset="0"/>
              </a:rPr>
              <a:t> = </a:t>
            </a:r>
            <a:r>
              <a:rPr lang="en-US" sz="1200" b="0" dirty="0" err="1">
                <a:solidFill>
                  <a:srgbClr val="4EC9B0"/>
                </a:solidFill>
                <a:effectLst/>
                <a:latin typeface="Consolas" panose="020B0609020204030204" pitchFamily="49" charset="0"/>
              </a:rPr>
              <a:t>fs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createWriteStream</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'./downloaded_video.mp4'</a:t>
            </a:r>
            <a:r>
              <a:rPr lang="en-US" sz="1200" b="0" dirty="0">
                <a:solidFill>
                  <a:srgbClr val="D4D4D4"/>
                </a:solidFill>
                <a:effectLst/>
                <a:latin typeface="Consolas" panose="020B0609020204030204" pitchFamily="49" charset="0"/>
              </a:rPr>
              <a:t>);</a:t>
            </a: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D4D4D4"/>
                </a:solidFill>
                <a:effectLst/>
                <a:latin typeface="Consolas" panose="020B0609020204030204" pitchFamily="49" charset="0"/>
              </a:rPr>
              <a:t>    </a:t>
            </a:r>
            <a:r>
              <a:rPr lang="en-US" sz="1200" b="0" dirty="0" err="1">
                <a:solidFill>
                  <a:srgbClr val="4FC1FF"/>
                </a:solidFill>
                <a:effectLst/>
                <a:latin typeface="Consolas" panose="020B0609020204030204" pitchFamily="49" charset="0"/>
              </a:rPr>
              <a:t>readStream</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pipe</a:t>
            </a:r>
            <a:r>
              <a:rPr lang="en-US" sz="1200" b="0" dirty="0">
                <a:solidFill>
                  <a:srgbClr val="D4D4D4"/>
                </a:solidFill>
                <a:effectLst/>
                <a:latin typeface="Consolas" panose="020B0609020204030204" pitchFamily="49" charset="0"/>
              </a:rPr>
              <a:t>(</a:t>
            </a:r>
            <a:r>
              <a:rPr lang="en-US" sz="1200" b="0" dirty="0" err="1">
                <a:solidFill>
                  <a:srgbClr val="4FC1FF"/>
                </a:solidFill>
                <a:effectLst/>
                <a:latin typeface="Consolas" panose="020B0609020204030204" pitchFamily="49" charset="0"/>
              </a:rPr>
              <a:t>writeStream</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DCDCAA"/>
                </a:solidFill>
                <a:effectLst/>
                <a:latin typeface="Consolas" panose="020B0609020204030204" pitchFamily="49" charset="0"/>
              </a:rPr>
              <a:t>on</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'finish'</a:t>
            </a:r>
            <a:r>
              <a:rPr lang="en-US" sz="1200" b="0" dirty="0">
                <a:solidFill>
                  <a:srgbClr val="D4D4D4"/>
                </a:solidFill>
                <a:effectLst/>
                <a:latin typeface="Consolas" panose="020B0609020204030204" pitchFamily="49" charset="0"/>
              </a:rPr>
              <a:t>, () </a:t>
            </a:r>
            <a:r>
              <a:rPr lang="en-US" sz="1200" b="0" dirty="0">
                <a:solidFill>
                  <a:srgbClr val="569CD6"/>
                </a:solidFill>
                <a:effectLst/>
                <a:latin typeface="Consolas" panose="020B0609020204030204" pitchFamily="49" charset="0"/>
              </a:rPr>
              <a:t>=&gt;</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console</a:t>
            </a:r>
            <a:r>
              <a:rPr lang="en-US" sz="1200" b="0" dirty="0">
                <a:solidFill>
                  <a:srgbClr val="D4D4D4"/>
                </a:solidFill>
                <a:effectLst/>
                <a:latin typeface="Consolas" panose="020B0609020204030204" pitchFamily="49" charset="0"/>
              </a:rPr>
              <a:t>.</a:t>
            </a:r>
            <a:r>
              <a:rPr lang="en-US" sz="1200" b="0" dirty="0">
                <a:solidFill>
                  <a:srgbClr val="DCDCAA"/>
                </a:solidFill>
                <a:effectLst/>
                <a:latin typeface="Consolas" panose="020B0609020204030204" pitchFamily="49" charset="0"/>
              </a:rPr>
              <a:t>log</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'Video downloaded successfully!'</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err="1">
                <a:solidFill>
                  <a:srgbClr val="4FC1FF"/>
                </a:solidFill>
                <a:effectLst/>
                <a:latin typeface="Consolas" panose="020B0609020204030204" pitchFamily="49" charset="0"/>
              </a:rPr>
              <a:t>client</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close</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DCDCAA"/>
                </a:solidFill>
                <a:effectLst/>
                <a:latin typeface="Consolas" panose="020B0609020204030204" pitchFamily="49" charset="0"/>
              </a:rPr>
              <a:t>on</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'error'</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error</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=&gt;</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console</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error</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'Error downloading video:'</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error</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err="1">
                <a:solidFill>
                  <a:srgbClr val="4FC1FF"/>
                </a:solidFill>
                <a:effectLst/>
                <a:latin typeface="Consolas" panose="020B0609020204030204" pitchFamily="49" charset="0"/>
              </a:rPr>
              <a:t>client</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close</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 </a:t>
            </a:r>
            <a:r>
              <a:rPr lang="en-US" sz="1200" b="0" dirty="0">
                <a:solidFill>
                  <a:srgbClr val="C586C0"/>
                </a:solidFill>
                <a:effectLst/>
                <a:latin typeface="Consolas" panose="020B0609020204030204" pitchFamily="49" charset="0"/>
              </a:rPr>
              <a:t>catch</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err</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console</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error</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'Error connecting to MongoDB:'</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err</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a:t>
            </a:r>
          </a:p>
          <a:p>
            <a:pPr>
              <a:lnSpc>
                <a:spcPts val="1425"/>
              </a:lnSpc>
              <a:buNone/>
            </a:pPr>
            <a:endParaRPr lang="en-US" sz="1200" b="0" dirty="0">
              <a:solidFill>
                <a:srgbClr val="D4D4D4"/>
              </a:solidFill>
              <a:effectLst/>
              <a:latin typeface="Consolas" panose="020B0609020204030204" pitchFamily="49" charset="0"/>
            </a:endParaRPr>
          </a:p>
          <a:p>
            <a:pPr>
              <a:lnSpc>
                <a:spcPts val="1425"/>
              </a:lnSpc>
              <a:buNone/>
            </a:pPr>
            <a:r>
              <a:rPr lang="en-US" sz="1200" b="0" dirty="0" err="1">
                <a:solidFill>
                  <a:srgbClr val="DCDCAA"/>
                </a:solidFill>
                <a:effectLst/>
                <a:latin typeface="Consolas" panose="020B0609020204030204" pitchFamily="49" charset="0"/>
              </a:rPr>
              <a:t>retrieveVideo</a:t>
            </a:r>
            <a:r>
              <a:rPr lang="en-US" sz="12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233578140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C0856-9563-310D-DEF0-85E9C971EA8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42A769-0DCF-D9C4-DCF3-32E8C43F099A}"/>
              </a:ext>
            </a:extLst>
          </p:cNvPr>
          <p:cNvSpPr txBox="1"/>
          <p:nvPr/>
        </p:nvSpPr>
        <p:spPr>
          <a:xfrm>
            <a:off x="150125" y="97361"/>
            <a:ext cx="10031105" cy="6390596"/>
          </a:xfrm>
          <a:prstGeom prst="rect">
            <a:avLst/>
          </a:prstGeom>
          <a:noFill/>
        </p:spPr>
        <p:txBody>
          <a:bodyPr wrap="square">
            <a:spAutoFit/>
          </a:bodyPr>
          <a:lstStyle/>
          <a:p>
            <a:pPr>
              <a:lnSpc>
                <a:spcPts val="1425"/>
              </a:lnSpc>
              <a:buNone/>
            </a:pPr>
            <a:r>
              <a:rPr lang="en-US" b="0" dirty="0" err="1">
                <a:solidFill>
                  <a:srgbClr val="9CDCFE"/>
                </a:solidFill>
                <a:effectLst/>
                <a:latin typeface="Consolas" panose="020B0609020204030204" pitchFamily="49" charset="0"/>
              </a:rPr>
              <a:t>fs</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files</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Collection</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File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Metadata</a:t>
            </a:r>
            <a:endParaRPr lang="en-US" b="0" dirty="0">
              <a:solidFill>
                <a:srgbClr val="D4D4D4"/>
              </a:solidFill>
              <a:effectLst/>
              <a:latin typeface="Consolas" panose="020B0609020204030204" pitchFamily="49" charset="0"/>
            </a:endParaRPr>
          </a:p>
          <a:p>
            <a:pPr>
              <a:lnSpc>
                <a:spcPts val="1425"/>
              </a:lnSpc>
              <a:buNone/>
            </a:pPr>
            <a:r>
              <a:rPr lang="en-US" b="0" dirty="0">
                <a:solidFill>
                  <a:srgbClr val="C8C8C8"/>
                </a:solidFill>
                <a:effectLst/>
                <a:latin typeface="Consolas" panose="020B0609020204030204" pitchFamily="49" charset="0"/>
              </a:rPr>
              <a:t>Concept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This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collection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stores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metadata</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about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files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stored</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in</a:t>
            </a: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GridFS</a:t>
            </a:r>
            <a:r>
              <a:rPr lang="en-US" b="0" dirty="0">
                <a:solidFill>
                  <a:srgbClr val="D4D4D4"/>
                </a:solidFill>
                <a:effectLst/>
                <a:latin typeface="Consolas" panose="020B0609020204030204" pitchFamily="49" charset="0"/>
              </a:rPr>
              <a:t>. </a:t>
            </a:r>
          </a:p>
          <a:p>
            <a:pPr>
              <a:lnSpc>
                <a:spcPts val="1425"/>
              </a:lnSpc>
              <a:buNone/>
            </a:pPr>
            <a:r>
              <a:rPr lang="en-US" b="0" dirty="0">
                <a:solidFill>
                  <a:srgbClr val="9CDCFE"/>
                </a:solidFill>
                <a:effectLst/>
                <a:latin typeface="Consolas" panose="020B0609020204030204" pitchFamily="49" charset="0"/>
              </a:rPr>
              <a:t>Each</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document</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in</a:t>
            </a: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fs</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files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represents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single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file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and</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contains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information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such</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as</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_id</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unique</a:t>
            </a:r>
            <a:r>
              <a:rPr lang="en-US" b="0" dirty="0">
                <a:solidFill>
                  <a:srgbClr val="D4D4D4"/>
                </a:solidFill>
                <a:effectLst/>
                <a:latin typeface="Consolas" panose="020B0609020204030204" pitchFamily="49" charset="0"/>
              </a:rPr>
              <a:t> </a:t>
            </a:r>
            <a:r>
              <a:rPr lang="en-US" b="0" dirty="0">
                <a:solidFill>
                  <a:srgbClr val="4FC1FF"/>
                </a:solidFill>
                <a:effectLst/>
                <a:latin typeface="Consolas" panose="020B0609020204030204" pitchFamily="49" charset="0"/>
              </a:rPr>
              <a:t>ID</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of</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file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length</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total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size</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of</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file</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in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bytes</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C8C8C8"/>
                </a:solidFill>
                <a:effectLst/>
                <a:latin typeface="Consolas" panose="020B0609020204030204" pitchFamily="49" charset="0"/>
              </a:rPr>
              <a:t>chunkSize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size</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of</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each</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chunk</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in</a:t>
            </a:r>
            <a:r>
              <a:rPr lang="en-US" b="0" dirty="0">
                <a:solidFill>
                  <a:srgbClr val="D4D4D4"/>
                </a:solidFill>
                <a:effectLst/>
                <a:latin typeface="Consolas" panose="020B0609020204030204" pitchFamily="49" charset="0"/>
              </a:rPr>
              <a:t> </a:t>
            </a:r>
            <a:r>
              <a:rPr lang="en-US" b="0" dirty="0">
                <a:solidFill>
                  <a:srgbClr val="DCDCAA"/>
                </a:solidFill>
                <a:effectLst/>
                <a:latin typeface="Consolas" panose="020B0609020204030204" pitchFamily="49" charset="0"/>
              </a:rPr>
              <a:t>bytes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typically</a:t>
            </a:r>
            <a:r>
              <a:rPr lang="en-US" b="0" dirty="0">
                <a:solidFill>
                  <a:srgbClr val="D4D4D4"/>
                </a:solidFill>
                <a:effectLst/>
                <a:latin typeface="Consolas" panose="020B0609020204030204" pitchFamily="49" charset="0"/>
              </a:rPr>
              <a:t> 255</a:t>
            </a:r>
            <a:r>
              <a:rPr lang="en-US" b="0" dirty="0">
                <a:solidFill>
                  <a:srgbClr val="4FC1FF"/>
                </a:solidFill>
                <a:effectLst/>
                <a:latin typeface="Consolas" panose="020B0609020204030204" pitchFamily="49" charset="0"/>
              </a:rPr>
              <a:t>KB</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C8C8C8"/>
                </a:solidFill>
                <a:effectLst/>
                <a:latin typeface="Consolas" panose="020B0609020204030204" pitchFamily="49" charset="0"/>
              </a:rPr>
              <a:t>uploadDate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date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and</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time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when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file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was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uploaded</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filename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original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name</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of</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file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md5</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4FC1FF"/>
                </a:solidFill>
                <a:effectLst/>
                <a:latin typeface="Consolas" panose="020B0609020204030204" pitchFamily="49" charset="0"/>
              </a:rPr>
              <a:t>MD5</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hash</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of</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file</a:t>
            </a:r>
            <a:r>
              <a:rPr lang="en-US" b="0" dirty="0">
                <a:solidFill>
                  <a:srgbClr val="CE9178"/>
                </a:solidFill>
                <a:effectLst/>
                <a:latin typeface="Consolas" panose="020B0609020204030204" pitchFamily="49" charset="0"/>
              </a:rPr>
              <a:t>'s content for integrity verification</a:t>
            </a:r>
            <a:r>
              <a:rPr lang="en-US" b="0" dirty="0">
                <a:solidFill>
                  <a:srgbClr val="F44747"/>
                </a:solidFill>
                <a:effectLst/>
                <a:latin typeface="Consolas" panose="020B0609020204030204" pitchFamily="49" charset="0"/>
              </a:rPr>
              <a:t>.</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r>
              <a:rPr lang="en-US" b="0" dirty="0" err="1">
                <a:solidFill>
                  <a:srgbClr val="C8C8C8"/>
                </a:solidFill>
                <a:effectLst/>
                <a:latin typeface="Consolas" panose="020B0609020204030204" pitchFamily="49" charset="0"/>
              </a:rPr>
              <a:t>contentType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4FC1FF"/>
                </a:solidFill>
                <a:effectLst/>
                <a:latin typeface="Consolas" panose="020B0609020204030204" pitchFamily="49" charset="0"/>
              </a:rPr>
              <a:t>MIME</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type</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of</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the</a:t>
            </a:r>
            <a:r>
              <a:rPr lang="en-US" b="0" dirty="0">
                <a:solidFill>
                  <a:srgbClr val="D4D4D4"/>
                </a:solidFill>
                <a:effectLst/>
                <a:latin typeface="Consolas" panose="020B0609020204030204" pitchFamily="49" charset="0"/>
              </a:rPr>
              <a:t> file (e.g., "image/jpeg", "application/pdf").</a:t>
            </a:r>
          </a:p>
          <a:p>
            <a:pPr>
              <a:lnSpc>
                <a:spcPts val="1425"/>
              </a:lnSpc>
              <a:buNone/>
            </a:pPr>
            <a:r>
              <a:rPr lang="en-US" b="0" dirty="0">
                <a:solidFill>
                  <a:srgbClr val="D4D4D4"/>
                </a:solidFill>
                <a:effectLst/>
                <a:latin typeface="Consolas" panose="020B0609020204030204" pitchFamily="49" charset="0"/>
              </a:rPr>
              <a:t>    aliases: An array of alias names for the file.</a:t>
            </a:r>
          </a:p>
          <a:p>
            <a:pPr>
              <a:lnSpc>
                <a:spcPts val="1425"/>
              </a:lnSpc>
              <a:buNone/>
            </a:pPr>
            <a:r>
              <a:rPr lang="en-US" b="0" dirty="0">
                <a:solidFill>
                  <a:srgbClr val="D4D4D4"/>
                </a:solidFill>
                <a:effectLst/>
                <a:latin typeface="Consolas" panose="020B0609020204030204" pitchFamily="49" charset="0"/>
              </a:rPr>
              <a:t>    metadata: A user-defined </a:t>
            </a:r>
            <a:r>
              <a:rPr lang="en-US" b="0" dirty="0">
                <a:solidFill>
                  <a:srgbClr val="9CDCFE"/>
                </a:solidFill>
                <a:effectLst/>
                <a:latin typeface="Consolas" panose="020B0609020204030204" pitchFamily="49" charset="0"/>
              </a:rPr>
              <a:t>document</a:t>
            </a:r>
            <a:r>
              <a:rPr lang="en-US" b="0" dirty="0">
                <a:solidFill>
                  <a:srgbClr val="D4D4D4"/>
                </a:solidFill>
                <a:effectLst/>
                <a:latin typeface="Consolas" panose="020B0609020204030204" pitchFamily="49" charset="0"/>
              </a:rPr>
              <a:t> to store additional metadata.</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After</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uploading</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my_large_video</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mp4</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file</a:t>
            </a:r>
            <a:r>
              <a:rPr lang="en-US" b="0" dirty="0">
                <a:solidFill>
                  <a:srgbClr val="D4D4D4"/>
                </a:solidFill>
                <a:effectLst/>
                <a:latin typeface="Consolas" panose="020B0609020204030204" pitchFamily="49" charset="0"/>
              </a:rPr>
              <a:t>, </a:t>
            </a:r>
          </a:p>
          <a:p>
            <a:pPr>
              <a:lnSpc>
                <a:spcPts val="1425"/>
              </a:lnSpc>
              <a:buNone/>
            </a:pPr>
            <a:r>
              <a:rPr lang="en-US" b="0" dirty="0">
                <a:solidFill>
                  <a:srgbClr val="9CDCFE"/>
                </a:solidFill>
                <a:effectLst/>
                <a:latin typeface="Consolas" panose="020B0609020204030204" pitchFamily="49" charset="0"/>
              </a:rPr>
              <a:t>a</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document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similar</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to</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this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would</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exist</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in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fs</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files</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collection</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"_id"</a:t>
            </a:r>
            <a:r>
              <a:rPr lang="en-US" b="0" dirty="0">
                <a:solidFill>
                  <a:srgbClr val="D4D4D4"/>
                </a:solidFill>
                <a:effectLst/>
                <a:latin typeface="Consolas" panose="020B0609020204030204" pitchFamily="49" charset="0"/>
              </a:rPr>
              <a:t>: </a:t>
            </a:r>
            <a:r>
              <a:rPr lang="en-US" b="0" dirty="0" err="1">
                <a:solidFill>
                  <a:srgbClr val="DCDCAA"/>
                </a:solidFill>
                <a:effectLst/>
                <a:latin typeface="Consolas" panose="020B0609020204030204" pitchFamily="49" charset="0"/>
              </a:rPr>
              <a:t>ObjectId</a:t>
            </a:r>
            <a:r>
              <a:rPr lang="en-US" b="0" dirty="0">
                <a:solidFill>
                  <a:srgbClr val="D4D4D4"/>
                </a:solidFill>
                <a:effectLst/>
                <a:latin typeface="Consolas" panose="020B0609020204030204" pitchFamily="49" charset="0"/>
              </a:rPr>
              <a:t>(</a:t>
            </a:r>
            <a:r>
              <a:rPr lang="en-US" b="0" dirty="0">
                <a:solidFill>
                  <a:srgbClr val="CE9178"/>
                </a:solidFill>
                <a:effectLst/>
                <a:latin typeface="Consolas" panose="020B0609020204030204" pitchFamily="49" charset="0"/>
              </a:rPr>
              <a:t>"662d4f8a7e9a3b2c1d000001"</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"length"</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52428800</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chunkSize</a:t>
            </a:r>
            <a:r>
              <a:rPr lang="en-US" b="0" dirty="0">
                <a:solidFill>
                  <a:srgbClr val="CE9178"/>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261120</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uploadDate</a:t>
            </a:r>
            <a:r>
              <a:rPr lang="en-US" b="0" dirty="0">
                <a:solidFill>
                  <a:srgbClr val="CE9178"/>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err="1">
                <a:solidFill>
                  <a:srgbClr val="DCDCAA"/>
                </a:solidFill>
                <a:effectLst/>
                <a:latin typeface="Consolas" panose="020B0609020204030204" pitchFamily="49" charset="0"/>
              </a:rPr>
              <a:t>ISODate</a:t>
            </a:r>
            <a:r>
              <a:rPr lang="en-US" b="0" dirty="0">
                <a:solidFill>
                  <a:srgbClr val="D4D4D4"/>
                </a:solidFill>
                <a:effectLst/>
                <a:latin typeface="Consolas" panose="020B0609020204030204" pitchFamily="49" charset="0"/>
              </a:rPr>
              <a:t>(</a:t>
            </a:r>
            <a:r>
              <a:rPr lang="en-US" b="0" dirty="0">
                <a:solidFill>
                  <a:srgbClr val="CE9178"/>
                </a:solidFill>
                <a:effectLst/>
                <a:latin typeface="Consolas" panose="020B0609020204030204" pitchFamily="49" charset="0"/>
              </a:rPr>
              <a:t>"2025-04-27T02:41:46.123Z"</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"filename"</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"my_large_video.mp4"</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"md5"</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"a1b2c3d4e5f67890abcdef1234567890"</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contentType</a:t>
            </a:r>
            <a:r>
              <a:rPr lang="en-US" b="0" dirty="0">
                <a:solidFill>
                  <a:srgbClr val="CE9178"/>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"video/mp4"</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"aliases"</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"metadata"</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"description"</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"My awesome video"</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272648387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33E893-EB80-1190-5E28-1A084D7EEC1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7712D6-CDF7-F0C8-815E-EE8998197E0E}"/>
              </a:ext>
            </a:extLst>
          </p:cNvPr>
          <p:cNvSpPr txBox="1"/>
          <p:nvPr/>
        </p:nvSpPr>
        <p:spPr>
          <a:xfrm>
            <a:off x="122830" y="233702"/>
            <a:ext cx="9906000" cy="6390596"/>
          </a:xfrm>
          <a:prstGeom prst="rect">
            <a:avLst/>
          </a:prstGeom>
          <a:noFill/>
        </p:spPr>
        <p:txBody>
          <a:bodyPr wrap="square">
            <a:spAutoFit/>
          </a:bodyPr>
          <a:lstStyle/>
          <a:p>
            <a:pPr>
              <a:lnSpc>
                <a:spcPts val="1425"/>
              </a:lnSpc>
              <a:buNone/>
            </a:pPr>
            <a:r>
              <a:rPr lang="en-US" b="0" dirty="0" err="1">
                <a:solidFill>
                  <a:srgbClr val="9CDCFE"/>
                </a:solidFill>
                <a:effectLst/>
                <a:latin typeface="Consolas" panose="020B0609020204030204" pitchFamily="49" charset="0"/>
              </a:rPr>
              <a:t>fs</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chunks</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Collection</a:t>
            </a:r>
            <a:r>
              <a:rPr lang="en-US" b="0" dirty="0">
                <a:solidFill>
                  <a:srgbClr val="D4D4D4"/>
                </a:solidFill>
                <a:effectLst/>
                <a:latin typeface="Consolas" panose="020B0609020204030204" pitchFamily="49" charset="0"/>
              </a:rPr>
              <a:t>: </a:t>
            </a:r>
            <a:r>
              <a:rPr lang="en-US" b="0" dirty="0">
                <a:solidFill>
                  <a:srgbClr val="4EC9B0"/>
                </a:solidFill>
                <a:effectLst/>
                <a:latin typeface="Consolas" panose="020B0609020204030204" pitchFamily="49" charset="0"/>
              </a:rPr>
              <a:t>File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Chunks</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collection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stores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actual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binary</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data</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of</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files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broken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down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into</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chunks</a:t>
            </a:r>
            <a:r>
              <a:rPr lang="en-US" b="0" dirty="0">
                <a:solidFill>
                  <a:srgbClr val="D4D4D4"/>
                </a:solidFill>
                <a:effectLst/>
                <a:latin typeface="Consolas" panose="020B0609020204030204" pitchFamily="49" charset="0"/>
              </a:rPr>
              <a:t>. </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Each</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document</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in</a:t>
            </a: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fs</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chunks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represents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single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chunk</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and</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contains</a:t>
            </a:r>
            <a:r>
              <a:rPr lang="en-US" b="0" dirty="0">
                <a:solidFill>
                  <a:srgbClr val="D4D4D4"/>
                </a:solidFill>
                <a:effectLst/>
                <a:latin typeface="Consolas" panose="020B0609020204030204" pitchFamily="49" charset="0"/>
              </a:rPr>
              <a:t>:</a:t>
            </a:r>
          </a:p>
          <a:p>
            <a:pPr>
              <a:lnSpc>
                <a:spcPts val="1425"/>
              </a:lnSpc>
              <a:buNone/>
            </a:pP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_id</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unique</a:t>
            </a:r>
            <a:r>
              <a:rPr lang="en-US" b="0" dirty="0">
                <a:solidFill>
                  <a:srgbClr val="D4D4D4"/>
                </a:solidFill>
                <a:effectLst/>
                <a:latin typeface="Consolas" panose="020B0609020204030204" pitchFamily="49" charset="0"/>
              </a:rPr>
              <a:t> </a:t>
            </a:r>
            <a:r>
              <a:rPr lang="en-US" b="0" dirty="0">
                <a:solidFill>
                  <a:srgbClr val="4FC1FF"/>
                </a:solidFill>
                <a:effectLst/>
                <a:latin typeface="Consolas" panose="020B0609020204030204" pitchFamily="49" charset="0"/>
              </a:rPr>
              <a:t>ID</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of</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chunk</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err="1">
                <a:solidFill>
                  <a:srgbClr val="C8C8C8"/>
                </a:solidFill>
                <a:effectLst/>
                <a:latin typeface="Consolas" panose="020B0609020204030204" pitchFamily="49" charset="0"/>
              </a:rPr>
              <a:t>files_id</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_id</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of</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corresponding</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document</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in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fs</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files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collection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This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links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chunk</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back</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to</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original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file</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zero</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based</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index</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of</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chunk</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within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file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indicating</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its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order</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data</a:t>
            </a:r>
            <a:r>
              <a:rPr lang="en-US" b="0" dirty="0">
                <a:solidFill>
                  <a:srgbClr val="D4D4D4"/>
                </a:solidFill>
                <a:effectLst/>
                <a:latin typeface="Consolas" panose="020B0609020204030204" pitchFamily="49" charset="0"/>
              </a:rPr>
              <a:t>: </a:t>
            </a:r>
            <a:r>
              <a:rPr lang="en-US" b="0" dirty="0">
                <a:solidFill>
                  <a:srgbClr val="4FC1FF"/>
                </a:solidFill>
                <a:effectLst/>
                <a:latin typeface="Consolas" panose="020B0609020204030204" pitchFamily="49" charset="0"/>
              </a:rPr>
              <a:t>A</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binary</a:t>
            </a:r>
            <a:r>
              <a:rPr lang="en-US" b="0" dirty="0">
                <a:solidFill>
                  <a:srgbClr val="D4D4D4"/>
                </a:solidFill>
                <a:effectLst/>
                <a:latin typeface="Consolas" panose="020B0609020204030204" pitchFamily="49" charset="0"/>
              </a:rPr>
              <a:t> </a:t>
            </a:r>
            <a:r>
              <a:rPr lang="en-US" b="0" dirty="0">
                <a:solidFill>
                  <a:srgbClr val="DCDCAA"/>
                </a:solidFill>
                <a:effectLst/>
                <a:latin typeface="Consolas" panose="020B0609020204030204" pitchFamily="49" charset="0"/>
              </a:rPr>
              <a:t>object</a:t>
            </a: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BinData</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containing</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actual</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data</a:t>
            </a:r>
            <a:r>
              <a:rPr lang="en-US" b="0" dirty="0">
                <a:solidFill>
                  <a:srgbClr val="D4D4D4"/>
                </a:solidFill>
                <a:effectLst/>
                <a:latin typeface="Consolas" panose="020B0609020204030204" pitchFamily="49" charset="0"/>
              </a:rPr>
              <a:t> </a:t>
            </a:r>
            <a:r>
              <a:rPr lang="en-US" b="0" dirty="0">
                <a:solidFill>
                  <a:srgbClr val="569CD6"/>
                </a:solidFill>
                <a:effectLst/>
                <a:latin typeface="Consolas" panose="020B0609020204030204" pitchFamily="49" charset="0"/>
              </a:rPr>
              <a:t>of</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chunk</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For</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my_large_video</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mp4</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file</a:t>
            </a:r>
            <a:r>
              <a:rPr lang="en-US" b="0" dirty="0">
                <a:solidFill>
                  <a:srgbClr val="D4D4D4"/>
                </a:solidFill>
                <a:effectLst/>
                <a:latin typeface="Consolas" panose="020B0609020204030204" pitchFamily="49" charset="0"/>
              </a:rPr>
              <a:t>, </a:t>
            </a:r>
          </a:p>
          <a:p>
            <a:pPr>
              <a:lnSpc>
                <a:spcPts val="1425"/>
              </a:lnSpc>
              <a:buNone/>
            </a:pPr>
            <a:r>
              <a:rPr lang="en-US" b="0" dirty="0">
                <a:solidFill>
                  <a:srgbClr val="9CDCFE"/>
                </a:solidFill>
                <a:effectLst/>
                <a:latin typeface="Consolas" panose="020B0609020204030204" pitchFamily="49" charset="0"/>
              </a:rPr>
              <a:t>the</a:t>
            </a:r>
            <a:r>
              <a:rPr lang="en-US" b="0" dirty="0">
                <a:solidFill>
                  <a:srgbClr val="D4D4D4"/>
                </a:solidFill>
                <a:effectLst/>
                <a:latin typeface="Consolas" panose="020B0609020204030204" pitchFamily="49" charset="0"/>
              </a:rPr>
              <a:t> </a:t>
            </a:r>
            <a:r>
              <a:rPr lang="en-US" b="0" dirty="0" err="1">
                <a:solidFill>
                  <a:srgbClr val="9CDCFE"/>
                </a:solidFill>
                <a:effectLst/>
                <a:latin typeface="Consolas" panose="020B0609020204030204" pitchFamily="49" charset="0"/>
              </a:rPr>
              <a:t>fs</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chunks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collection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would</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contain</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multiple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documents</a:t>
            </a:r>
            <a:r>
              <a:rPr lang="en-US" b="0" dirty="0">
                <a:solidFill>
                  <a:srgbClr val="D4D4D4"/>
                </a:solidFill>
                <a:effectLst/>
                <a:latin typeface="Consolas" panose="020B0609020204030204" pitchFamily="49" charset="0"/>
              </a:rPr>
              <a:t>. </a:t>
            </a:r>
          </a:p>
          <a:p>
            <a:pPr>
              <a:lnSpc>
                <a:spcPts val="1425"/>
              </a:lnSpc>
              <a:buNone/>
            </a:pPr>
            <a:endParaRPr lang="en-US" b="0" dirty="0">
              <a:solidFill>
                <a:srgbClr val="D4D4D4"/>
              </a:solidFill>
              <a:effectLst/>
              <a:latin typeface="Consolas" panose="020B0609020204030204" pitchFamily="49" charset="0"/>
            </a:endParaRPr>
          </a:p>
          <a:p>
            <a:pPr>
              <a:lnSpc>
                <a:spcPts val="1425"/>
              </a:lnSpc>
              <a:buNone/>
            </a:pPr>
            <a:r>
              <a:rPr lang="en-US" b="0" dirty="0">
                <a:solidFill>
                  <a:srgbClr val="4FC1FF"/>
                </a:solidFill>
                <a:effectLst/>
                <a:latin typeface="Consolas" panose="020B0609020204030204" pitchFamily="49" charset="0"/>
              </a:rPr>
              <a:t>A</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few</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example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chunks</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might</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look</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like</a:t>
            </a:r>
            <a:r>
              <a:rPr lang="en-US" b="0" dirty="0">
                <a:solidFill>
                  <a:srgbClr val="D4D4D4"/>
                </a:solidFill>
                <a:effectLst/>
                <a:latin typeface="Consolas" panose="020B0609020204030204" pitchFamily="49" charset="0"/>
              </a:rPr>
              <a:t> </a:t>
            </a:r>
            <a:r>
              <a:rPr lang="en-US" b="0" dirty="0">
                <a:solidFill>
                  <a:srgbClr val="C8C8C8"/>
                </a:solidFill>
                <a:effectLst/>
                <a:latin typeface="Consolas" panose="020B0609020204030204" pitchFamily="49" charset="0"/>
              </a:rPr>
              <a:t>this</a:t>
            </a:r>
            <a:r>
              <a:rPr lang="en-US" b="0" dirty="0">
                <a:solidFill>
                  <a:srgbClr val="D4D4D4"/>
                </a:solidFill>
                <a:effectLst/>
                <a:latin typeface="Consolas" panose="020B0609020204030204" pitchFamily="49" charset="0"/>
              </a:rPr>
              <a:t>:</a:t>
            </a:r>
          </a:p>
          <a:p>
            <a:pPr>
              <a:lnSpc>
                <a:spcPts val="1425"/>
              </a:lnSpc>
              <a:buNone/>
            </a:pP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"_id"</a:t>
            </a:r>
            <a:r>
              <a:rPr lang="en-US" b="0" dirty="0">
                <a:solidFill>
                  <a:srgbClr val="D4D4D4"/>
                </a:solidFill>
                <a:effectLst/>
                <a:latin typeface="Consolas" panose="020B0609020204030204" pitchFamily="49" charset="0"/>
              </a:rPr>
              <a:t>: </a:t>
            </a:r>
            <a:r>
              <a:rPr lang="en-US" b="0" dirty="0" err="1">
                <a:solidFill>
                  <a:srgbClr val="DCDCAA"/>
                </a:solidFill>
                <a:effectLst/>
                <a:latin typeface="Consolas" panose="020B0609020204030204" pitchFamily="49" charset="0"/>
              </a:rPr>
              <a:t>ObjectId</a:t>
            </a:r>
            <a:r>
              <a:rPr lang="en-US" b="0" dirty="0">
                <a:solidFill>
                  <a:srgbClr val="D4D4D4"/>
                </a:solidFill>
                <a:effectLst/>
                <a:latin typeface="Consolas" panose="020B0609020204030204" pitchFamily="49" charset="0"/>
              </a:rPr>
              <a:t>(</a:t>
            </a:r>
            <a:r>
              <a:rPr lang="en-US" b="0" dirty="0">
                <a:solidFill>
                  <a:srgbClr val="CE9178"/>
                </a:solidFill>
                <a:effectLst/>
                <a:latin typeface="Consolas" panose="020B0609020204030204" pitchFamily="49" charset="0"/>
              </a:rPr>
              <a:t>"662d4f8a7e9a3b2c1d000002"</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files_id</a:t>
            </a:r>
            <a:r>
              <a:rPr lang="en-US" b="0" dirty="0">
                <a:solidFill>
                  <a:srgbClr val="CE9178"/>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err="1">
                <a:solidFill>
                  <a:srgbClr val="DCDCAA"/>
                </a:solidFill>
                <a:effectLst/>
                <a:latin typeface="Consolas" panose="020B0609020204030204" pitchFamily="49" charset="0"/>
              </a:rPr>
              <a:t>ObjectId</a:t>
            </a:r>
            <a:r>
              <a:rPr lang="en-US" b="0" dirty="0">
                <a:solidFill>
                  <a:srgbClr val="D4D4D4"/>
                </a:solidFill>
                <a:effectLst/>
                <a:latin typeface="Consolas" panose="020B0609020204030204" pitchFamily="49" charset="0"/>
              </a:rPr>
              <a:t>(</a:t>
            </a:r>
            <a:r>
              <a:rPr lang="en-US" b="0" dirty="0">
                <a:solidFill>
                  <a:srgbClr val="CE9178"/>
                </a:solidFill>
                <a:effectLst/>
                <a:latin typeface="Consolas" panose="020B0609020204030204" pitchFamily="49" charset="0"/>
              </a:rPr>
              <a:t>"662d4f8a7e9a3b2c1d000001"</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"n"</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0</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"data"</a:t>
            </a:r>
            <a:r>
              <a:rPr lang="en-US" b="0" dirty="0">
                <a:solidFill>
                  <a:srgbClr val="D4D4D4"/>
                </a:solidFill>
                <a:effectLst/>
                <a:latin typeface="Consolas" panose="020B0609020204030204" pitchFamily="49" charset="0"/>
              </a:rPr>
              <a:t>: </a:t>
            </a:r>
            <a:r>
              <a:rPr lang="en-US" b="0" dirty="0" err="1">
                <a:solidFill>
                  <a:srgbClr val="DCDCAA"/>
                </a:solidFill>
                <a:effectLst/>
                <a:latin typeface="Consolas" panose="020B0609020204030204" pitchFamily="49" charset="0"/>
              </a:rPr>
              <a:t>BinData</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0</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6A9955"/>
                </a:solidFill>
                <a:effectLst/>
                <a:latin typeface="Consolas" panose="020B0609020204030204" pitchFamily="49" charset="0"/>
              </a:rPr>
              <a:t>// First 255KB of video data</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a:t>
            </a:r>
          </a:p>
          <a:p>
            <a:pPr>
              <a:lnSpc>
                <a:spcPts val="1425"/>
              </a:lnSpc>
              <a:buNone/>
            </a:pP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"_id"</a:t>
            </a:r>
            <a:r>
              <a:rPr lang="en-US" b="0" dirty="0">
                <a:solidFill>
                  <a:srgbClr val="D4D4D4"/>
                </a:solidFill>
                <a:effectLst/>
                <a:latin typeface="Consolas" panose="020B0609020204030204" pitchFamily="49" charset="0"/>
              </a:rPr>
              <a:t>: </a:t>
            </a:r>
            <a:r>
              <a:rPr lang="en-US" b="0" dirty="0" err="1">
                <a:solidFill>
                  <a:srgbClr val="DCDCAA"/>
                </a:solidFill>
                <a:effectLst/>
                <a:latin typeface="Consolas" panose="020B0609020204030204" pitchFamily="49" charset="0"/>
              </a:rPr>
              <a:t>ObjectId</a:t>
            </a:r>
            <a:r>
              <a:rPr lang="en-US" b="0" dirty="0">
                <a:solidFill>
                  <a:srgbClr val="D4D4D4"/>
                </a:solidFill>
                <a:effectLst/>
                <a:latin typeface="Consolas" panose="020B0609020204030204" pitchFamily="49" charset="0"/>
              </a:rPr>
              <a:t>(</a:t>
            </a:r>
            <a:r>
              <a:rPr lang="en-US" b="0" dirty="0">
                <a:solidFill>
                  <a:srgbClr val="CE9178"/>
                </a:solidFill>
                <a:effectLst/>
                <a:latin typeface="Consolas" panose="020B0609020204030204" pitchFamily="49" charset="0"/>
              </a:rPr>
              <a:t>"662d4f8a7e9a3b2c1d000002"</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files_id</a:t>
            </a:r>
            <a:r>
              <a:rPr lang="en-US" b="0" dirty="0">
                <a:solidFill>
                  <a:srgbClr val="CE9178"/>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err="1">
                <a:solidFill>
                  <a:srgbClr val="DCDCAA"/>
                </a:solidFill>
                <a:effectLst/>
                <a:latin typeface="Consolas" panose="020B0609020204030204" pitchFamily="49" charset="0"/>
              </a:rPr>
              <a:t>ObjectId</a:t>
            </a:r>
            <a:r>
              <a:rPr lang="en-US" b="0" dirty="0">
                <a:solidFill>
                  <a:srgbClr val="D4D4D4"/>
                </a:solidFill>
                <a:effectLst/>
                <a:latin typeface="Consolas" panose="020B0609020204030204" pitchFamily="49" charset="0"/>
              </a:rPr>
              <a:t>(</a:t>
            </a:r>
            <a:r>
              <a:rPr lang="en-US" b="0" dirty="0">
                <a:solidFill>
                  <a:srgbClr val="CE9178"/>
                </a:solidFill>
                <a:effectLst/>
                <a:latin typeface="Consolas" panose="020B0609020204030204" pitchFamily="49" charset="0"/>
              </a:rPr>
              <a:t>"662d4f8a7e9a3b2c1d000001"</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"n"</a:t>
            </a:r>
            <a:r>
              <a:rPr lang="en-US" b="0" dirty="0">
                <a:solidFill>
                  <a:srgbClr val="D4D4D4"/>
                </a:solidFill>
                <a:effectLst/>
                <a:latin typeface="Consolas" panose="020B0609020204030204" pitchFamily="49" charset="0"/>
              </a:rPr>
              <a:t>: </a:t>
            </a:r>
            <a:r>
              <a:rPr lang="en-US" b="0" dirty="0">
                <a:solidFill>
                  <a:srgbClr val="B5CEA8"/>
                </a:solidFill>
                <a:effectLst/>
                <a:latin typeface="Consolas" panose="020B0609020204030204" pitchFamily="49" charset="0"/>
              </a:rPr>
              <a:t>0</a:t>
            </a: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"data"</a:t>
            </a:r>
            <a:r>
              <a:rPr lang="en-US" b="0" dirty="0">
                <a:solidFill>
                  <a:srgbClr val="D4D4D4"/>
                </a:solidFill>
                <a:effectLst/>
                <a:latin typeface="Consolas" panose="020B0609020204030204" pitchFamily="49" charset="0"/>
              </a:rPr>
              <a:t>: </a:t>
            </a:r>
            <a:r>
              <a:rPr lang="en-US" b="0" dirty="0" err="1">
                <a:solidFill>
                  <a:srgbClr val="DCDCAA"/>
                </a:solidFill>
                <a:effectLst/>
                <a:latin typeface="Consolas" panose="020B0609020204030204" pitchFamily="49" charset="0"/>
              </a:rPr>
              <a:t>BinData</a:t>
            </a:r>
            <a:r>
              <a:rPr lang="en-US" b="0" dirty="0">
                <a:solidFill>
                  <a:srgbClr val="D4D4D4"/>
                </a:solidFill>
                <a:effectLst/>
                <a:latin typeface="Consolas" panose="020B0609020204030204" pitchFamily="49" charset="0"/>
              </a:rPr>
              <a:t>(</a:t>
            </a:r>
            <a:r>
              <a:rPr lang="en-US" b="0" dirty="0">
                <a:solidFill>
                  <a:srgbClr val="B5CEA8"/>
                </a:solidFill>
                <a:effectLst/>
                <a:latin typeface="Consolas" panose="020B0609020204030204" pitchFamily="49" charset="0"/>
              </a:rPr>
              <a:t>0</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6A9955"/>
                </a:solidFill>
                <a:effectLst/>
                <a:latin typeface="Consolas" panose="020B0609020204030204" pitchFamily="49" charset="0"/>
              </a:rPr>
              <a:t>// First 255KB of video data</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255161413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44B80D-341B-56C8-4F0C-D26AC95F9B0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5D41037-528C-CA5F-7E51-9D38CBC79197}"/>
              </a:ext>
            </a:extLst>
          </p:cNvPr>
          <p:cNvSpPr txBox="1"/>
          <p:nvPr/>
        </p:nvSpPr>
        <p:spPr>
          <a:xfrm>
            <a:off x="116006" y="245576"/>
            <a:ext cx="4954136" cy="4954305"/>
          </a:xfrm>
          <a:prstGeom prst="rect">
            <a:avLst/>
          </a:prstGeom>
          <a:noFill/>
        </p:spPr>
        <p:txBody>
          <a:bodyPr wrap="square">
            <a:spAutoFit/>
          </a:bodyPr>
          <a:lstStyle/>
          <a:p>
            <a:pPr>
              <a:lnSpc>
                <a:spcPts val="1425"/>
              </a:lnSpc>
              <a:buNone/>
            </a:pPr>
            <a:r>
              <a:rPr lang="en-US" b="0" dirty="0">
                <a:solidFill>
                  <a:srgbClr val="6A9955"/>
                </a:solidFill>
                <a:effectLst/>
                <a:latin typeface="Consolas" panose="020B0609020204030204" pitchFamily="49" charset="0"/>
              </a:rPr>
              <a:t>/*</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On the </a:t>
            </a:r>
            <a:r>
              <a:rPr lang="en-US" b="0" dirty="0" err="1">
                <a:solidFill>
                  <a:srgbClr val="6A9955"/>
                </a:solidFill>
                <a:effectLst/>
                <a:latin typeface="Consolas" panose="020B0609020204030204" pitchFamily="49" charset="0"/>
              </a:rPr>
              <a:t>fs.chunks</a:t>
            </a:r>
            <a:r>
              <a:rPr lang="en-US" b="0" dirty="0">
                <a:solidFill>
                  <a:srgbClr val="6A9955"/>
                </a:solidFill>
                <a:effectLst/>
                <a:latin typeface="Consolas" panose="020B0609020204030204" pitchFamily="49" charset="0"/>
              </a:rPr>
              <a:t> collection, </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an index on { </a:t>
            </a:r>
            <a:r>
              <a:rPr lang="en-US" b="0" dirty="0" err="1">
                <a:solidFill>
                  <a:srgbClr val="6A9955"/>
                </a:solidFill>
                <a:effectLst/>
                <a:latin typeface="Consolas" panose="020B0609020204030204" pitchFamily="49" charset="0"/>
              </a:rPr>
              <a:t>files_id</a:t>
            </a:r>
            <a:r>
              <a:rPr lang="en-US" b="0" dirty="0">
                <a:solidFill>
                  <a:srgbClr val="6A9955"/>
                </a:solidFill>
                <a:effectLst/>
                <a:latin typeface="Consolas" panose="020B0609020204030204" pitchFamily="49" charset="0"/>
              </a:rPr>
              <a:t>: 1, n: 1 } is essential. </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This index allows MongoDB to quickly locate all the chunks belonging to a specific file (</a:t>
            </a:r>
            <a:r>
              <a:rPr lang="en-US" b="0" dirty="0" err="1">
                <a:solidFill>
                  <a:srgbClr val="6A9955"/>
                </a:solidFill>
                <a:effectLst/>
                <a:latin typeface="Consolas" panose="020B0609020204030204" pitchFamily="49" charset="0"/>
              </a:rPr>
              <a:t>files_id</a:t>
            </a:r>
            <a:r>
              <a:rPr lang="en-US" b="0" dirty="0">
                <a:solidFill>
                  <a:srgbClr val="6A9955"/>
                </a:solidFill>
                <a:effectLst/>
                <a:latin typeface="Consolas" panose="020B0609020204030204" pitchFamily="49" charset="0"/>
              </a:rPr>
              <a:t>) </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and retrieve them in the correct order (n) for reconstruction.</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On the </a:t>
            </a:r>
            <a:r>
              <a:rPr lang="en-US" b="0" dirty="0" err="1">
                <a:solidFill>
                  <a:srgbClr val="6A9955"/>
                </a:solidFill>
                <a:effectLst/>
                <a:latin typeface="Consolas" panose="020B0609020204030204" pitchFamily="49" charset="0"/>
              </a:rPr>
              <a:t>fs.files</a:t>
            </a:r>
            <a:r>
              <a:rPr lang="en-US" b="0" dirty="0">
                <a:solidFill>
                  <a:srgbClr val="6A9955"/>
                </a:solidFill>
                <a:effectLst/>
                <a:latin typeface="Consolas" panose="020B0609020204030204" pitchFamily="49" charset="0"/>
              </a:rPr>
              <a:t> collection, </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an index on { filename: 1, </a:t>
            </a:r>
            <a:r>
              <a:rPr lang="en-US" b="0" dirty="0" err="1">
                <a:solidFill>
                  <a:srgbClr val="6A9955"/>
                </a:solidFill>
                <a:effectLst/>
                <a:latin typeface="Consolas" panose="020B0609020204030204" pitchFamily="49" charset="0"/>
              </a:rPr>
              <a:t>uploadDate</a:t>
            </a:r>
            <a:r>
              <a:rPr lang="en-US" b="0" dirty="0">
                <a:solidFill>
                  <a:srgbClr val="6A9955"/>
                </a:solidFill>
                <a:effectLst/>
                <a:latin typeface="Consolas" panose="020B0609020204030204" pitchFamily="49" charset="0"/>
              </a:rPr>
              <a:t>: 1 } is often useful for querying files by their name and upload date.</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An index on { md5: 1 } can be helpful for checking file integrity or identifying duplicate files.</a:t>
            </a: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a:t>
            </a:r>
            <a:endParaRPr lang="en-US" b="0" dirty="0">
              <a:solidFill>
                <a:srgbClr val="D4D4D4"/>
              </a:solidFill>
              <a:effectLst/>
              <a:latin typeface="Consolas" panose="020B0609020204030204" pitchFamily="49" charset="0"/>
            </a:endParaRP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fs</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chunks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getIndexes</a:t>
            </a:r>
            <a:r>
              <a:rPr lang="en-US" b="0" dirty="0">
                <a:solidFill>
                  <a:srgbClr val="D4D4D4"/>
                </a:solidFill>
                <a:effectLst/>
                <a:latin typeface="Consolas" panose="020B0609020204030204" pitchFamily="49" charset="0"/>
              </a:rPr>
              <a:t>()</a:t>
            </a: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fs</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files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getIndexes</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br>
              <a:rPr lang="en-US" b="0" dirty="0">
                <a:solidFill>
                  <a:srgbClr val="D4D4D4"/>
                </a:solidFill>
                <a:effectLst/>
                <a:latin typeface="Consolas" panose="020B0609020204030204" pitchFamily="49" charset="0"/>
              </a:rPr>
            </a:b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p:txBody>
      </p:sp>
    </p:spTree>
    <p:extLst>
      <p:ext uri="{BB962C8B-B14F-4D97-AF65-F5344CB8AC3E}">
        <p14:creationId xmlns:p14="http://schemas.microsoft.com/office/powerpoint/2010/main" val="175080494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5234C0-6502-085A-59CD-B3BA280ADD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486873B-A7D2-8F05-572A-60ED853142E0}"/>
              </a:ext>
            </a:extLst>
          </p:cNvPr>
          <p:cNvSpPr txBox="1"/>
          <p:nvPr/>
        </p:nvSpPr>
        <p:spPr>
          <a:xfrm>
            <a:off x="580030" y="1167740"/>
            <a:ext cx="4954136" cy="2261260"/>
          </a:xfrm>
          <a:prstGeom prst="rect">
            <a:avLst/>
          </a:prstGeom>
          <a:noFill/>
        </p:spPr>
        <p:txBody>
          <a:bodyPr wrap="square">
            <a:spAutoFit/>
          </a:bodyPr>
          <a:lstStyle/>
          <a:p>
            <a:pPr>
              <a:lnSpc>
                <a:spcPts val="1425"/>
              </a:lnSpc>
              <a:buNone/>
            </a:pPr>
            <a:r>
              <a:rPr lang="en-US" b="0" dirty="0">
                <a:solidFill>
                  <a:srgbClr val="6A9955"/>
                </a:solidFill>
                <a:effectLst/>
                <a:latin typeface="Consolas" panose="020B0609020204030204" pitchFamily="49" charset="0"/>
              </a:rPr>
              <a:t>// List all files</a:t>
            </a: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fs</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files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find</a:t>
            </a: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Find a file by filename</a:t>
            </a: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fs</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files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findOne</a:t>
            </a: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filename:</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'my_large_video.mp4'</a:t>
            </a:r>
            <a:r>
              <a:rPr lang="en-US" b="0" dirty="0">
                <a:solidFill>
                  <a:srgbClr val="D4D4D4"/>
                </a:solidFill>
                <a:effectLst/>
                <a:latin typeface="Consolas" panose="020B0609020204030204" pitchFamily="49" charset="0"/>
              </a:rPr>
              <a:t> })</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a:p>
            <a:pPr>
              <a:lnSpc>
                <a:spcPts val="1425"/>
              </a:lnSpc>
              <a:buNone/>
            </a:pPr>
            <a:r>
              <a:rPr lang="en-US" b="0" dirty="0">
                <a:solidFill>
                  <a:srgbClr val="6A9955"/>
                </a:solidFill>
                <a:effectLst/>
                <a:latin typeface="Consolas" panose="020B0609020204030204" pitchFamily="49" charset="0"/>
              </a:rPr>
              <a:t>// Find files with specific metadata</a:t>
            </a:r>
            <a:endParaRPr lang="en-US" b="0" dirty="0">
              <a:solidFill>
                <a:srgbClr val="D4D4D4"/>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db</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fs</a:t>
            </a:r>
            <a:r>
              <a:rPr lang="en-US" b="0" dirty="0" err="1">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files</a:t>
            </a:r>
            <a:r>
              <a:rPr lang="en-US" b="0" dirty="0" err="1">
                <a:solidFill>
                  <a:srgbClr val="D4D4D4"/>
                </a:solidFill>
                <a:effectLst/>
                <a:latin typeface="Consolas" panose="020B0609020204030204" pitchFamily="49" charset="0"/>
              </a:rPr>
              <a:t>.</a:t>
            </a:r>
            <a:r>
              <a:rPr lang="en-US" b="0" dirty="0" err="1">
                <a:solidFill>
                  <a:srgbClr val="DCDCAA"/>
                </a:solidFill>
                <a:effectLst/>
                <a:latin typeface="Consolas" panose="020B0609020204030204" pitchFamily="49" charset="0"/>
              </a:rPr>
              <a:t>find</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a:t>
            </a:r>
            <a:r>
              <a:rPr lang="en-US" b="0" dirty="0" err="1">
                <a:solidFill>
                  <a:srgbClr val="CE9178"/>
                </a:solidFill>
                <a:effectLst/>
                <a:latin typeface="Consolas" panose="020B0609020204030204" pitchFamily="49" charset="0"/>
              </a:rPr>
              <a:t>metadata.category</a:t>
            </a:r>
            <a:r>
              <a:rPr lang="en-US" b="0" dirty="0">
                <a:solidFill>
                  <a:srgbClr val="CE9178"/>
                </a:solidFill>
                <a:effectLst/>
                <a:latin typeface="Consolas" panose="020B0609020204030204" pitchFamily="49" charset="0"/>
              </a:rPr>
              <a:t>'</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'images'</a:t>
            </a:r>
            <a:r>
              <a:rPr lang="en-US" b="0" dirty="0">
                <a:solidFill>
                  <a:srgbClr val="D4D4D4"/>
                </a:solidFill>
                <a:effectLst/>
                <a:latin typeface="Consolas" panose="020B0609020204030204" pitchFamily="49" charset="0"/>
              </a:rPr>
              <a:t> })</a:t>
            </a:r>
          </a:p>
        </p:txBody>
      </p:sp>
    </p:spTree>
    <p:extLst>
      <p:ext uri="{BB962C8B-B14F-4D97-AF65-F5344CB8AC3E}">
        <p14:creationId xmlns:p14="http://schemas.microsoft.com/office/powerpoint/2010/main" val="413011743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51C90-DE80-B1CD-912A-A7A37C5C753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DB7AD9-6B24-4E9D-710C-3BC5A712FF85}"/>
              </a:ext>
            </a:extLst>
          </p:cNvPr>
          <p:cNvSpPr txBox="1"/>
          <p:nvPr/>
        </p:nvSpPr>
        <p:spPr>
          <a:xfrm>
            <a:off x="354842" y="420096"/>
            <a:ext cx="4954136" cy="2785378"/>
          </a:xfrm>
          <a:prstGeom prst="rect">
            <a:avLst/>
          </a:prstGeom>
          <a:noFill/>
        </p:spPr>
        <p:txBody>
          <a:bodyPr wrap="square">
            <a:spAutoFit/>
          </a:bodyPr>
          <a:lstStyle/>
          <a:p>
            <a:pPr>
              <a:lnSpc>
                <a:spcPts val="1425"/>
              </a:lnSpc>
              <a:buNone/>
            </a:pP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 </a:t>
            </a:r>
            <a:r>
              <a:rPr lang="en-US" sz="1200" b="0" dirty="0" err="1">
                <a:solidFill>
                  <a:srgbClr val="4EC9B0"/>
                </a:solidFill>
                <a:effectLst/>
                <a:latin typeface="Consolas" panose="020B0609020204030204" pitchFamily="49" charset="0"/>
              </a:rPr>
              <a:t>GridFSBucket</a:t>
            </a:r>
            <a:r>
              <a:rPr lang="en-US" sz="1200" b="0" dirty="0">
                <a:solidFill>
                  <a:srgbClr val="D4D4D4"/>
                </a:solidFill>
                <a:effectLst/>
                <a:latin typeface="Consolas" panose="020B0609020204030204" pitchFamily="49" charset="0"/>
              </a:rPr>
              <a:t> } = </a:t>
            </a:r>
            <a:r>
              <a:rPr lang="en-US" sz="1200" b="0" dirty="0">
                <a:solidFill>
                  <a:srgbClr val="DCDCAA"/>
                </a:solidFill>
                <a:effectLst/>
                <a:latin typeface="Consolas" panose="020B0609020204030204" pitchFamily="49" charset="0"/>
              </a:rPr>
              <a:t>require</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mongodb</a:t>
            </a:r>
            <a:r>
              <a:rPr lang="en-US" sz="1200" b="0" dirty="0">
                <a:solidFill>
                  <a:srgbClr val="CE9178"/>
                </a:solidFill>
                <a:effectLst/>
                <a:latin typeface="Consolas" panose="020B0609020204030204" pitchFamily="49" charset="0"/>
              </a:rPr>
              <a:t>'</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 </a:t>
            </a:r>
            <a:r>
              <a:rPr lang="en-US" sz="1200" b="0" dirty="0" err="1">
                <a:solidFill>
                  <a:srgbClr val="4EC9B0"/>
                </a:solidFill>
                <a:effectLst/>
                <a:latin typeface="Consolas" panose="020B0609020204030204" pitchFamily="49" charset="0"/>
              </a:rPr>
              <a:t>MongoClient</a:t>
            </a:r>
            <a:r>
              <a:rPr lang="en-US" sz="1200" b="0" dirty="0">
                <a:solidFill>
                  <a:srgbClr val="D4D4D4"/>
                </a:solidFill>
                <a:effectLst/>
                <a:latin typeface="Consolas" panose="020B0609020204030204" pitchFamily="49" charset="0"/>
              </a:rPr>
              <a:t> } = </a:t>
            </a:r>
            <a:r>
              <a:rPr lang="en-US" sz="1200" b="0" dirty="0">
                <a:solidFill>
                  <a:srgbClr val="DCDCAA"/>
                </a:solidFill>
                <a:effectLst/>
                <a:latin typeface="Consolas" panose="020B0609020204030204" pitchFamily="49" charset="0"/>
              </a:rPr>
              <a:t>require</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mongodb</a:t>
            </a:r>
            <a:r>
              <a:rPr lang="en-US" sz="1200" b="0" dirty="0">
                <a:solidFill>
                  <a:srgbClr val="CE9178"/>
                </a:solidFill>
                <a:effectLst/>
                <a:latin typeface="Consolas" panose="020B0609020204030204" pitchFamily="49" charset="0"/>
              </a:rPr>
              <a:t>'</a:t>
            </a:r>
            <a:r>
              <a:rPr lang="en-US" sz="1200" b="0" dirty="0">
                <a:solidFill>
                  <a:srgbClr val="D4D4D4"/>
                </a:solidFill>
                <a:effectLst/>
                <a:latin typeface="Consolas" panose="020B0609020204030204" pitchFamily="49" charset="0"/>
              </a:rPr>
              <a:t>);</a:t>
            </a:r>
          </a:p>
          <a:p>
            <a:pPr>
              <a:lnSpc>
                <a:spcPts val="1425"/>
              </a:lnSpc>
              <a:buNone/>
            </a:pP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async</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function</a:t>
            </a:r>
            <a:r>
              <a:rPr lang="en-US" sz="1200" b="0" dirty="0">
                <a:solidFill>
                  <a:srgbClr val="D4D4D4"/>
                </a:solidFill>
                <a:effectLst/>
                <a:latin typeface="Consolas" panose="020B0609020204030204" pitchFamily="49" charset="0"/>
              </a:rPr>
              <a:t> </a:t>
            </a:r>
            <a:r>
              <a:rPr lang="en-US" sz="1200" b="0" dirty="0" err="1">
                <a:solidFill>
                  <a:srgbClr val="DCDCAA"/>
                </a:solidFill>
                <a:effectLst/>
                <a:latin typeface="Consolas" panose="020B0609020204030204" pitchFamily="49" charset="0"/>
              </a:rPr>
              <a:t>deleteFile</a:t>
            </a:r>
            <a:r>
              <a:rPr lang="en-US" sz="1200" b="0" dirty="0">
                <a:solidFill>
                  <a:srgbClr val="D4D4D4"/>
                </a:solidFill>
                <a:effectLst/>
                <a:latin typeface="Consolas" panose="020B0609020204030204" pitchFamily="49" charset="0"/>
              </a:rPr>
              <a:t>(</a:t>
            </a:r>
            <a:r>
              <a:rPr lang="en-US" sz="1200" b="0" dirty="0">
                <a:solidFill>
                  <a:srgbClr val="9CDCFE"/>
                </a:solidFill>
                <a:effectLst/>
                <a:latin typeface="Consolas" panose="020B0609020204030204" pitchFamily="49" charset="0"/>
              </a:rPr>
              <a:t>filename</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err="1">
                <a:solidFill>
                  <a:srgbClr val="4FC1FF"/>
                </a:solidFill>
                <a:effectLst/>
                <a:latin typeface="Consolas" panose="020B0609020204030204" pitchFamily="49" charset="0"/>
              </a:rPr>
              <a:t>uri</a:t>
            </a:r>
            <a:r>
              <a:rPr lang="en-US" sz="1200" b="0" dirty="0">
                <a:solidFill>
                  <a:srgbClr val="D4D4D4"/>
                </a:solidFill>
                <a:effectLst/>
                <a:latin typeface="Consolas" panose="020B0609020204030204" pitchFamily="49" charset="0"/>
              </a:rPr>
              <a:t> = </a:t>
            </a:r>
            <a:r>
              <a:rPr lang="en-US" sz="1200" b="0" dirty="0">
                <a:solidFill>
                  <a:srgbClr val="CE9178"/>
                </a:solidFill>
                <a:effectLst/>
                <a:latin typeface="Consolas" panose="020B0609020204030204" pitchFamily="49" charset="0"/>
              </a:rPr>
              <a:t>"</a:t>
            </a:r>
            <a:r>
              <a:rPr lang="en-US" sz="1200" b="0" dirty="0" err="1">
                <a:solidFill>
                  <a:srgbClr val="CE9178"/>
                </a:solidFill>
                <a:effectLst/>
                <a:latin typeface="Consolas" panose="020B0609020204030204" pitchFamily="49" charset="0"/>
              </a:rPr>
              <a:t>mongodb</a:t>
            </a:r>
            <a:r>
              <a:rPr lang="en-US" sz="1200" b="0" dirty="0">
                <a:solidFill>
                  <a:srgbClr val="CE9178"/>
                </a:solidFill>
                <a:effectLst/>
                <a:latin typeface="Consolas" panose="020B0609020204030204" pitchFamily="49" charset="0"/>
              </a:rPr>
              <a:t>://localhost:27017/</a:t>
            </a:r>
            <a:r>
              <a:rPr lang="en-US" sz="1200" b="0" dirty="0" err="1">
                <a:solidFill>
                  <a:srgbClr val="CE9178"/>
                </a:solidFill>
                <a:effectLst/>
                <a:latin typeface="Consolas" panose="020B0609020204030204" pitchFamily="49" charset="0"/>
              </a:rPr>
              <a:t>mydatabase</a:t>
            </a:r>
            <a:r>
              <a:rPr lang="en-US" sz="1200" b="0" dirty="0">
                <a:solidFill>
                  <a:srgbClr val="CE9178"/>
                </a:solidFill>
                <a:effectLst/>
                <a:latin typeface="Consolas" panose="020B0609020204030204" pitchFamily="49" charset="0"/>
              </a:rPr>
              <a:t>"</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a:solidFill>
                  <a:srgbClr val="4FC1FF"/>
                </a:solidFill>
                <a:effectLst/>
                <a:latin typeface="Consolas" panose="020B0609020204030204" pitchFamily="49" charset="0"/>
              </a:rPr>
              <a:t>client</a:t>
            </a:r>
            <a:r>
              <a:rPr lang="en-US" sz="1200" b="0" dirty="0">
                <a:solidFill>
                  <a:srgbClr val="D4D4D4"/>
                </a:solidFill>
                <a:effectLst/>
                <a:latin typeface="Consolas" panose="020B0609020204030204" pitchFamily="49" charset="0"/>
              </a:rPr>
              <a:t> = </a:t>
            </a:r>
            <a:r>
              <a:rPr lang="en-US" sz="1200" b="0" dirty="0">
                <a:solidFill>
                  <a:srgbClr val="569CD6"/>
                </a:solidFill>
                <a:effectLst/>
                <a:latin typeface="Consolas" panose="020B0609020204030204" pitchFamily="49" charset="0"/>
              </a:rPr>
              <a:t>new</a:t>
            </a:r>
            <a:r>
              <a:rPr lang="en-US" sz="1200" b="0" dirty="0">
                <a:solidFill>
                  <a:srgbClr val="D4D4D4"/>
                </a:solidFill>
                <a:effectLst/>
                <a:latin typeface="Consolas" panose="020B0609020204030204" pitchFamily="49" charset="0"/>
              </a:rPr>
              <a:t> </a:t>
            </a:r>
            <a:r>
              <a:rPr lang="en-US" sz="1200" b="0" dirty="0" err="1">
                <a:solidFill>
                  <a:srgbClr val="4EC9B0"/>
                </a:solidFill>
                <a:effectLst/>
                <a:latin typeface="Consolas" panose="020B0609020204030204" pitchFamily="49" charset="0"/>
              </a:rPr>
              <a:t>MongoClient</a:t>
            </a:r>
            <a:r>
              <a:rPr lang="en-US" sz="1200" b="0" dirty="0">
                <a:solidFill>
                  <a:srgbClr val="D4D4D4"/>
                </a:solidFill>
                <a:effectLst/>
                <a:latin typeface="Consolas" panose="020B0609020204030204" pitchFamily="49" charset="0"/>
              </a:rPr>
              <a:t>(</a:t>
            </a:r>
            <a:r>
              <a:rPr lang="en-US" sz="1200" b="0" dirty="0" err="1">
                <a:solidFill>
                  <a:srgbClr val="4FC1FF"/>
                </a:solidFill>
                <a:effectLst/>
                <a:latin typeface="Consolas" panose="020B0609020204030204" pitchFamily="49" charset="0"/>
              </a:rPr>
              <a:t>uri</a:t>
            </a:r>
            <a:r>
              <a:rPr lang="en-US" sz="1200" b="0" dirty="0">
                <a:solidFill>
                  <a:srgbClr val="D4D4D4"/>
                </a:solidFill>
                <a:effectLst/>
                <a:latin typeface="Consolas" panose="020B0609020204030204" pitchFamily="49" charset="0"/>
              </a:rPr>
              <a:t>);</a:t>
            </a:r>
          </a:p>
          <a:p>
            <a:pPr>
              <a:lnSpc>
                <a:spcPts val="1425"/>
              </a:lnSpc>
              <a:buNone/>
            </a:pP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try</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await</a:t>
            </a:r>
            <a:r>
              <a:rPr lang="en-US" sz="1200" b="0" dirty="0">
                <a:solidFill>
                  <a:srgbClr val="D4D4D4"/>
                </a:solidFill>
                <a:effectLst/>
                <a:latin typeface="Consolas" panose="020B0609020204030204" pitchFamily="49" charset="0"/>
              </a:rPr>
              <a:t> </a:t>
            </a:r>
            <a:r>
              <a:rPr lang="en-US" sz="1200" b="0" dirty="0" err="1">
                <a:solidFill>
                  <a:srgbClr val="4FC1FF"/>
                </a:solidFill>
                <a:effectLst/>
                <a:latin typeface="Consolas" panose="020B0609020204030204" pitchFamily="49" charset="0"/>
              </a:rPr>
              <a:t>client</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connect</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err="1">
                <a:solidFill>
                  <a:srgbClr val="4FC1FF"/>
                </a:solidFill>
                <a:effectLst/>
                <a:latin typeface="Consolas" panose="020B0609020204030204" pitchFamily="49" charset="0"/>
              </a:rPr>
              <a:t>db</a:t>
            </a:r>
            <a:r>
              <a:rPr lang="en-US" sz="1200" b="0" dirty="0">
                <a:solidFill>
                  <a:srgbClr val="D4D4D4"/>
                </a:solidFill>
                <a:effectLst/>
                <a:latin typeface="Consolas" panose="020B0609020204030204" pitchFamily="49" charset="0"/>
              </a:rPr>
              <a:t> = </a:t>
            </a:r>
            <a:r>
              <a:rPr lang="en-US" sz="1200" b="0" dirty="0" err="1">
                <a:solidFill>
                  <a:srgbClr val="4FC1FF"/>
                </a:solidFill>
                <a:effectLst/>
                <a:latin typeface="Consolas" panose="020B0609020204030204" pitchFamily="49" charset="0"/>
              </a:rPr>
              <a:t>client</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db</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a:solidFill>
                  <a:srgbClr val="4FC1FF"/>
                </a:solidFill>
                <a:effectLst/>
                <a:latin typeface="Consolas" panose="020B0609020204030204" pitchFamily="49" charset="0"/>
              </a:rPr>
              <a:t>bucket</a:t>
            </a:r>
            <a:r>
              <a:rPr lang="en-US" sz="1200" b="0" dirty="0">
                <a:solidFill>
                  <a:srgbClr val="D4D4D4"/>
                </a:solidFill>
                <a:effectLst/>
                <a:latin typeface="Consolas" panose="020B0609020204030204" pitchFamily="49" charset="0"/>
              </a:rPr>
              <a:t> = </a:t>
            </a:r>
            <a:r>
              <a:rPr lang="en-US" sz="1200" b="0" dirty="0">
                <a:solidFill>
                  <a:srgbClr val="569CD6"/>
                </a:solidFill>
                <a:effectLst/>
                <a:latin typeface="Consolas" panose="020B0609020204030204" pitchFamily="49" charset="0"/>
              </a:rPr>
              <a:t>new</a:t>
            </a:r>
            <a:r>
              <a:rPr lang="en-US" sz="1200" b="0" dirty="0">
                <a:solidFill>
                  <a:srgbClr val="D4D4D4"/>
                </a:solidFill>
                <a:effectLst/>
                <a:latin typeface="Consolas" panose="020B0609020204030204" pitchFamily="49" charset="0"/>
              </a:rPr>
              <a:t> </a:t>
            </a:r>
            <a:r>
              <a:rPr lang="en-US" sz="1200" b="0" dirty="0" err="1">
                <a:solidFill>
                  <a:srgbClr val="4EC9B0"/>
                </a:solidFill>
                <a:effectLst/>
                <a:latin typeface="Consolas" panose="020B0609020204030204" pitchFamily="49" charset="0"/>
              </a:rPr>
              <a:t>GridFSBucket</a:t>
            </a:r>
            <a:r>
              <a:rPr lang="en-US" sz="1200" b="0" dirty="0">
                <a:solidFill>
                  <a:srgbClr val="D4D4D4"/>
                </a:solidFill>
                <a:effectLst/>
                <a:latin typeface="Consolas" panose="020B0609020204030204" pitchFamily="49" charset="0"/>
              </a:rPr>
              <a:t>(</a:t>
            </a:r>
            <a:r>
              <a:rPr lang="en-US" sz="1200" b="0" dirty="0" err="1">
                <a:solidFill>
                  <a:srgbClr val="4FC1FF"/>
                </a:solidFill>
                <a:effectLst/>
                <a:latin typeface="Consolas" panose="020B0609020204030204" pitchFamily="49" charset="0"/>
              </a:rPr>
              <a:t>db</a:t>
            </a:r>
            <a:r>
              <a:rPr lang="en-US" sz="1200" b="0" dirty="0">
                <a:solidFill>
                  <a:srgbClr val="D4D4D4"/>
                </a:solidFill>
                <a:effectLst/>
                <a:latin typeface="Consolas" panose="020B0609020204030204" pitchFamily="49" charset="0"/>
              </a:rPr>
              <a:t>);</a:t>
            </a:r>
          </a:p>
          <a:p>
            <a:pPr>
              <a:lnSpc>
                <a:spcPts val="1425"/>
              </a:lnSpc>
              <a:buNone/>
            </a:pP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p:txBody>
      </p:sp>
      <p:sp>
        <p:nvSpPr>
          <p:cNvPr id="5" name="TextBox 4">
            <a:extLst>
              <a:ext uri="{FF2B5EF4-FFF2-40B4-BE49-F238E27FC236}">
                <a16:creationId xmlns:a16="http://schemas.microsoft.com/office/drawing/2014/main" id="{7064C1E7-D1C2-7E92-997A-4D5BF1B2DE4D}"/>
              </a:ext>
            </a:extLst>
          </p:cNvPr>
          <p:cNvSpPr txBox="1"/>
          <p:nvPr/>
        </p:nvSpPr>
        <p:spPr>
          <a:xfrm>
            <a:off x="5083792" y="151179"/>
            <a:ext cx="4954136" cy="6555641"/>
          </a:xfrm>
          <a:prstGeom prst="rect">
            <a:avLst/>
          </a:prstGeom>
          <a:noFill/>
        </p:spPr>
        <p:txBody>
          <a:bodyPr wrap="square">
            <a:spAutoFit/>
          </a:bodyPr>
          <a:lstStyle/>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a:solidFill>
                  <a:srgbClr val="4FC1FF"/>
                </a:solidFill>
                <a:effectLst/>
                <a:latin typeface="Consolas" panose="020B0609020204030204" pitchFamily="49" charset="0"/>
              </a:rPr>
              <a:t>files</a:t>
            </a:r>
            <a:r>
              <a:rPr lang="en-US" sz="1200" b="0" dirty="0">
                <a:solidFill>
                  <a:srgbClr val="D4D4D4"/>
                </a:solidFill>
                <a:effectLst/>
                <a:latin typeface="Consolas" panose="020B0609020204030204" pitchFamily="49" charset="0"/>
              </a:rPr>
              <a:t> = </a:t>
            </a:r>
            <a:r>
              <a:rPr lang="en-US" sz="1200" b="0" dirty="0">
                <a:solidFill>
                  <a:srgbClr val="C586C0"/>
                </a:solidFill>
                <a:effectLst/>
                <a:latin typeface="Consolas" panose="020B0609020204030204" pitchFamily="49" charset="0"/>
              </a:rPr>
              <a:t>await</a:t>
            </a:r>
            <a:r>
              <a:rPr lang="en-US" sz="1200" b="0" dirty="0">
                <a:solidFill>
                  <a:srgbClr val="D4D4D4"/>
                </a:solidFill>
                <a:effectLst/>
                <a:latin typeface="Consolas" panose="020B0609020204030204" pitchFamily="49" charset="0"/>
              </a:rPr>
              <a:t> </a:t>
            </a:r>
            <a:r>
              <a:rPr lang="en-US" sz="1200" b="0" dirty="0" err="1">
                <a:solidFill>
                  <a:srgbClr val="4FC1FF"/>
                </a:solidFill>
                <a:effectLst/>
                <a:latin typeface="Consolas" panose="020B0609020204030204" pitchFamily="49" charset="0"/>
              </a:rPr>
              <a:t>bucket</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find</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filename:</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filename</a:t>
            </a:r>
            <a:r>
              <a:rPr lang="en-US" sz="1200" b="0" dirty="0">
                <a:solidFill>
                  <a:srgbClr val="D4D4D4"/>
                </a:solidFill>
                <a:effectLst/>
                <a:latin typeface="Consolas" panose="020B0609020204030204" pitchFamily="49" charset="0"/>
              </a:rPr>
              <a:t> }).</a:t>
            </a:r>
            <a:r>
              <a:rPr lang="en-US" sz="1200" b="0" dirty="0" err="1">
                <a:solidFill>
                  <a:srgbClr val="DCDCAA"/>
                </a:solidFill>
                <a:effectLst/>
                <a:latin typeface="Consolas" panose="020B0609020204030204" pitchFamily="49" charset="0"/>
              </a:rPr>
              <a:t>toArray</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if</a:t>
            </a:r>
            <a:r>
              <a:rPr lang="en-US" sz="1200" b="0" dirty="0">
                <a:solidFill>
                  <a:srgbClr val="D4D4D4"/>
                </a:solidFill>
                <a:effectLst/>
                <a:latin typeface="Consolas" panose="020B0609020204030204" pitchFamily="49" charset="0"/>
              </a:rPr>
              <a:t> (</a:t>
            </a:r>
            <a:r>
              <a:rPr lang="en-US" sz="1200" b="0" dirty="0" err="1">
                <a:solidFill>
                  <a:srgbClr val="4FC1FF"/>
                </a:solidFill>
                <a:effectLst/>
                <a:latin typeface="Consolas" panose="020B0609020204030204" pitchFamily="49" charset="0"/>
              </a:rPr>
              <a:t>files</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length</a:t>
            </a:r>
            <a:r>
              <a:rPr lang="en-US" sz="1200" b="0" dirty="0">
                <a:solidFill>
                  <a:srgbClr val="D4D4D4"/>
                </a:solidFill>
                <a:effectLst/>
                <a:latin typeface="Consolas" panose="020B0609020204030204" pitchFamily="49" charset="0"/>
              </a:rPr>
              <a:t> &gt; </a:t>
            </a:r>
            <a:r>
              <a:rPr lang="en-US" sz="1200" b="0" dirty="0">
                <a:solidFill>
                  <a:srgbClr val="B5CEA8"/>
                </a:solidFill>
                <a:effectLst/>
                <a:latin typeface="Consolas" panose="020B0609020204030204" pitchFamily="49" charset="0"/>
              </a:rPr>
              <a:t>0</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err="1">
                <a:solidFill>
                  <a:srgbClr val="4FC1FF"/>
                </a:solidFill>
                <a:effectLst/>
                <a:latin typeface="Consolas" panose="020B0609020204030204" pitchFamily="49" charset="0"/>
              </a:rPr>
              <a:t>fileId</a:t>
            </a:r>
            <a:r>
              <a:rPr lang="en-US" sz="1200" b="0" dirty="0">
                <a:solidFill>
                  <a:srgbClr val="D4D4D4"/>
                </a:solidFill>
                <a:effectLst/>
                <a:latin typeface="Consolas" panose="020B0609020204030204" pitchFamily="49" charset="0"/>
              </a:rPr>
              <a:t> = </a:t>
            </a:r>
            <a:r>
              <a:rPr lang="en-US" sz="1200" b="0" dirty="0">
                <a:solidFill>
                  <a:srgbClr val="4FC1FF"/>
                </a:solidFill>
                <a:effectLst/>
                <a:latin typeface="Consolas" panose="020B0609020204030204" pitchFamily="49" charset="0"/>
              </a:rPr>
              <a:t>files</a:t>
            </a:r>
            <a:r>
              <a:rPr lang="en-US" sz="1200" b="0" dirty="0">
                <a:solidFill>
                  <a:srgbClr val="D4D4D4"/>
                </a:solidFill>
                <a:effectLst/>
                <a:latin typeface="Consolas" panose="020B0609020204030204" pitchFamily="49" charset="0"/>
              </a:rPr>
              <a:t>[</a:t>
            </a:r>
            <a:r>
              <a:rPr lang="en-US" sz="1200" b="0" dirty="0">
                <a:solidFill>
                  <a:srgbClr val="B5CEA8"/>
                </a:solidFill>
                <a:effectLst/>
                <a:latin typeface="Consolas" panose="020B0609020204030204" pitchFamily="49" charset="0"/>
              </a:rPr>
              <a:t>0</a:t>
            </a:r>
            <a:r>
              <a:rPr lang="en-US" sz="1200" b="0" dirty="0">
                <a:solidFill>
                  <a:srgbClr val="D4D4D4"/>
                </a:solidFill>
                <a:effectLst/>
                <a:latin typeface="Consolas" panose="020B0609020204030204" pitchFamily="49" charset="0"/>
              </a:rPr>
              <a:t>].</a:t>
            </a:r>
            <a:r>
              <a:rPr lang="en-US" sz="1200" b="0" dirty="0">
                <a:solidFill>
                  <a:srgbClr val="9CDCFE"/>
                </a:solidFill>
                <a:effectLst/>
                <a:latin typeface="Consolas" panose="020B0609020204030204" pitchFamily="49" charset="0"/>
              </a:rPr>
              <a:t>_id</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await</a:t>
            </a:r>
            <a:r>
              <a:rPr lang="en-US" sz="1200" b="0" dirty="0">
                <a:solidFill>
                  <a:srgbClr val="D4D4D4"/>
                </a:solidFill>
                <a:effectLst/>
                <a:latin typeface="Consolas" panose="020B0609020204030204" pitchFamily="49" charset="0"/>
              </a:rPr>
              <a:t> </a:t>
            </a:r>
            <a:r>
              <a:rPr lang="en-US" sz="1200" b="0" dirty="0" err="1">
                <a:solidFill>
                  <a:srgbClr val="4FC1FF"/>
                </a:solidFill>
                <a:effectLst/>
                <a:latin typeface="Consolas" panose="020B0609020204030204" pitchFamily="49" charset="0"/>
              </a:rPr>
              <a:t>bucket</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delete</a:t>
            </a:r>
            <a:r>
              <a:rPr lang="en-US" sz="1200" b="0" dirty="0">
                <a:solidFill>
                  <a:srgbClr val="D4D4D4"/>
                </a:solidFill>
                <a:effectLst/>
                <a:latin typeface="Consolas" panose="020B0609020204030204" pitchFamily="49" charset="0"/>
              </a:rPr>
              <a:t>(</a:t>
            </a:r>
            <a:r>
              <a:rPr lang="en-US" sz="1200" b="0" dirty="0" err="1">
                <a:solidFill>
                  <a:srgbClr val="4FC1FF"/>
                </a:solidFill>
                <a:effectLst/>
                <a:latin typeface="Consolas" panose="020B0609020204030204" pitchFamily="49" charset="0"/>
              </a:rPr>
              <a:t>fileId</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console</a:t>
            </a:r>
            <a:r>
              <a:rPr lang="en-US" sz="1200" b="0" dirty="0">
                <a:solidFill>
                  <a:srgbClr val="D4D4D4"/>
                </a:solidFill>
                <a:effectLst/>
                <a:latin typeface="Consolas" panose="020B0609020204030204" pitchFamily="49" charset="0"/>
              </a:rPr>
              <a:t>.</a:t>
            </a:r>
            <a:r>
              <a:rPr lang="en-US" sz="1200" b="0" dirty="0">
                <a:solidFill>
                  <a:srgbClr val="DCDCAA"/>
                </a:solidFill>
                <a:effectLst/>
                <a:latin typeface="Consolas" panose="020B0609020204030204" pitchFamily="49" charset="0"/>
              </a:rPr>
              <a:t>log</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`File "</a:t>
            </a:r>
            <a:r>
              <a:rPr lang="en-US" sz="1200" b="0" dirty="0">
                <a:solidFill>
                  <a:srgbClr val="569CD6"/>
                </a:solidFill>
                <a:effectLst/>
                <a:latin typeface="Consolas" panose="020B0609020204030204" pitchFamily="49" charset="0"/>
              </a:rPr>
              <a:t>${</a:t>
            </a:r>
            <a:r>
              <a:rPr lang="en-US" sz="1200" b="0" dirty="0">
                <a:solidFill>
                  <a:srgbClr val="9CDCFE"/>
                </a:solidFill>
                <a:effectLst/>
                <a:latin typeface="Consolas" panose="020B0609020204030204" pitchFamily="49" charset="0"/>
              </a:rPr>
              <a:t>filename</a:t>
            </a:r>
            <a:r>
              <a:rPr lang="en-US" sz="1200" b="0" dirty="0">
                <a:solidFill>
                  <a:srgbClr val="569CD6"/>
                </a:solidFill>
                <a:effectLst/>
                <a:latin typeface="Consolas" panose="020B0609020204030204" pitchFamily="49" charset="0"/>
              </a:rPr>
              <a:t>}</a:t>
            </a:r>
            <a:r>
              <a:rPr lang="en-US" sz="1200" b="0" dirty="0">
                <a:solidFill>
                  <a:srgbClr val="CE9178"/>
                </a:solidFill>
                <a:effectLst/>
                <a:latin typeface="Consolas" panose="020B0609020204030204" pitchFamily="49" charset="0"/>
              </a:rPr>
              <a:t>" and its chunks deleted successfully.`</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 </a:t>
            </a:r>
            <a:r>
              <a:rPr lang="en-US" sz="1200" b="0" dirty="0">
                <a:solidFill>
                  <a:srgbClr val="C586C0"/>
                </a:solidFill>
                <a:effectLst/>
                <a:latin typeface="Consolas" panose="020B0609020204030204" pitchFamily="49" charset="0"/>
              </a:rPr>
              <a:t>else</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console</a:t>
            </a:r>
            <a:r>
              <a:rPr lang="en-US" sz="1200" b="0" dirty="0">
                <a:solidFill>
                  <a:srgbClr val="D4D4D4"/>
                </a:solidFill>
                <a:effectLst/>
                <a:latin typeface="Consolas" panose="020B0609020204030204" pitchFamily="49" charset="0"/>
              </a:rPr>
              <a:t>.</a:t>
            </a:r>
            <a:r>
              <a:rPr lang="en-US" sz="1200" b="0" dirty="0">
                <a:solidFill>
                  <a:srgbClr val="DCDCAA"/>
                </a:solidFill>
                <a:effectLst/>
                <a:latin typeface="Consolas" panose="020B0609020204030204" pitchFamily="49" charset="0"/>
              </a:rPr>
              <a:t>log</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`File "</a:t>
            </a:r>
            <a:r>
              <a:rPr lang="en-US" sz="1200" b="0" dirty="0">
                <a:solidFill>
                  <a:srgbClr val="569CD6"/>
                </a:solidFill>
                <a:effectLst/>
                <a:latin typeface="Consolas" panose="020B0609020204030204" pitchFamily="49" charset="0"/>
              </a:rPr>
              <a:t>${</a:t>
            </a:r>
            <a:r>
              <a:rPr lang="en-US" sz="1200" b="0" dirty="0">
                <a:solidFill>
                  <a:srgbClr val="9CDCFE"/>
                </a:solidFill>
                <a:effectLst/>
                <a:latin typeface="Consolas" panose="020B0609020204030204" pitchFamily="49" charset="0"/>
              </a:rPr>
              <a:t>filename</a:t>
            </a:r>
            <a:r>
              <a:rPr lang="en-US" sz="1200" b="0" dirty="0">
                <a:solidFill>
                  <a:srgbClr val="569CD6"/>
                </a:solidFill>
                <a:effectLst/>
                <a:latin typeface="Consolas" panose="020B0609020204030204" pitchFamily="49" charset="0"/>
              </a:rPr>
              <a:t>}</a:t>
            </a:r>
            <a:r>
              <a:rPr lang="en-US" sz="1200" b="0" dirty="0">
                <a:solidFill>
                  <a:srgbClr val="CE9178"/>
                </a:solidFill>
                <a:effectLst/>
                <a:latin typeface="Consolas" panose="020B0609020204030204" pitchFamily="49" charset="0"/>
              </a:rPr>
              <a:t>" not found.`</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 </a:t>
            </a:r>
            <a:r>
              <a:rPr lang="en-US" sz="1200" b="0" dirty="0">
                <a:solidFill>
                  <a:srgbClr val="C586C0"/>
                </a:solidFill>
                <a:effectLst/>
                <a:latin typeface="Consolas" panose="020B0609020204030204" pitchFamily="49" charset="0"/>
              </a:rPr>
              <a:t>catch</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err</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console</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error</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'Error deleting file:'</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err</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 </a:t>
            </a:r>
            <a:r>
              <a:rPr lang="en-US" sz="1200" b="0" dirty="0">
                <a:solidFill>
                  <a:srgbClr val="C586C0"/>
                </a:solidFill>
                <a:effectLst/>
                <a:latin typeface="Consolas" panose="020B0609020204030204" pitchFamily="49" charset="0"/>
              </a:rPr>
              <a:t>finally</a:t>
            </a: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await</a:t>
            </a:r>
            <a:r>
              <a:rPr lang="en-US" sz="1200" b="0" dirty="0">
                <a:solidFill>
                  <a:srgbClr val="D4D4D4"/>
                </a:solidFill>
                <a:effectLst/>
                <a:latin typeface="Consolas" panose="020B0609020204030204" pitchFamily="49" charset="0"/>
              </a:rPr>
              <a:t> </a:t>
            </a:r>
            <a:r>
              <a:rPr lang="en-US" sz="1200" b="0" dirty="0" err="1">
                <a:solidFill>
                  <a:srgbClr val="4FC1FF"/>
                </a:solidFill>
                <a:effectLst/>
                <a:latin typeface="Consolas" panose="020B0609020204030204" pitchFamily="49" charset="0"/>
              </a:rPr>
              <a:t>client</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close</a:t>
            </a:r>
            <a:r>
              <a:rPr lang="en-US" sz="1200" b="0" dirty="0">
                <a:solidFill>
                  <a:srgbClr val="D4D4D4"/>
                </a:solidFill>
                <a:effectLst/>
                <a:latin typeface="Consolas" panose="020B0609020204030204" pitchFamily="49" charset="0"/>
              </a:rPr>
              <a:t>();</a:t>
            </a:r>
          </a:p>
          <a:p>
            <a:pPr>
              <a:lnSpc>
                <a:spcPts val="1425"/>
              </a:lnSpc>
              <a:buNone/>
            </a:pPr>
            <a:r>
              <a:rPr lang="en-US" sz="1200" b="0" dirty="0">
                <a:solidFill>
                  <a:srgbClr val="D4D4D4"/>
                </a:solidFill>
                <a:effectLst/>
                <a:latin typeface="Consolas" panose="020B0609020204030204" pitchFamily="49" charset="0"/>
              </a:rPr>
              <a:t>  }</a:t>
            </a:r>
          </a:p>
          <a:p>
            <a:pPr>
              <a:lnSpc>
                <a:spcPts val="1425"/>
              </a:lnSpc>
              <a:buNone/>
            </a:pPr>
            <a:r>
              <a:rPr lang="en-US" sz="1200" b="0" dirty="0">
                <a:solidFill>
                  <a:srgbClr val="D4D4D4"/>
                </a:solidFill>
                <a:effectLst/>
                <a:latin typeface="Consolas" panose="020B0609020204030204" pitchFamily="49" charset="0"/>
              </a:rPr>
              <a:t>}</a:t>
            </a:r>
          </a:p>
          <a:p>
            <a:pPr>
              <a:lnSpc>
                <a:spcPts val="1425"/>
              </a:lnSpc>
              <a:buNone/>
            </a:pP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err="1">
                <a:solidFill>
                  <a:srgbClr val="DCDCAA"/>
                </a:solidFill>
                <a:effectLst/>
                <a:latin typeface="Consolas" panose="020B0609020204030204" pitchFamily="49" charset="0"/>
              </a:rPr>
              <a:t>deleteFile</a:t>
            </a:r>
            <a:r>
              <a:rPr lang="en-US" sz="1200" b="0" dirty="0">
                <a:solidFill>
                  <a:srgbClr val="D4D4D4"/>
                </a:solidFill>
                <a:effectLst/>
                <a:latin typeface="Consolas" panose="020B0609020204030204" pitchFamily="49" charset="0"/>
              </a:rPr>
              <a:t>(</a:t>
            </a:r>
            <a:r>
              <a:rPr lang="en-US" sz="1200" b="0" dirty="0">
                <a:solidFill>
                  <a:srgbClr val="CE9178"/>
                </a:solidFill>
                <a:effectLst/>
                <a:latin typeface="Consolas" panose="020B0609020204030204" pitchFamily="49" charset="0"/>
              </a:rPr>
              <a:t>'my_large_video.mp4'</a:t>
            </a:r>
            <a:r>
              <a:rPr lang="en-US" sz="1200" b="0" dirty="0">
                <a:solidFill>
                  <a:srgbClr val="D4D4D4"/>
                </a:solidFill>
                <a:effectLst/>
                <a:latin typeface="Consolas" panose="020B0609020204030204" pitchFamily="49" charset="0"/>
              </a:rPr>
              <a:t>);</a:t>
            </a:r>
          </a:p>
          <a:p>
            <a:pPr>
              <a:lnSpc>
                <a:spcPts val="1425"/>
              </a:lnSpc>
              <a:buNone/>
            </a:pPr>
            <a:br>
              <a:rPr lang="en-US" sz="1200" b="0" dirty="0">
                <a:solidFill>
                  <a:srgbClr val="D4D4D4"/>
                </a:solidFill>
                <a:effectLst/>
                <a:latin typeface="Consolas" panose="020B0609020204030204" pitchFamily="49" charset="0"/>
              </a:rPr>
            </a:b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 </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Not Recommended:</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Find the _id of the file</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const </a:t>
            </a:r>
            <a:r>
              <a:rPr lang="en-US" sz="1200" b="0" dirty="0" err="1">
                <a:solidFill>
                  <a:srgbClr val="6A9955"/>
                </a:solidFill>
                <a:effectLst/>
                <a:latin typeface="Consolas" panose="020B0609020204030204" pitchFamily="49" charset="0"/>
              </a:rPr>
              <a:t>fileToDelete</a:t>
            </a:r>
            <a:r>
              <a:rPr lang="en-US" sz="1200" b="0" dirty="0">
                <a:solidFill>
                  <a:srgbClr val="6A9955"/>
                </a:solidFill>
                <a:effectLst/>
                <a:latin typeface="Consolas" panose="020B0609020204030204" pitchFamily="49" charset="0"/>
              </a:rPr>
              <a:t> = </a:t>
            </a:r>
            <a:r>
              <a:rPr lang="en-US" sz="1200" b="0" dirty="0" err="1">
                <a:solidFill>
                  <a:srgbClr val="6A9955"/>
                </a:solidFill>
                <a:effectLst/>
                <a:latin typeface="Consolas" panose="020B0609020204030204" pitchFamily="49" charset="0"/>
              </a:rPr>
              <a:t>db.fs.files.findOne</a:t>
            </a:r>
            <a:r>
              <a:rPr lang="en-US" sz="1200" b="0" dirty="0">
                <a:solidFill>
                  <a:srgbClr val="6A9955"/>
                </a:solidFill>
                <a:effectLst/>
                <a:latin typeface="Consolas" panose="020B0609020204030204" pitchFamily="49" charset="0"/>
              </a:rPr>
              <a:t>({ filename: 'my_large_video.mp4' });</a:t>
            </a:r>
            <a:endParaRPr lang="en-US" sz="1200" b="0" dirty="0">
              <a:solidFill>
                <a:srgbClr val="D4D4D4"/>
              </a:solidFill>
              <a:effectLst/>
              <a:latin typeface="Consolas" panose="020B0609020204030204" pitchFamily="49" charset="0"/>
            </a:endParaRPr>
          </a:p>
          <a:p>
            <a:pPr>
              <a:lnSpc>
                <a:spcPts val="1425"/>
              </a:lnSpc>
              <a:buNone/>
            </a:pP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Then delete the metadata</a:t>
            </a:r>
            <a:endParaRPr lang="en-US" sz="1200" b="0" dirty="0">
              <a:solidFill>
                <a:srgbClr val="D4D4D4"/>
              </a:solidFill>
              <a:effectLst/>
              <a:latin typeface="Consolas" panose="020B0609020204030204" pitchFamily="49" charset="0"/>
            </a:endParaRPr>
          </a:p>
          <a:p>
            <a:pPr>
              <a:lnSpc>
                <a:spcPts val="1425"/>
              </a:lnSpc>
              <a:buNone/>
            </a:pPr>
            <a:r>
              <a:rPr lang="en-US" sz="1200" b="0" dirty="0" err="1">
                <a:solidFill>
                  <a:srgbClr val="6A9955"/>
                </a:solidFill>
                <a:effectLst/>
                <a:latin typeface="Consolas" panose="020B0609020204030204" pitchFamily="49" charset="0"/>
              </a:rPr>
              <a:t>db.fs.files.deleteOne</a:t>
            </a:r>
            <a:r>
              <a:rPr lang="en-US" sz="1200" b="0" dirty="0">
                <a:solidFill>
                  <a:srgbClr val="6A9955"/>
                </a:solidFill>
                <a:effectLst/>
                <a:latin typeface="Consolas" panose="020B0609020204030204" pitchFamily="49" charset="0"/>
              </a:rPr>
              <a:t>({ _id: </a:t>
            </a:r>
            <a:r>
              <a:rPr lang="en-US" sz="1200" b="0" dirty="0" err="1">
                <a:solidFill>
                  <a:srgbClr val="6A9955"/>
                </a:solidFill>
                <a:effectLst/>
                <a:latin typeface="Consolas" panose="020B0609020204030204" pitchFamily="49" charset="0"/>
              </a:rPr>
              <a:t>fileToDelete</a:t>
            </a:r>
            <a:r>
              <a:rPr lang="en-US" sz="1200" b="0" dirty="0">
                <a:solidFill>
                  <a:srgbClr val="6A9955"/>
                </a:solidFill>
                <a:effectLst/>
                <a:latin typeface="Consolas" panose="020B0609020204030204" pitchFamily="49" charset="0"/>
              </a:rPr>
              <a:t>._id })</a:t>
            </a:r>
            <a:endParaRPr lang="en-US" sz="1200" b="0" dirty="0">
              <a:solidFill>
                <a:srgbClr val="D4D4D4"/>
              </a:solidFill>
              <a:effectLst/>
              <a:latin typeface="Consolas" panose="020B0609020204030204" pitchFamily="49" charset="0"/>
            </a:endParaRPr>
          </a:p>
          <a:p>
            <a:pPr>
              <a:lnSpc>
                <a:spcPts val="1425"/>
              </a:lnSpc>
              <a:buNone/>
            </a:pPr>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And delete all associated chunks</a:t>
            </a:r>
            <a:endParaRPr lang="en-US" sz="1200" b="0" dirty="0">
              <a:solidFill>
                <a:srgbClr val="D4D4D4"/>
              </a:solidFill>
              <a:effectLst/>
              <a:latin typeface="Consolas" panose="020B0609020204030204" pitchFamily="49" charset="0"/>
            </a:endParaRPr>
          </a:p>
          <a:p>
            <a:pPr>
              <a:lnSpc>
                <a:spcPts val="1425"/>
              </a:lnSpc>
              <a:buNone/>
            </a:pPr>
            <a:r>
              <a:rPr lang="en-US" sz="1200" b="0" dirty="0" err="1">
                <a:solidFill>
                  <a:srgbClr val="6A9955"/>
                </a:solidFill>
                <a:effectLst/>
                <a:latin typeface="Consolas" panose="020B0609020204030204" pitchFamily="49" charset="0"/>
              </a:rPr>
              <a:t>db.fs.chunks.deleteMany</a:t>
            </a:r>
            <a:r>
              <a:rPr lang="en-US" sz="1200" b="0" dirty="0">
                <a:solidFill>
                  <a:srgbClr val="6A9955"/>
                </a:solidFill>
                <a:effectLst/>
                <a:latin typeface="Consolas" panose="020B0609020204030204" pitchFamily="49" charset="0"/>
              </a:rPr>
              <a:t>({ </a:t>
            </a:r>
            <a:r>
              <a:rPr lang="en-US" sz="1200" b="0" dirty="0" err="1">
                <a:solidFill>
                  <a:srgbClr val="6A9955"/>
                </a:solidFill>
                <a:effectLst/>
                <a:latin typeface="Consolas" panose="020B0609020204030204" pitchFamily="49" charset="0"/>
              </a:rPr>
              <a:t>files_id</a:t>
            </a:r>
            <a:r>
              <a:rPr lang="en-US" sz="1200" b="0" dirty="0">
                <a:solidFill>
                  <a:srgbClr val="6A9955"/>
                </a:solidFill>
                <a:effectLst/>
                <a:latin typeface="Consolas" panose="020B0609020204030204" pitchFamily="49" charset="0"/>
              </a:rPr>
              <a:t>: </a:t>
            </a:r>
            <a:r>
              <a:rPr lang="en-US" sz="1200" b="0" dirty="0" err="1">
                <a:solidFill>
                  <a:srgbClr val="6A9955"/>
                </a:solidFill>
                <a:effectLst/>
                <a:latin typeface="Consolas" panose="020B0609020204030204" pitchFamily="49" charset="0"/>
              </a:rPr>
              <a:t>fileToDelete</a:t>
            </a:r>
            <a:r>
              <a:rPr lang="en-US" sz="1200" b="0" dirty="0">
                <a:solidFill>
                  <a:srgbClr val="6A9955"/>
                </a:solidFill>
                <a:effectLst/>
                <a:latin typeface="Consolas" panose="020B0609020204030204" pitchFamily="49" charset="0"/>
              </a:rPr>
              <a:t>._id })</a:t>
            </a:r>
            <a:endParaRPr lang="en-US" sz="1200" b="0" dirty="0">
              <a:solidFill>
                <a:srgbClr val="D4D4D4"/>
              </a:solidFill>
              <a:effectLst/>
              <a:latin typeface="Consolas" panose="020B0609020204030204" pitchFamily="49" charset="0"/>
            </a:endParaRPr>
          </a:p>
          <a:p>
            <a:pPr>
              <a:lnSpc>
                <a:spcPts val="1425"/>
              </a:lnSpc>
              <a:buNone/>
            </a:pPr>
            <a:r>
              <a:rPr lang="en-US" sz="1200" b="0" dirty="0">
                <a:solidFill>
                  <a:srgbClr val="6A9955"/>
                </a:solidFill>
                <a:effectLst/>
                <a:latin typeface="Consolas" panose="020B0609020204030204" pitchFamily="49" charset="0"/>
              </a:rPr>
              <a:t>*/</a:t>
            </a:r>
            <a:endParaRPr lang="en-US" sz="1200" b="0" dirty="0">
              <a:solidFill>
                <a:srgbClr val="D4D4D4"/>
              </a:solidFill>
              <a:effectLst/>
              <a:latin typeface="Consolas" panose="020B0609020204030204" pitchFamily="49" charset="0"/>
            </a:endParaRPr>
          </a:p>
        </p:txBody>
      </p:sp>
    </p:spTree>
    <p:extLst>
      <p:ext uri="{BB962C8B-B14F-4D97-AF65-F5344CB8AC3E}">
        <p14:creationId xmlns:p14="http://schemas.microsoft.com/office/powerpoint/2010/main" val="15231954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57C93-02CB-83DE-E1F8-98A3723CEC1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DFD7D75-8DB9-22A9-E8CA-318C4315D0C5}"/>
              </a:ext>
            </a:extLst>
          </p:cNvPr>
          <p:cNvSpPr txBox="1"/>
          <p:nvPr/>
        </p:nvSpPr>
        <p:spPr>
          <a:xfrm>
            <a:off x="511791" y="648868"/>
            <a:ext cx="4954136" cy="1722651"/>
          </a:xfrm>
          <a:prstGeom prst="rect">
            <a:avLst/>
          </a:prstGeom>
          <a:noFill/>
        </p:spPr>
        <p:txBody>
          <a:bodyPr wrap="square">
            <a:spAutoFit/>
          </a:bodyPr>
          <a:lstStyle/>
          <a:p>
            <a:pPr>
              <a:lnSpc>
                <a:spcPts val="1425"/>
              </a:lnSpc>
              <a:buNone/>
            </a:pPr>
            <a:r>
              <a:rPr lang="en-US" b="0" dirty="0" err="1">
                <a:solidFill>
                  <a:srgbClr val="D4D4D4"/>
                </a:solidFill>
                <a:effectLst/>
                <a:latin typeface="Consolas" panose="020B0609020204030204" pitchFamily="49" charset="0"/>
              </a:rPr>
              <a:t>Package.json</a:t>
            </a:r>
            <a:br>
              <a:rPr lang="en-US" b="0" dirty="0">
                <a:solidFill>
                  <a:srgbClr val="D4D4D4"/>
                </a:solidFill>
                <a:effectLst/>
                <a:latin typeface="Consolas" panose="020B0609020204030204" pitchFamily="49" charset="0"/>
              </a:rPr>
            </a:br>
            <a:br>
              <a:rPr lang="en-US" b="0" dirty="0">
                <a:solidFill>
                  <a:srgbClr val="D4D4D4"/>
                </a:solidFill>
                <a:effectLst/>
                <a:latin typeface="Consolas" panose="020B0609020204030204" pitchFamily="49" charset="0"/>
              </a:rPr>
            </a:br>
            <a:r>
              <a:rPr lang="en-US" b="0" dirty="0">
                <a:solidFill>
                  <a:srgbClr val="D4D4D4"/>
                </a:solidFill>
                <a:effectLst/>
                <a:latin typeface="Consolas" panose="020B0609020204030204" pitchFamily="49" charset="0"/>
              </a:rPr>
              <a:t>{</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"dependencies"</a:t>
            </a: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    </a:t>
            </a:r>
            <a:r>
              <a:rPr lang="en-US" b="0" dirty="0">
                <a:solidFill>
                  <a:srgbClr val="9CDCFE"/>
                </a:solidFill>
                <a:effectLst/>
                <a:latin typeface="Consolas" panose="020B0609020204030204" pitchFamily="49" charset="0"/>
              </a:rPr>
              <a:t>"</a:t>
            </a:r>
            <a:r>
              <a:rPr lang="en-US" b="0" dirty="0" err="1">
                <a:solidFill>
                  <a:srgbClr val="9CDCFE"/>
                </a:solidFill>
                <a:effectLst/>
                <a:latin typeface="Consolas" panose="020B0609020204030204" pitchFamily="49" charset="0"/>
              </a:rPr>
              <a:t>mongodb</a:t>
            </a:r>
            <a:r>
              <a:rPr lang="en-US" b="0" dirty="0">
                <a:solidFill>
                  <a:srgbClr val="9CDCFE"/>
                </a:solidFill>
                <a:effectLst/>
                <a:latin typeface="Consolas" panose="020B0609020204030204" pitchFamily="49" charset="0"/>
              </a:rPr>
              <a:t>"</a:t>
            </a:r>
            <a:r>
              <a:rPr lang="en-US" b="0" dirty="0">
                <a:solidFill>
                  <a:srgbClr val="D4D4D4"/>
                </a:solidFill>
                <a:effectLst/>
                <a:latin typeface="Consolas" panose="020B0609020204030204" pitchFamily="49" charset="0"/>
              </a:rPr>
              <a:t>: </a:t>
            </a:r>
            <a:r>
              <a:rPr lang="en-US" b="0" dirty="0">
                <a:solidFill>
                  <a:srgbClr val="CE9178"/>
                </a:solidFill>
                <a:effectLst/>
                <a:latin typeface="Consolas" panose="020B0609020204030204" pitchFamily="49" charset="0"/>
              </a:rPr>
              <a:t>"^6.16.0"</a:t>
            </a:r>
            <a:endParaRPr lang="en-US" b="0" dirty="0">
              <a:solidFill>
                <a:srgbClr val="D4D4D4"/>
              </a:solidFill>
              <a:effectLst/>
              <a:latin typeface="Consolas" panose="020B0609020204030204" pitchFamily="49" charset="0"/>
            </a:endParaRPr>
          </a:p>
          <a:p>
            <a:pPr>
              <a:lnSpc>
                <a:spcPts val="1425"/>
              </a:lnSpc>
              <a:buNone/>
            </a:pPr>
            <a:r>
              <a:rPr lang="en-US" b="0" dirty="0">
                <a:solidFill>
                  <a:srgbClr val="D4D4D4"/>
                </a:solidFill>
                <a:effectLst/>
                <a:latin typeface="Consolas" panose="020B0609020204030204" pitchFamily="49" charset="0"/>
              </a:rPr>
              <a:t>  }</a:t>
            </a:r>
          </a:p>
          <a:p>
            <a:pPr>
              <a:lnSpc>
                <a:spcPts val="1425"/>
              </a:lnSpc>
              <a:buNone/>
            </a:pPr>
            <a:r>
              <a:rPr lang="en-US" b="0" dirty="0">
                <a:solidFill>
                  <a:srgbClr val="D4D4D4"/>
                </a:solidFill>
                <a:effectLst/>
                <a:latin typeface="Consolas" panose="020B0609020204030204" pitchFamily="49" charset="0"/>
              </a:rPr>
              <a:t>}</a:t>
            </a:r>
          </a:p>
          <a:p>
            <a:pPr>
              <a:lnSpc>
                <a:spcPts val="1425"/>
              </a:lnSpc>
              <a:buNone/>
            </a:pPr>
            <a:br>
              <a:rPr lang="en-US" b="0" dirty="0">
                <a:solidFill>
                  <a:srgbClr val="D4D4D4"/>
                </a:solidFill>
                <a:effectLst/>
                <a:latin typeface="Consolas" panose="020B0609020204030204" pitchFamily="49" charset="0"/>
              </a:rPr>
            </a:br>
            <a:endParaRPr lang="en-US" b="0" dirty="0">
              <a:solidFill>
                <a:srgbClr val="D4D4D4"/>
              </a:solidFill>
              <a:effectLst/>
              <a:latin typeface="Consolas" panose="020B0609020204030204" pitchFamily="49" charset="0"/>
            </a:endParaRPr>
          </a:p>
        </p:txBody>
      </p:sp>
    </p:spTree>
    <p:extLst>
      <p:ext uri="{BB962C8B-B14F-4D97-AF65-F5344CB8AC3E}">
        <p14:creationId xmlns:p14="http://schemas.microsoft.com/office/powerpoint/2010/main" val="395858857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CB1A1-0DEC-6A82-7852-7AC16BEECE9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529A2ED-95D9-0698-7275-7BFC5282CDD5}"/>
              </a:ext>
            </a:extLst>
          </p:cNvPr>
          <p:cNvSpPr txBox="1"/>
          <p:nvPr/>
        </p:nvSpPr>
        <p:spPr>
          <a:xfrm>
            <a:off x="791570" y="655093"/>
            <a:ext cx="4246675" cy="769441"/>
          </a:xfrm>
          <a:prstGeom prst="rect">
            <a:avLst/>
          </a:prstGeom>
          <a:noFill/>
        </p:spPr>
        <p:txBody>
          <a:bodyPr wrap="none" rtlCol="0">
            <a:spAutoFit/>
          </a:bodyPr>
          <a:lstStyle/>
          <a:p>
            <a:pPr algn="l">
              <a:spcBef>
                <a:spcPts val="1200"/>
              </a:spcBef>
              <a:spcAft>
                <a:spcPts val="1200"/>
              </a:spcAft>
              <a:buNone/>
            </a:pPr>
            <a:r>
              <a:rPr lang="en-US" sz="4400" b="1" i="0" dirty="0">
                <a:solidFill>
                  <a:srgbClr val="FFFF00"/>
                </a:solidFill>
                <a:effectLst/>
                <a:latin typeface="quote-cjk-patch"/>
              </a:rPr>
              <a:t>CRUD Operations</a:t>
            </a:r>
          </a:p>
        </p:txBody>
      </p:sp>
    </p:spTree>
    <p:extLst>
      <p:ext uri="{BB962C8B-B14F-4D97-AF65-F5344CB8AC3E}">
        <p14:creationId xmlns:p14="http://schemas.microsoft.com/office/powerpoint/2010/main" val="313393178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61950-3DA7-C568-07AB-C3FB6F741BC1}"/>
            </a:ext>
          </a:extLst>
        </p:cNvPr>
        <p:cNvGrpSpPr/>
        <p:nvPr/>
      </p:nvGrpSpPr>
      <p:grpSpPr>
        <a:xfrm>
          <a:off x="0" y="0"/>
          <a:ext cx="0" cy="0"/>
          <a:chOff x="0" y="0"/>
          <a:chExt cx="0" cy="0"/>
        </a:xfrm>
      </p:grpSpPr>
    </p:spTree>
    <p:extLst>
      <p:ext uri="{BB962C8B-B14F-4D97-AF65-F5344CB8AC3E}">
        <p14:creationId xmlns:p14="http://schemas.microsoft.com/office/powerpoint/2010/main" val="284807900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B8FA2-6EE9-149C-BAA5-4FFE22C58CCF}"/>
            </a:ext>
          </a:extLst>
        </p:cNvPr>
        <p:cNvGrpSpPr/>
        <p:nvPr/>
      </p:nvGrpSpPr>
      <p:grpSpPr>
        <a:xfrm>
          <a:off x="0" y="0"/>
          <a:ext cx="0" cy="0"/>
          <a:chOff x="0" y="0"/>
          <a:chExt cx="0" cy="0"/>
        </a:xfrm>
      </p:grpSpPr>
    </p:spTree>
    <p:extLst>
      <p:ext uri="{BB962C8B-B14F-4D97-AF65-F5344CB8AC3E}">
        <p14:creationId xmlns:p14="http://schemas.microsoft.com/office/powerpoint/2010/main" val="236670297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697DF-8BB5-DE2D-7CE6-B2DAADF3E5C4}"/>
            </a:ext>
          </a:extLst>
        </p:cNvPr>
        <p:cNvGrpSpPr/>
        <p:nvPr/>
      </p:nvGrpSpPr>
      <p:grpSpPr>
        <a:xfrm>
          <a:off x="0" y="0"/>
          <a:ext cx="0" cy="0"/>
          <a:chOff x="0" y="0"/>
          <a:chExt cx="0" cy="0"/>
        </a:xfrm>
      </p:grpSpPr>
    </p:spTree>
    <p:extLst>
      <p:ext uri="{BB962C8B-B14F-4D97-AF65-F5344CB8AC3E}">
        <p14:creationId xmlns:p14="http://schemas.microsoft.com/office/powerpoint/2010/main" val="244055994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24DFC-0410-FAEF-2FD3-2EFE4E34CF5B}"/>
            </a:ext>
          </a:extLst>
        </p:cNvPr>
        <p:cNvGrpSpPr/>
        <p:nvPr/>
      </p:nvGrpSpPr>
      <p:grpSpPr>
        <a:xfrm>
          <a:off x="0" y="0"/>
          <a:ext cx="0" cy="0"/>
          <a:chOff x="0" y="0"/>
          <a:chExt cx="0" cy="0"/>
        </a:xfrm>
      </p:grpSpPr>
    </p:spTree>
    <p:extLst>
      <p:ext uri="{BB962C8B-B14F-4D97-AF65-F5344CB8AC3E}">
        <p14:creationId xmlns:p14="http://schemas.microsoft.com/office/powerpoint/2010/main" val="47014388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3DD83-FC48-35DC-EE12-F4F024213B44}"/>
            </a:ext>
          </a:extLst>
        </p:cNvPr>
        <p:cNvGrpSpPr/>
        <p:nvPr/>
      </p:nvGrpSpPr>
      <p:grpSpPr>
        <a:xfrm>
          <a:off x="0" y="0"/>
          <a:ext cx="0" cy="0"/>
          <a:chOff x="0" y="0"/>
          <a:chExt cx="0" cy="0"/>
        </a:xfrm>
      </p:grpSpPr>
    </p:spTree>
    <p:extLst>
      <p:ext uri="{BB962C8B-B14F-4D97-AF65-F5344CB8AC3E}">
        <p14:creationId xmlns:p14="http://schemas.microsoft.com/office/powerpoint/2010/main" val="410366206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5D96C-C62F-EB3B-7E8E-E40D8A48B135}"/>
            </a:ext>
          </a:extLst>
        </p:cNvPr>
        <p:cNvGrpSpPr/>
        <p:nvPr/>
      </p:nvGrpSpPr>
      <p:grpSpPr>
        <a:xfrm>
          <a:off x="0" y="0"/>
          <a:ext cx="0" cy="0"/>
          <a:chOff x="0" y="0"/>
          <a:chExt cx="0" cy="0"/>
        </a:xfrm>
      </p:grpSpPr>
    </p:spTree>
    <p:extLst>
      <p:ext uri="{BB962C8B-B14F-4D97-AF65-F5344CB8AC3E}">
        <p14:creationId xmlns:p14="http://schemas.microsoft.com/office/powerpoint/2010/main" val="239315309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7EA5B-5860-8236-5200-570E159930BD}"/>
            </a:ext>
          </a:extLst>
        </p:cNvPr>
        <p:cNvGrpSpPr/>
        <p:nvPr/>
      </p:nvGrpSpPr>
      <p:grpSpPr>
        <a:xfrm>
          <a:off x="0" y="0"/>
          <a:ext cx="0" cy="0"/>
          <a:chOff x="0" y="0"/>
          <a:chExt cx="0" cy="0"/>
        </a:xfrm>
      </p:grpSpPr>
    </p:spTree>
    <p:extLst>
      <p:ext uri="{BB962C8B-B14F-4D97-AF65-F5344CB8AC3E}">
        <p14:creationId xmlns:p14="http://schemas.microsoft.com/office/powerpoint/2010/main" val="207968224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87591-80CB-26EA-34F3-73F841B64F47}"/>
            </a:ext>
          </a:extLst>
        </p:cNvPr>
        <p:cNvGrpSpPr/>
        <p:nvPr/>
      </p:nvGrpSpPr>
      <p:grpSpPr>
        <a:xfrm>
          <a:off x="0" y="0"/>
          <a:ext cx="0" cy="0"/>
          <a:chOff x="0" y="0"/>
          <a:chExt cx="0" cy="0"/>
        </a:xfrm>
      </p:grpSpPr>
    </p:spTree>
    <p:extLst>
      <p:ext uri="{BB962C8B-B14F-4D97-AF65-F5344CB8AC3E}">
        <p14:creationId xmlns:p14="http://schemas.microsoft.com/office/powerpoint/2010/main" val="12919321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29448-9945-8A2D-3E98-C1980A160BE0}"/>
            </a:ext>
          </a:extLst>
        </p:cNvPr>
        <p:cNvGrpSpPr/>
        <p:nvPr/>
      </p:nvGrpSpPr>
      <p:grpSpPr>
        <a:xfrm>
          <a:off x="0" y="0"/>
          <a:ext cx="0" cy="0"/>
          <a:chOff x="0" y="0"/>
          <a:chExt cx="0" cy="0"/>
        </a:xfrm>
      </p:grpSpPr>
    </p:spTree>
    <p:extLst>
      <p:ext uri="{BB962C8B-B14F-4D97-AF65-F5344CB8AC3E}">
        <p14:creationId xmlns:p14="http://schemas.microsoft.com/office/powerpoint/2010/main" val="87078075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925CC-42D1-6EEB-DB87-1B280C3ED41D}"/>
            </a:ext>
          </a:extLst>
        </p:cNvPr>
        <p:cNvGrpSpPr/>
        <p:nvPr/>
      </p:nvGrpSpPr>
      <p:grpSpPr>
        <a:xfrm>
          <a:off x="0" y="0"/>
          <a:ext cx="0" cy="0"/>
          <a:chOff x="0" y="0"/>
          <a:chExt cx="0" cy="0"/>
        </a:xfrm>
      </p:grpSpPr>
    </p:spTree>
    <p:extLst>
      <p:ext uri="{BB962C8B-B14F-4D97-AF65-F5344CB8AC3E}">
        <p14:creationId xmlns:p14="http://schemas.microsoft.com/office/powerpoint/2010/main" val="395488033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830842-FD4D-9C8C-D56A-B4C3542A74B6}"/>
            </a:ext>
          </a:extLst>
        </p:cNvPr>
        <p:cNvGrpSpPr/>
        <p:nvPr/>
      </p:nvGrpSpPr>
      <p:grpSpPr>
        <a:xfrm>
          <a:off x="0" y="0"/>
          <a:ext cx="0" cy="0"/>
          <a:chOff x="0" y="0"/>
          <a:chExt cx="0" cy="0"/>
        </a:xfrm>
      </p:grpSpPr>
    </p:spTree>
    <p:extLst>
      <p:ext uri="{BB962C8B-B14F-4D97-AF65-F5344CB8AC3E}">
        <p14:creationId xmlns:p14="http://schemas.microsoft.com/office/powerpoint/2010/main" val="143523700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1AC70-F469-28D6-0E0E-BA1071CB9FDC}"/>
            </a:ext>
          </a:extLst>
        </p:cNvPr>
        <p:cNvGrpSpPr/>
        <p:nvPr/>
      </p:nvGrpSpPr>
      <p:grpSpPr>
        <a:xfrm>
          <a:off x="0" y="0"/>
          <a:ext cx="0" cy="0"/>
          <a:chOff x="0" y="0"/>
          <a:chExt cx="0" cy="0"/>
        </a:xfrm>
      </p:grpSpPr>
    </p:spTree>
    <p:extLst>
      <p:ext uri="{BB962C8B-B14F-4D97-AF65-F5344CB8AC3E}">
        <p14:creationId xmlns:p14="http://schemas.microsoft.com/office/powerpoint/2010/main" val="243527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06E0F-50CD-3B11-1DFD-FC72990330F6}"/>
            </a:ext>
          </a:extLst>
        </p:cNvPr>
        <p:cNvGrpSpPr/>
        <p:nvPr/>
      </p:nvGrpSpPr>
      <p:grpSpPr>
        <a:xfrm>
          <a:off x="0" y="0"/>
          <a:ext cx="0" cy="0"/>
          <a:chOff x="0" y="0"/>
          <a:chExt cx="0" cy="0"/>
        </a:xfrm>
      </p:grpSpPr>
    </p:spTree>
    <p:extLst>
      <p:ext uri="{BB962C8B-B14F-4D97-AF65-F5344CB8AC3E}">
        <p14:creationId xmlns:p14="http://schemas.microsoft.com/office/powerpoint/2010/main" val="262308476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11B39-F064-775A-9411-E73929C1D279}"/>
            </a:ext>
          </a:extLst>
        </p:cNvPr>
        <p:cNvGrpSpPr/>
        <p:nvPr/>
      </p:nvGrpSpPr>
      <p:grpSpPr>
        <a:xfrm>
          <a:off x="0" y="0"/>
          <a:ext cx="0" cy="0"/>
          <a:chOff x="0" y="0"/>
          <a:chExt cx="0" cy="0"/>
        </a:xfrm>
      </p:grpSpPr>
    </p:spTree>
    <p:extLst>
      <p:ext uri="{BB962C8B-B14F-4D97-AF65-F5344CB8AC3E}">
        <p14:creationId xmlns:p14="http://schemas.microsoft.com/office/powerpoint/2010/main" val="2813603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65BB2-BFB1-CCC2-B55F-CF392C3DE129}"/>
            </a:ext>
          </a:extLst>
        </p:cNvPr>
        <p:cNvGrpSpPr/>
        <p:nvPr/>
      </p:nvGrpSpPr>
      <p:grpSpPr>
        <a:xfrm>
          <a:off x="0" y="0"/>
          <a:ext cx="0" cy="0"/>
          <a:chOff x="0" y="0"/>
          <a:chExt cx="0" cy="0"/>
        </a:xfrm>
      </p:grpSpPr>
    </p:spTree>
    <p:extLst>
      <p:ext uri="{BB962C8B-B14F-4D97-AF65-F5344CB8AC3E}">
        <p14:creationId xmlns:p14="http://schemas.microsoft.com/office/powerpoint/2010/main" val="325485262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3386E9-3127-3EDA-6557-CEF76A86D7F9}"/>
            </a:ext>
          </a:extLst>
        </p:cNvPr>
        <p:cNvGrpSpPr/>
        <p:nvPr/>
      </p:nvGrpSpPr>
      <p:grpSpPr>
        <a:xfrm>
          <a:off x="0" y="0"/>
          <a:ext cx="0" cy="0"/>
          <a:chOff x="0" y="0"/>
          <a:chExt cx="0" cy="0"/>
        </a:xfrm>
      </p:grpSpPr>
    </p:spTree>
    <p:extLst>
      <p:ext uri="{BB962C8B-B14F-4D97-AF65-F5344CB8AC3E}">
        <p14:creationId xmlns:p14="http://schemas.microsoft.com/office/powerpoint/2010/main" val="74151286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B79DE-BA72-F671-6D57-9F372D222487}"/>
            </a:ext>
          </a:extLst>
        </p:cNvPr>
        <p:cNvGrpSpPr/>
        <p:nvPr/>
      </p:nvGrpSpPr>
      <p:grpSpPr>
        <a:xfrm>
          <a:off x="0" y="0"/>
          <a:ext cx="0" cy="0"/>
          <a:chOff x="0" y="0"/>
          <a:chExt cx="0" cy="0"/>
        </a:xfrm>
      </p:grpSpPr>
    </p:spTree>
    <p:extLst>
      <p:ext uri="{BB962C8B-B14F-4D97-AF65-F5344CB8AC3E}">
        <p14:creationId xmlns:p14="http://schemas.microsoft.com/office/powerpoint/2010/main" val="261906123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0C9F7E-9983-7851-B4B5-4B43F29EA470}"/>
            </a:ext>
          </a:extLst>
        </p:cNvPr>
        <p:cNvGrpSpPr/>
        <p:nvPr/>
      </p:nvGrpSpPr>
      <p:grpSpPr>
        <a:xfrm>
          <a:off x="0" y="0"/>
          <a:ext cx="0" cy="0"/>
          <a:chOff x="0" y="0"/>
          <a:chExt cx="0" cy="0"/>
        </a:xfrm>
      </p:grpSpPr>
    </p:spTree>
    <p:extLst>
      <p:ext uri="{BB962C8B-B14F-4D97-AF65-F5344CB8AC3E}">
        <p14:creationId xmlns:p14="http://schemas.microsoft.com/office/powerpoint/2010/main" val="225785881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CCDBD1-6A27-5F93-91B3-91C2B7F6AC20}"/>
            </a:ext>
          </a:extLst>
        </p:cNvPr>
        <p:cNvGrpSpPr/>
        <p:nvPr/>
      </p:nvGrpSpPr>
      <p:grpSpPr>
        <a:xfrm>
          <a:off x="0" y="0"/>
          <a:ext cx="0" cy="0"/>
          <a:chOff x="0" y="0"/>
          <a:chExt cx="0" cy="0"/>
        </a:xfrm>
      </p:grpSpPr>
    </p:spTree>
    <p:extLst>
      <p:ext uri="{BB962C8B-B14F-4D97-AF65-F5344CB8AC3E}">
        <p14:creationId xmlns:p14="http://schemas.microsoft.com/office/powerpoint/2010/main" val="155104960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7AA9C-661F-B1F3-C775-9B8565CE5B90}"/>
            </a:ext>
          </a:extLst>
        </p:cNvPr>
        <p:cNvGrpSpPr/>
        <p:nvPr/>
      </p:nvGrpSpPr>
      <p:grpSpPr>
        <a:xfrm>
          <a:off x="0" y="0"/>
          <a:ext cx="0" cy="0"/>
          <a:chOff x="0" y="0"/>
          <a:chExt cx="0" cy="0"/>
        </a:xfrm>
      </p:grpSpPr>
    </p:spTree>
    <p:extLst>
      <p:ext uri="{BB962C8B-B14F-4D97-AF65-F5344CB8AC3E}">
        <p14:creationId xmlns:p14="http://schemas.microsoft.com/office/powerpoint/2010/main" val="307132792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CA5E3-BD05-87C9-6C1C-F7FAAF33BE18}"/>
            </a:ext>
          </a:extLst>
        </p:cNvPr>
        <p:cNvGrpSpPr/>
        <p:nvPr/>
      </p:nvGrpSpPr>
      <p:grpSpPr>
        <a:xfrm>
          <a:off x="0" y="0"/>
          <a:ext cx="0" cy="0"/>
          <a:chOff x="0" y="0"/>
          <a:chExt cx="0" cy="0"/>
        </a:xfrm>
      </p:grpSpPr>
    </p:spTree>
    <p:extLst>
      <p:ext uri="{BB962C8B-B14F-4D97-AF65-F5344CB8AC3E}">
        <p14:creationId xmlns:p14="http://schemas.microsoft.com/office/powerpoint/2010/main" val="15704524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769677-3E7F-9607-7299-044FAC57B403}"/>
            </a:ext>
          </a:extLst>
        </p:cNvPr>
        <p:cNvGrpSpPr/>
        <p:nvPr/>
      </p:nvGrpSpPr>
      <p:grpSpPr>
        <a:xfrm>
          <a:off x="0" y="0"/>
          <a:ext cx="0" cy="0"/>
          <a:chOff x="0" y="0"/>
          <a:chExt cx="0" cy="0"/>
        </a:xfrm>
      </p:grpSpPr>
    </p:spTree>
    <p:extLst>
      <p:ext uri="{BB962C8B-B14F-4D97-AF65-F5344CB8AC3E}">
        <p14:creationId xmlns:p14="http://schemas.microsoft.com/office/powerpoint/2010/main" val="108842440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AF79C-90CB-21CE-4937-EB56E77B59F5}"/>
            </a:ext>
          </a:extLst>
        </p:cNvPr>
        <p:cNvGrpSpPr/>
        <p:nvPr/>
      </p:nvGrpSpPr>
      <p:grpSpPr>
        <a:xfrm>
          <a:off x="0" y="0"/>
          <a:ext cx="0" cy="0"/>
          <a:chOff x="0" y="0"/>
          <a:chExt cx="0" cy="0"/>
        </a:xfrm>
      </p:grpSpPr>
    </p:spTree>
    <p:extLst>
      <p:ext uri="{BB962C8B-B14F-4D97-AF65-F5344CB8AC3E}">
        <p14:creationId xmlns:p14="http://schemas.microsoft.com/office/powerpoint/2010/main" val="397757512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DF3B4-10A3-F97C-DE8D-A21ED2B1B493}"/>
            </a:ext>
          </a:extLst>
        </p:cNvPr>
        <p:cNvGrpSpPr/>
        <p:nvPr/>
      </p:nvGrpSpPr>
      <p:grpSpPr>
        <a:xfrm>
          <a:off x="0" y="0"/>
          <a:ext cx="0" cy="0"/>
          <a:chOff x="0" y="0"/>
          <a:chExt cx="0" cy="0"/>
        </a:xfrm>
      </p:grpSpPr>
    </p:spTree>
    <p:extLst>
      <p:ext uri="{BB962C8B-B14F-4D97-AF65-F5344CB8AC3E}">
        <p14:creationId xmlns:p14="http://schemas.microsoft.com/office/powerpoint/2010/main" val="186251777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2B5A51-AA7F-ECAF-41AE-666585F46A71}"/>
            </a:ext>
          </a:extLst>
        </p:cNvPr>
        <p:cNvGrpSpPr/>
        <p:nvPr/>
      </p:nvGrpSpPr>
      <p:grpSpPr>
        <a:xfrm>
          <a:off x="0" y="0"/>
          <a:ext cx="0" cy="0"/>
          <a:chOff x="0" y="0"/>
          <a:chExt cx="0" cy="0"/>
        </a:xfrm>
      </p:grpSpPr>
    </p:spTree>
    <p:extLst>
      <p:ext uri="{BB962C8B-B14F-4D97-AF65-F5344CB8AC3E}">
        <p14:creationId xmlns:p14="http://schemas.microsoft.com/office/powerpoint/2010/main" val="201991277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408AB-3FEA-D9E8-2260-D0EB5D4029D6}"/>
            </a:ext>
          </a:extLst>
        </p:cNvPr>
        <p:cNvGrpSpPr/>
        <p:nvPr/>
      </p:nvGrpSpPr>
      <p:grpSpPr>
        <a:xfrm>
          <a:off x="0" y="0"/>
          <a:ext cx="0" cy="0"/>
          <a:chOff x="0" y="0"/>
          <a:chExt cx="0" cy="0"/>
        </a:xfrm>
      </p:grpSpPr>
    </p:spTree>
    <p:extLst>
      <p:ext uri="{BB962C8B-B14F-4D97-AF65-F5344CB8AC3E}">
        <p14:creationId xmlns:p14="http://schemas.microsoft.com/office/powerpoint/2010/main" val="167762487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D11B9-028C-5DD4-A32D-5F68742A9264}"/>
            </a:ext>
          </a:extLst>
        </p:cNvPr>
        <p:cNvGrpSpPr/>
        <p:nvPr/>
      </p:nvGrpSpPr>
      <p:grpSpPr>
        <a:xfrm>
          <a:off x="0" y="0"/>
          <a:ext cx="0" cy="0"/>
          <a:chOff x="0" y="0"/>
          <a:chExt cx="0" cy="0"/>
        </a:xfrm>
      </p:grpSpPr>
    </p:spTree>
    <p:extLst>
      <p:ext uri="{BB962C8B-B14F-4D97-AF65-F5344CB8AC3E}">
        <p14:creationId xmlns:p14="http://schemas.microsoft.com/office/powerpoint/2010/main" val="299668196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433DC-6598-AE34-6561-657045E651C2}"/>
            </a:ext>
          </a:extLst>
        </p:cNvPr>
        <p:cNvGrpSpPr/>
        <p:nvPr/>
      </p:nvGrpSpPr>
      <p:grpSpPr>
        <a:xfrm>
          <a:off x="0" y="0"/>
          <a:ext cx="0" cy="0"/>
          <a:chOff x="0" y="0"/>
          <a:chExt cx="0" cy="0"/>
        </a:xfrm>
      </p:grpSpPr>
    </p:spTree>
    <p:extLst>
      <p:ext uri="{BB962C8B-B14F-4D97-AF65-F5344CB8AC3E}">
        <p14:creationId xmlns:p14="http://schemas.microsoft.com/office/powerpoint/2010/main" val="290607602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A9814-5741-BF68-57BD-61191B08B0D3}"/>
            </a:ext>
          </a:extLst>
        </p:cNvPr>
        <p:cNvGrpSpPr/>
        <p:nvPr/>
      </p:nvGrpSpPr>
      <p:grpSpPr>
        <a:xfrm>
          <a:off x="0" y="0"/>
          <a:ext cx="0" cy="0"/>
          <a:chOff x="0" y="0"/>
          <a:chExt cx="0" cy="0"/>
        </a:xfrm>
      </p:grpSpPr>
    </p:spTree>
    <p:extLst>
      <p:ext uri="{BB962C8B-B14F-4D97-AF65-F5344CB8AC3E}">
        <p14:creationId xmlns:p14="http://schemas.microsoft.com/office/powerpoint/2010/main" val="402645298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B12D9-7743-8E75-BF87-F74CE415798D}"/>
            </a:ext>
          </a:extLst>
        </p:cNvPr>
        <p:cNvGrpSpPr/>
        <p:nvPr/>
      </p:nvGrpSpPr>
      <p:grpSpPr>
        <a:xfrm>
          <a:off x="0" y="0"/>
          <a:ext cx="0" cy="0"/>
          <a:chOff x="0" y="0"/>
          <a:chExt cx="0" cy="0"/>
        </a:xfrm>
      </p:grpSpPr>
    </p:spTree>
    <p:extLst>
      <p:ext uri="{BB962C8B-B14F-4D97-AF65-F5344CB8AC3E}">
        <p14:creationId xmlns:p14="http://schemas.microsoft.com/office/powerpoint/2010/main" val="231747306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BC3C42-195E-1AA6-666E-9DDDDC7291C4}"/>
            </a:ext>
          </a:extLst>
        </p:cNvPr>
        <p:cNvGrpSpPr/>
        <p:nvPr/>
      </p:nvGrpSpPr>
      <p:grpSpPr>
        <a:xfrm>
          <a:off x="0" y="0"/>
          <a:ext cx="0" cy="0"/>
          <a:chOff x="0" y="0"/>
          <a:chExt cx="0" cy="0"/>
        </a:xfrm>
      </p:grpSpPr>
    </p:spTree>
    <p:extLst>
      <p:ext uri="{BB962C8B-B14F-4D97-AF65-F5344CB8AC3E}">
        <p14:creationId xmlns:p14="http://schemas.microsoft.com/office/powerpoint/2010/main" val="52014673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DCFC9-20DE-11FF-066F-212F321A7C1B}"/>
            </a:ext>
          </a:extLst>
        </p:cNvPr>
        <p:cNvGrpSpPr/>
        <p:nvPr/>
      </p:nvGrpSpPr>
      <p:grpSpPr>
        <a:xfrm>
          <a:off x="0" y="0"/>
          <a:ext cx="0" cy="0"/>
          <a:chOff x="0" y="0"/>
          <a:chExt cx="0" cy="0"/>
        </a:xfrm>
      </p:grpSpPr>
    </p:spTree>
    <p:extLst>
      <p:ext uri="{BB962C8B-B14F-4D97-AF65-F5344CB8AC3E}">
        <p14:creationId xmlns:p14="http://schemas.microsoft.com/office/powerpoint/2010/main" val="75376541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3B9AB-DD08-57A9-3937-3178F40B8ABB}"/>
            </a:ext>
          </a:extLst>
        </p:cNvPr>
        <p:cNvGrpSpPr/>
        <p:nvPr/>
      </p:nvGrpSpPr>
      <p:grpSpPr>
        <a:xfrm>
          <a:off x="0" y="0"/>
          <a:ext cx="0" cy="0"/>
          <a:chOff x="0" y="0"/>
          <a:chExt cx="0" cy="0"/>
        </a:xfrm>
      </p:grpSpPr>
    </p:spTree>
    <p:extLst>
      <p:ext uri="{BB962C8B-B14F-4D97-AF65-F5344CB8AC3E}">
        <p14:creationId xmlns:p14="http://schemas.microsoft.com/office/powerpoint/2010/main" val="408203408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31B59-6FFA-DE4E-A87E-7C2F448F358F}"/>
            </a:ext>
          </a:extLst>
        </p:cNvPr>
        <p:cNvGrpSpPr/>
        <p:nvPr/>
      </p:nvGrpSpPr>
      <p:grpSpPr>
        <a:xfrm>
          <a:off x="0" y="0"/>
          <a:ext cx="0" cy="0"/>
          <a:chOff x="0" y="0"/>
          <a:chExt cx="0" cy="0"/>
        </a:xfrm>
      </p:grpSpPr>
    </p:spTree>
    <p:extLst>
      <p:ext uri="{BB962C8B-B14F-4D97-AF65-F5344CB8AC3E}">
        <p14:creationId xmlns:p14="http://schemas.microsoft.com/office/powerpoint/2010/main" val="158938158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A4660-17B1-E4B5-CE8C-A6BA4F033429}"/>
            </a:ext>
          </a:extLst>
        </p:cNvPr>
        <p:cNvGrpSpPr/>
        <p:nvPr/>
      </p:nvGrpSpPr>
      <p:grpSpPr>
        <a:xfrm>
          <a:off x="0" y="0"/>
          <a:ext cx="0" cy="0"/>
          <a:chOff x="0" y="0"/>
          <a:chExt cx="0" cy="0"/>
        </a:xfrm>
      </p:grpSpPr>
    </p:spTree>
    <p:extLst>
      <p:ext uri="{BB962C8B-B14F-4D97-AF65-F5344CB8AC3E}">
        <p14:creationId xmlns:p14="http://schemas.microsoft.com/office/powerpoint/2010/main" val="203084530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0D92DC-5F54-1150-3E2B-D0217D6B462B}"/>
            </a:ext>
          </a:extLst>
        </p:cNvPr>
        <p:cNvGrpSpPr/>
        <p:nvPr/>
      </p:nvGrpSpPr>
      <p:grpSpPr>
        <a:xfrm>
          <a:off x="0" y="0"/>
          <a:ext cx="0" cy="0"/>
          <a:chOff x="0" y="0"/>
          <a:chExt cx="0" cy="0"/>
        </a:xfrm>
      </p:grpSpPr>
    </p:spTree>
    <p:extLst>
      <p:ext uri="{BB962C8B-B14F-4D97-AF65-F5344CB8AC3E}">
        <p14:creationId xmlns:p14="http://schemas.microsoft.com/office/powerpoint/2010/main" val="93941756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69C64-8DDE-13EF-04ED-E030FEAF9144}"/>
            </a:ext>
          </a:extLst>
        </p:cNvPr>
        <p:cNvGrpSpPr/>
        <p:nvPr/>
      </p:nvGrpSpPr>
      <p:grpSpPr>
        <a:xfrm>
          <a:off x="0" y="0"/>
          <a:ext cx="0" cy="0"/>
          <a:chOff x="0" y="0"/>
          <a:chExt cx="0" cy="0"/>
        </a:xfrm>
      </p:grpSpPr>
    </p:spTree>
    <p:extLst>
      <p:ext uri="{BB962C8B-B14F-4D97-AF65-F5344CB8AC3E}">
        <p14:creationId xmlns:p14="http://schemas.microsoft.com/office/powerpoint/2010/main" val="51964938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08D3A-A235-1877-D051-FCC3A9ADADB6}"/>
            </a:ext>
          </a:extLst>
        </p:cNvPr>
        <p:cNvGrpSpPr/>
        <p:nvPr/>
      </p:nvGrpSpPr>
      <p:grpSpPr>
        <a:xfrm>
          <a:off x="0" y="0"/>
          <a:ext cx="0" cy="0"/>
          <a:chOff x="0" y="0"/>
          <a:chExt cx="0" cy="0"/>
        </a:xfrm>
      </p:grpSpPr>
    </p:spTree>
    <p:extLst>
      <p:ext uri="{BB962C8B-B14F-4D97-AF65-F5344CB8AC3E}">
        <p14:creationId xmlns:p14="http://schemas.microsoft.com/office/powerpoint/2010/main" val="189763429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26905-7CCD-FCB2-1A7E-E8BB36BCA071}"/>
            </a:ext>
          </a:extLst>
        </p:cNvPr>
        <p:cNvGrpSpPr/>
        <p:nvPr/>
      </p:nvGrpSpPr>
      <p:grpSpPr>
        <a:xfrm>
          <a:off x="0" y="0"/>
          <a:ext cx="0" cy="0"/>
          <a:chOff x="0" y="0"/>
          <a:chExt cx="0" cy="0"/>
        </a:xfrm>
      </p:grpSpPr>
    </p:spTree>
    <p:extLst>
      <p:ext uri="{BB962C8B-B14F-4D97-AF65-F5344CB8AC3E}">
        <p14:creationId xmlns:p14="http://schemas.microsoft.com/office/powerpoint/2010/main" val="165425737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6F266-AAFE-19DB-00DC-19E75491FCA9}"/>
            </a:ext>
          </a:extLst>
        </p:cNvPr>
        <p:cNvGrpSpPr/>
        <p:nvPr/>
      </p:nvGrpSpPr>
      <p:grpSpPr>
        <a:xfrm>
          <a:off x="0" y="0"/>
          <a:ext cx="0" cy="0"/>
          <a:chOff x="0" y="0"/>
          <a:chExt cx="0" cy="0"/>
        </a:xfrm>
      </p:grpSpPr>
    </p:spTree>
    <p:extLst>
      <p:ext uri="{BB962C8B-B14F-4D97-AF65-F5344CB8AC3E}">
        <p14:creationId xmlns:p14="http://schemas.microsoft.com/office/powerpoint/2010/main" val="793219724"/>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D1BF-A172-3FF0-903F-2AD081E8C22D}"/>
            </a:ext>
          </a:extLst>
        </p:cNvPr>
        <p:cNvGrpSpPr/>
        <p:nvPr/>
      </p:nvGrpSpPr>
      <p:grpSpPr>
        <a:xfrm>
          <a:off x="0" y="0"/>
          <a:ext cx="0" cy="0"/>
          <a:chOff x="0" y="0"/>
          <a:chExt cx="0" cy="0"/>
        </a:xfrm>
      </p:grpSpPr>
    </p:spTree>
    <p:extLst>
      <p:ext uri="{BB962C8B-B14F-4D97-AF65-F5344CB8AC3E}">
        <p14:creationId xmlns:p14="http://schemas.microsoft.com/office/powerpoint/2010/main" val="34540371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70E42-E71B-A766-657B-A4466062A4CE}"/>
            </a:ext>
          </a:extLst>
        </p:cNvPr>
        <p:cNvGrpSpPr/>
        <p:nvPr/>
      </p:nvGrpSpPr>
      <p:grpSpPr>
        <a:xfrm>
          <a:off x="0" y="0"/>
          <a:ext cx="0" cy="0"/>
          <a:chOff x="0" y="0"/>
          <a:chExt cx="0" cy="0"/>
        </a:xfrm>
      </p:grpSpPr>
    </p:spTree>
    <p:extLst>
      <p:ext uri="{BB962C8B-B14F-4D97-AF65-F5344CB8AC3E}">
        <p14:creationId xmlns:p14="http://schemas.microsoft.com/office/powerpoint/2010/main" val="101582018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E7962-935A-C6CA-3B98-1DCA176402AB}"/>
            </a:ext>
          </a:extLst>
        </p:cNvPr>
        <p:cNvGrpSpPr/>
        <p:nvPr/>
      </p:nvGrpSpPr>
      <p:grpSpPr>
        <a:xfrm>
          <a:off x="0" y="0"/>
          <a:ext cx="0" cy="0"/>
          <a:chOff x="0" y="0"/>
          <a:chExt cx="0" cy="0"/>
        </a:xfrm>
      </p:grpSpPr>
    </p:spTree>
    <p:extLst>
      <p:ext uri="{BB962C8B-B14F-4D97-AF65-F5344CB8AC3E}">
        <p14:creationId xmlns:p14="http://schemas.microsoft.com/office/powerpoint/2010/main" val="181481836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C3D3E-7A80-5937-D445-0BC611F6D275}"/>
            </a:ext>
          </a:extLst>
        </p:cNvPr>
        <p:cNvGrpSpPr/>
        <p:nvPr/>
      </p:nvGrpSpPr>
      <p:grpSpPr>
        <a:xfrm>
          <a:off x="0" y="0"/>
          <a:ext cx="0" cy="0"/>
          <a:chOff x="0" y="0"/>
          <a:chExt cx="0" cy="0"/>
        </a:xfrm>
      </p:grpSpPr>
    </p:spTree>
    <p:extLst>
      <p:ext uri="{BB962C8B-B14F-4D97-AF65-F5344CB8AC3E}">
        <p14:creationId xmlns:p14="http://schemas.microsoft.com/office/powerpoint/2010/main" val="235905273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39288-3934-3EE8-8DA0-8B55FB44D752}"/>
            </a:ext>
          </a:extLst>
        </p:cNvPr>
        <p:cNvGrpSpPr/>
        <p:nvPr/>
      </p:nvGrpSpPr>
      <p:grpSpPr>
        <a:xfrm>
          <a:off x="0" y="0"/>
          <a:ext cx="0" cy="0"/>
          <a:chOff x="0" y="0"/>
          <a:chExt cx="0" cy="0"/>
        </a:xfrm>
      </p:grpSpPr>
    </p:spTree>
    <p:extLst>
      <p:ext uri="{BB962C8B-B14F-4D97-AF65-F5344CB8AC3E}">
        <p14:creationId xmlns:p14="http://schemas.microsoft.com/office/powerpoint/2010/main" val="2903561146"/>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44358-7458-9EBA-410C-00B1A20E7B47}"/>
            </a:ext>
          </a:extLst>
        </p:cNvPr>
        <p:cNvGrpSpPr/>
        <p:nvPr/>
      </p:nvGrpSpPr>
      <p:grpSpPr>
        <a:xfrm>
          <a:off x="0" y="0"/>
          <a:ext cx="0" cy="0"/>
          <a:chOff x="0" y="0"/>
          <a:chExt cx="0" cy="0"/>
        </a:xfrm>
      </p:grpSpPr>
    </p:spTree>
    <p:extLst>
      <p:ext uri="{BB962C8B-B14F-4D97-AF65-F5344CB8AC3E}">
        <p14:creationId xmlns:p14="http://schemas.microsoft.com/office/powerpoint/2010/main" val="188276075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474C8-E1F0-54A0-7DB7-A4F186252A1E}"/>
            </a:ext>
          </a:extLst>
        </p:cNvPr>
        <p:cNvGrpSpPr/>
        <p:nvPr/>
      </p:nvGrpSpPr>
      <p:grpSpPr>
        <a:xfrm>
          <a:off x="0" y="0"/>
          <a:ext cx="0" cy="0"/>
          <a:chOff x="0" y="0"/>
          <a:chExt cx="0" cy="0"/>
        </a:xfrm>
      </p:grpSpPr>
    </p:spTree>
    <p:extLst>
      <p:ext uri="{BB962C8B-B14F-4D97-AF65-F5344CB8AC3E}">
        <p14:creationId xmlns:p14="http://schemas.microsoft.com/office/powerpoint/2010/main" val="222741363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8BA5F-0737-1C9E-B34A-C8D0C6CC18C7}"/>
            </a:ext>
          </a:extLst>
        </p:cNvPr>
        <p:cNvGrpSpPr/>
        <p:nvPr/>
      </p:nvGrpSpPr>
      <p:grpSpPr>
        <a:xfrm>
          <a:off x="0" y="0"/>
          <a:ext cx="0" cy="0"/>
          <a:chOff x="0" y="0"/>
          <a:chExt cx="0" cy="0"/>
        </a:xfrm>
      </p:grpSpPr>
    </p:spTree>
    <p:extLst>
      <p:ext uri="{BB962C8B-B14F-4D97-AF65-F5344CB8AC3E}">
        <p14:creationId xmlns:p14="http://schemas.microsoft.com/office/powerpoint/2010/main" val="753626091"/>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CD7587-E788-2173-9FCE-ABF5926BAC41}"/>
            </a:ext>
          </a:extLst>
        </p:cNvPr>
        <p:cNvGrpSpPr/>
        <p:nvPr/>
      </p:nvGrpSpPr>
      <p:grpSpPr>
        <a:xfrm>
          <a:off x="0" y="0"/>
          <a:ext cx="0" cy="0"/>
          <a:chOff x="0" y="0"/>
          <a:chExt cx="0" cy="0"/>
        </a:xfrm>
      </p:grpSpPr>
    </p:spTree>
    <p:extLst>
      <p:ext uri="{BB962C8B-B14F-4D97-AF65-F5344CB8AC3E}">
        <p14:creationId xmlns:p14="http://schemas.microsoft.com/office/powerpoint/2010/main" val="172866015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C10DC-3F44-09D6-0EF4-E117C7AFB14D}"/>
            </a:ext>
          </a:extLst>
        </p:cNvPr>
        <p:cNvGrpSpPr/>
        <p:nvPr/>
      </p:nvGrpSpPr>
      <p:grpSpPr>
        <a:xfrm>
          <a:off x="0" y="0"/>
          <a:ext cx="0" cy="0"/>
          <a:chOff x="0" y="0"/>
          <a:chExt cx="0" cy="0"/>
        </a:xfrm>
      </p:grpSpPr>
    </p:spTree>
    <p:extLst>
      <p:ext uri="{BB962C8B-B14F-4D97-AF65-F5344CB8AC3E}">
        <p14:creationId xmlns:p14="http://schemas.microsoft.com/office/powerpoint/2010/main" val="200822331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9AB0F-A5F4-4582-FC01-5E689CFFF87F}"/>
            </a:ext>
          </a:extLst>
        </p:cNvPr>
        <p:cNvGrpSpPr/>
        <p:nvPr/>
      </p:nvGrpSpPr>
      <p:grpSpPr>
        <a:xfrm>
          <a:off x="0" y="0"/>
          <a:ext cx="0" cy="0"/>
          <a:chOff x="0" y="0"/>
          <a:chExt cx="0" cy="0"/>
        </a:xfrm>
      </p:grpSpPr>
    </p:spTree>
    <p:extLst>
      <p:ext uri="{BB962C8B-B14F-4D97-AF65-F5344CB8AC3E}">
        <p14:creationId xmlns:p14="http://schemas.microsoft.com/office/powerpoint/2010/main" val="252998718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084FF4-E87B-CEE7-4340-4A8CF2BFB654}"/>
            </a:ext>
          </a:extLst>
        </p:cNvPr>
        <p:cNvGrpSpPr/>
        <p:nvPr/>
      </p:nvGrpSpPr>
      <p:grpSpPr>
        <a:xfrm>
          <a:off x="0" y="0"/>
          <a:ext cx="0" cy="0"/>
          <a:chOff x="0" y="0"/>
          <a:chExt cx="0" cy="0"/>
        </a:xfrm>
      </p:grpSpPr>
    </p:spTree>
    <p:extLst>
      <p:ext uri="{BB962C8B-B14F-4D97-AF65-F5344CB8AC3E}">
        <p14:creationId xmlns:p14="http://schemas.microsoft.com/office/powerpoint/2010/main" val="1191273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430E2-575B-DE05-1E7C-0285A3ECC8D1}"/>
            </a:ext>
          </a:extLst>
        </p:cNvPr>
        <p:cNvGrpSpPr/>
        <p:nvPr/>
      </p:nvGrpSpPr>
      <p:grpSpPr>
        <a:xfrm>
          <a:off x="0" y="0"/>
          <a:ext cx="0" cy="0"/>
          <a:chOff x="0" y="0"/>
          <a:chExt cx="0" cy="0"/>
        </a:xfrm>
      </p:grpSpPr>
    </p:spTree>
    <p:extLst>
      <p:ext uri="{BB962C8B-B14F-4D97-AF65-F5344CB8AC3E}">
        <p14:creationId xmlns:p14="http://schemas.microsoft.com/office/powerpoint/2010/main" val="202037317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C7C7E-2D31-F5DA-2FCC-908AF031C200}"/>
            </a:ext>
          </a:extLst>
        </p:cNvPr>
        <p:cNvGrpSpPr/>
        <p:nvPr/>
      </p:nvGrpSpPr>
      <p:grpSpPr>
        <a:xfrm>
          <a:off x="0" y="0"/>
          <a:ext cx="0" cy="0"/>
          <a:chOff x="0" y="0"/>
          <a:chExt cx="0" cy="0"/>
        </a:xfrm>
      </p:grpSpPr>
    </p:spTree>
    <p:extLst>
      <p:ext uri="{BB962C8B-B14F-4D97-AF65-F5344CB8AC3E}">
        <p14:creationId xmlns:p14="http://schemas.microsoft.com/office/powerpoint/2010/main" val="404909895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DCCDD-1A76-AF1A-CCB5-9A78AF6F8424}"/>
            </a:ext>
          </a:extLst>
        </p:cNvPr>
        <p:cNvGrpSpPr/>
        <p:nvPr/>
      </p:nvGrpSpPr>
      <p:grpSpPr>
        <a:xfrm>
          <a:off x="0" y="0"/>
          <a:ext cx="0" cy="0"/>
          <a:chOff x="0" y="0"/>
          <a:chExt cx="0" cy="0"/>
        </a:xfrm>
      </p:grpSpPr>
    </p:spTree>
    <p:extLst>
      <p:ext uri="{BB962C8B-B14F-4D97-AF65-F5344CB8AC3E}">
        <p14:creationId xmlns:p14="http://schemas.microsoft.com/office/powerpoint/2010/main" val="3909892506"/>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D685A-5937-3C52-2F3B-74955B1FF06D}"/>
            </a:ext>
          </a:extLst>
        </p:cNvPr>
        <p:cNvGrpSpPr/>
        <p:nvPr/>
      </p:nvGrpSpPr>
      <p:grpSpPr>
        <a:xfrm>
          <a:off x="0" y="0"/>
          <a:ext cx="0" cy="0"/>
          <a:chOff x="0" y="0"/>
          <a:chExt cx="0" cy="0"/>
        </a:xfrm>
      </p:grpSpPr>
    </p:spTree>
    <p:extLst>
      <p:ext uri="{BB962C8B-B14F-4D97-AF65-F5344CB8AC3E}">
        <p14:creationId xmlns:p14="http://schemas.microsoft.com/office/powerpoint/2010/main" val="294505623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09A74E-5113-4DFD-160C-4238D2609F56}"/>
            </a:ext>
          </a:extLst>
        </p:cNvPr>
        <p:cNvGrpSpPr/>
        <p:nvPr/>
      </p:nvGrpSpPr>
      <p:grpSpPr>
        <a:xfrm>
          <a:off x="0" y="0"/>
          <a:ext cx="0" cy="0"/>
          <a:chOff x="0" y="0"/>
          <a:chExt cx="0" cy="0"/>
        </a:xfrm>
      </p:grpSpPr>
    </p:spTree>
    <p:extLst>
      <p:ext uri="{BB962C8B-B14F-4D97-AF65-F5344CB8AC3E}">
        <p14:creationId xmlns:p14="http://schemas.microsoft.com/office/powerpoint/2010/main" val="96886103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71383-6B34-E468-1316-F7BB6A02D075}"/>
            </a:ext>
          </a:extLst>
        </p:cNvPr>
        <p:cNvGrpSpPr/>
        <p:nvPr/>
      </p:nvGrpSpPr>
      <p:grpSpPr>
        <a:xfrm>
          <a:off x="0" y="0"/>
          <a:ext cx="0" cy="0"/>
          <a:chOff x="0" y="0"/>
          <a:chExt cx="0" cy="0"/>
        </a:xfrm>
      </p:grpSpPr>
    </p:spTree>
    <p:extLst>
      <p:ext uri="{BB962C8B-B14F-4D97-AF65-F5344CB8AC3E}">
        <p14:creationId xmlns:p14="http://schemas.microsoft.com/office/powerpoint/2010/main" val="1210075722"/>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2D463-FC14-8CA8-6D2C-26A46C3531EB}"/>
            </a:ext>
          </a:extLst>
        </p:cNvPr>
        <p:cNvGrpSpPr/>
        <p:nvPr/>
      </p:nvGrpSpPr>
      <p:grpSpPr>
        <a:xfrm>
          <a:off x="0" y="0"/>
          <a:ext cx="0" cy="0"/>
          <a:chOff x="0" y="0"/>
          <a:chExt cx="0" cy="0"/>
        </a:xfrm>
      </p:grpSpPr>
    </p:spTree>
    <p:extLst>
      <p:ext uri="{BB962C8B-B14F-4D97-AF65-F5344CB8AC3E}">
        <p14:creationId xmlns:p14="http://schemas.microsoft.com/office/powerpoint/2010/main" val="392684734"/>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045A3-7F9A-3D1E-9952-CB829B42141B}"/>
            </a:ext>
          </a:extLst>
        </p:cNvPr>
        <p:cNvGrpSpPr/>
        <p:nvPr/>
      </p:nvGrpSpPr>
      <p:grpSpPr>
        <a:xfrm>
          <a:off x="0" y="0"/>
          <a:ext cx="0" cy="0"/>
          <a:chOff x="0" y="0"/>
          <a:chExt cx="0" cy="0"/>
        </a:xfrm>
      </p:grpSpPr>
    </p:spTree>
    <p:extLst>
      <p:ext uri="{BB962C8B-B14F-4D97-AF65-F5344CB8AC3E}">
        <p14:creationId xmlns:p14="http://schemas.microsoft.com/office/powerpoint/2010/main" val="197770600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BD669-6DBE-F77D-D40F-7C6D96C5C19D}"/>
            </a:ext>
          </a:extLst>
        </p:cNvPr>
        <p:cNvGrpSpPr/>
        <p:nvPr/>
      </p:nvGrpSpPr>
      <p:grpSpPr>
        <a:xfrm>
          <a:off x="0" y="0"/>
          <a:ext cx="0" cy="0"/>
          <a:chOff x="0" y="0"/>
          <a:chExt cx="0" cy="0"/>
        </a:xfrm>
      </p:grpSpPr>
    </p:spTree>
    <p:extLst>
      <p:ext uri="{BB962C8B-B14F-4D97-AF65-F5344CB8AC3E}">
        <p14:creationId xmlns:p14="http://schemas.microsoft.com/office/powerpoint/2010/main" val="173671968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E25A9-6E07-F074-80C0-B8D1E6741BC1}"/>
            </a:ext>
          </a:extLst>
        </p:cNvPr>
        <p:cNvGrpSpPr/>
        <p:nvPr/>
      </p:nvGrpSpPr>
      <p:grpSpPr>
        <a:xfrm>
          <a:off x="0" y="0"/>
          <a:ext cx="0" cy="0"/>
          <a:chOff x="0" y="0"/>
          <a:chExt cx="0" cy="0"/>
        </a:xfrm>
      </p:grpSpPr>
    </p:spTree>
    <p:extLst>
      <p:ext uri="{BB962C8B-B14F-4D97-AF65-F5344CB8AC3E}">
        <p14:creationId xmlns:p14="http://schemas.microsoft.com/office/powerpoint/2010/main" val="3873212897"/>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965A7-8CF5-3E06-19C9-4886680E1B18}"/>
            </a:ext>
          </a:extLst>
        </p:cNvPr>
        <p:cNvGrpSpPr/>
        <p:nvPr/>
      </p:nvGrpSpPr>
      <p:grpSpPr>
        <a:xfrm>
          <a:off x="0" y="0"/>
          <a:ext cx="0" cy="0"/>
          <a:chOff x="0" y="0"/>
          <a:chExt cx="0" cy="0"/>
        </a:xfrm>
      </p:grpSpPr>
    </p:spTree>
    <p:extLst>
      <p:ext uri="{BB962C8B-B14F-4D97-AF65-F5344CB8AC3E}">
        <p14:creationId xmlns:p14="http://schemas.microsoft.com/office/powerpoint/2010/main" val="231316656"/>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85E8E8-9926-55CC-14D3-10A08BDEC077}"/>
            </a:ext>
          </a:extLst>
        </p:cNvPr>
        <p:cNvGrpSpPr/>
        <p:nvPr/>
      </p:nvGrpSpPr>
      <p:grpSpPr>
        <a:xfrm>
          <a:off x="0" y="0"/>
          <a:ext cx="0" cy="0"/>
          <a:chOff x="0" y="0"/>
          <a:chExt cx="0" cy="0"/>
        </a:xfrm>
      </p:grpSpPr>
    </p:spTree>
    <p:extLst>
      <p:ext uri="{BB962C8B-B14F-4D97-AF65-F5344CB8AC3E}">
        <p14:creationId xmlns:p14="http://schemas.microsoft.com/office/powerpoint/2010/main" val="155795131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38A96-9E7C-76A2-3967-042D834D1CF9}"/>
            </a:ext>
          </a:extLst>
        </p:cNvPr>
        <p:cNvGrpSpPr/>
        <p:nvPr/>
      </p:nvGrpSpPr>
      <p:grpSpPr>
        <a:xfrm>
          <a:off x="0" y="0"/>
          <a:ext cx="0" cy="0"/>
          <a:chOff x="0" y="0"/>
          <a:chExt cx="0" cy="0"/>
        </a:xfrm>
      </p:grpSpPr>
    </p:spTree>
    <p:extLst>
      <p:ext uri="{BB962C8B-B14F-4D97-AF65-F5344CB8AC3E}">
        <p14:creationId xmlns:p14="http://schemas.microsoft.com/office/powerpoint/2010/main" val="4030887478"/>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5AA9C-307F-F804-9057-56F9D987339A}"/>
            </a:ext>
          </a:extLst>
        </p:cNvPr>
        <p:cNvGrpSpPr/>
        <p:nvPr/>
      </p:nvGrpSpPr>
      <p:grpSpPr>
        <a:xfrm>
          <a:off x="0" y="0"/>
          <a:ext cx="0" cy="0"/>
          <a:chOff x="0" y="0"/>
          <a:chExt cx="0" cy="0"/>
        </a:xfrm>
      </p:grpSpPr>
    </p:spTree>
    <p:extLst>
      <p:ext uri="{BB962C8B-B14F-4D97-AF65-F5344CB8AC3E}">
        <p14:creationId xmlns:p14="http://schemas.microsoft.com/office/powerpoint/2010/main" val="31166264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txDef>
      <a:spPr>
        <a:noFill/>
      </a:spPr>
      <a:bodyPr wrap="square">
        <a:spAutoFit/>
      </a:bodyPr>
      <a:lstStyle>
        <a:defPPr algn="l">
          <a:spcBef>
            <a:spcPts val="1200"/>
          </a:spcBef>
          <a:spcAft>
            <a:spcPts val="1200"/>
          </a:spcAft>
          <a:buNone/>
          <a:defRPr b="1" i="0" dirty="0">
            <a:solidFill>
              <a:srgbClr val="FFFF00"/>
            </a:solidFill>
            <a:effectLst/>
            <a:latin typeface="quote-cjk-patch"/>
          </a:defRPr>
        </a:defPPr>
      </a:lstStyle>
    </a:tx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1110</TotalTime>
  <Words>9071</Words>
  <Application>Microsoft Office PowerPoint</Application>
  <PresentationFormat>A4 Paper (210x297 mm)</PresentationFormat>
  <Paragraphs>1480</Paragraphs>
  <Slides>135</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135</vt:i4>
      </vt:variant>
    </vt:vector>
  </HeadingPairs>
  <TitlesOfParts>
    <vt:vector size="142" baseType="lpstr">
      <vt:lpstr>Aptos</vt:lpstr>
      <vt:lpstr>Aptos Display</vt:lpstr>
      <vt:lpstr>Arial</vt:lpstr>
      <vt:lpstr>Consolas</vt:lpstr>
      <vt:lpstr>Menlo</vt:lpstr>
      <vt:lpstr>quote-cjk-patch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umalavanya7@gmail.com</dc:creator>
  <cp:lastModifiedBy>umalavanya7@gmail.com</cp:lastModifiedBy>
  <cp:revision>92</cp:revision>
  <dcterms:created xsi:type="dcterms:W3CDTF">2026-02-06T21:19:28Z</dcterms:created>
  <dcterms:modified xsi:type="dcterms:W3CDTF">2026-02-28T17:31:01Z</dcterms:modified>
</cp:coreProperties>
</file>