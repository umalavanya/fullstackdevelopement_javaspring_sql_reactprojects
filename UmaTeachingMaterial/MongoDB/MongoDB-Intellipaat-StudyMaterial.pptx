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31" autoAdjust="0"/>
    <p:restoredTop sz="94660"/>
  </p:normalViewPr>
  <p:slideViewPr>
    <p:cSldViewPr snapToGrid="0">
      <p:cViewPr varScale="1">
        <p:scale>
          <a:sx n="56" d="100"/>
          <a:sy n="56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C80F3-E36C-708E-F210-9952BDD43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98645" cy="1577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CE7EC6-3D00-41DE-C84D-CAAB5A16D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14" y="2874349"/>
            <a:ext cx="2819644" cy="2857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60FB92-DCDA-BF04-57E1-FF73FB569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829" y="44355"/>
            <a:ext cx="6515665" cy="693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DFA314-7087-F3FE-556A-9EB2265DA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829" y="727599"/>
            <a:ext cx="6058425" cy="5944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6B9F6E-A32C-50A8-6F34-0D2B18A52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6588" y="1311775"/>
            <a:ext cx="6073666" cy="6172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4D7508-DEAD-C475-A573-6C2A355665AA}"/>
              </a:ext>
            </a:extLst>
          </p:cNvPr>
          <p:cNvSpPr txBox="1"/>
          <p:nvPr/>
        </p:nvSpPr>
        <p:spPr>
          <a:xfrm>
            <a:off x="2702256" y="2157218"/>
            <a:ext cx="2845459" cy="923330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db.collection.insert</a:t>
            </a:r>
            <a:r>
              <a:rPr lang="en-US" dirty="0"/>
              <a:t>()</a:t>
            </a:r>
          </a:p>
          <a:p>
            <a:r>
              <a:rPr lang="en-US" dirty="0" err="1"/>
              <a:t>db.collection.find</a:t>
            </a:r>
            <a:r>
              <a:rPr lang="en-US" dirty="0"/>
              <a:t>().pretty()</a:t>
            </a:r>
          </a:p>
          <a:p>
            <a:r>
              <a:rPr lang="en-US" dirty="0" err="1"/>
              <a:t>db.collection.insertMany</a:t>
            </a:r>
            <a:r>
              <a:rPr lang="en-US" dirty="0"/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85164F-38A5-538F-B5F9-31CA95B78770}"/>
              </a:ext>
            </a:extLst>
          </p:cNvPr>
          <p:cNvSpPr txBox="1"/>
          <p:nvPr/>
        </p:nvSpPr>
        <p:spPr>
          <a:xfrm>
            <a:off x="3302758" y="3478873"/>
            <a:ext cx="4954136" cy="646331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db.collection.find</a:t>
            </a:r>
            <a:r>
              <a:rPr lang="en-US" dirty="0"/>
              <a:t>()</a:t>
            </a:r>
          </a:p>
          <a:p>
            <a:r>
              <a:rPr lang="en-US" dirty="0" err="1"/>
              <a:t>db.collection.find</a:t>
            </a:r>
            <a:r>
              <a:rPr lang="en-US" dirty="0"/>
              <a:t>().limit(2)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CD68A-9D85-FC02-3254-CB3985CD3052}"/>
              </a:ext>
            </a:extLst>
          </p:cNvPr>
          <p:cNvSpPr txBox="1"/>
          <p:nvPr/>
        </p:nvSpPr>
        <p:spPr>
          <a:xfrm>
            <a:off x="3302758" y="4435225"/>
            <a:ext cx="4954136" cy="923330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db.collection.updateOne</a:t>
            </a:r>
            <a:r>
              <a:rPr lang="en-US" dirty="0"/>
              <a:t>()</a:t>
            </a:r>
          </a:p>
          <a:p>
            <a:r>
              <a:rPr lang="en-US" dirty="0" err="1"/>
              <a:t>db.collection.updateMany</a:t>
            </a:r>
            <a:r>
              <a:rPr lang="en-US" dirty="0"/>
              <a:t>()</a:t>
            </a:r>
          </a:p>
          <a:p>
            <a:r>
              <a:rPr lang="en-US" dirty="0" err="1"/>
              <a:t>db.collection.replaceOne</a:t>
            </a:r>
            <a:r>
              <a:rPr lang="en-US" dirty="0"/>
              <a:t>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B851F9-887B-8749-04D6-20124C447264}"/>
              </a:ext>
            </a:extLst>
          </p:cNvPr>
          <p:cNvSpPr txBox="1"/>
          <p:nvPr/>
        </p:nvSpPr>
        <p:spPr>
          <a:xfrm>
            <a:off x="2299648" y="5702479"/>
            <a:ext cx="4954136" cy="369332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db.collection.deleteOne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9C83A6-0872-896E-88BF-51DDF3ED8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1" y="147715"/>
            <a:ext cx="3657917" cy="502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CCEC4B-30A6-0633-E7A9-8EE9E7C60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81" y="760271"/>
            <a:ext cx="3261643" cy="533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59191-FE3B-07D9-D534-E7A619BCE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80" y="1293717"/>
            <a:ext cx="754445" cy="2354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09221-22E2-7856-A253-AA4B22272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793" y="1293717"/>
            <a:ext cx="1646063" cy="26215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5B5F2C-2C22-7F94-08B8-31FF31FAF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356" y="3915224"/>
            <a:ext cx="2583404" cy="6782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06E2B8-F22A-17A0-C524-D19AD44A61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70" y="4593463"/>
            <a:ext cx="3886537" cy="670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B9461F-495E-A477-EC3D-82C264423D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6066" y="147715"/>
            <a:ext cx="4515359" cy="32886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3148F3-83AA-D115-BB43-547D2AEBED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205" y="3929274"/>
            <a:ext cx="4625741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6ABA6-45CA-2A78-566F-FC779893518F}"/>
              </a:ext>
            </a:extLst>
          </p:cNvPr>
          <p:cNvSpPr txBox="1"/>
          <p:nvPr/>
        </p:nvSpPr>
        <p:spPr>
          <a:xfrm>
            <a:off x="625033" y="254643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936AC-CADA-165B-7075-B3B47F52B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975"/>
            <a:ext cx="5799323" cy="1082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F01AD5-D558-46AB-1BEB-B0AE7B2E8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55" y="1724890"/>
            <a:ext cx="2888230" cy="701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3FD59F-DF54-B923-C210-E2065C631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55" y="2586526"/>
            <a:ext cx="5227773" cy="358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4E902F-E511-C1C6-3134-9ACB16E5A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34" y="3105232"/>
            <a:ext cx="1341236" cy="12345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98B294-1941-F1B4-4FBA-7E61E5655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20" y="2993961"/>
            <a:ext cx="3764606" cy="3124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0DC7DE-1E17-E81B-D3D8-5CA35A006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3269" y="3400537"/>
            <a:ext cx="2446232" cy="6858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8185E3-6A7F-A6C2-E8A1-90CFE87E5C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8220" y="4116204"/>
            <a:ext cx="3764606" cy="3734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FFB32F-B7E6-23E0-FF6B-A2E3FF0301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3269" y="4549232"/>
            <a:ext cx="1615580" cy="17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10CFF-F09A-EAE3-2744-38D2CF22142A}"/>
              </a:ext>
            </a:extLst>
          </p:cNvPr>
          <p:cNvSpPr txBox="1"/>
          <p:nvPr/>
        </p:nvSpPr>
        <p:spPr>
          <a:xfrm>
            <a:off x="430305" y="322729"/>
            <a:ext cx="1806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Types of indexes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8E8C9B-2C5F-8E6F-46CC-E8747A4B0281}"/>
              </a:ext>
            </a:extLst>
          </p:cNvPr>
          <p:cNvSpPr/>
          <p:nvPr/>
        </p:nvSpPr>
        <p:spPr>
          <a:xfrm>
            <a:off x="430304" y="932329"/>
            <a:ext cx="3263155" cy="2496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Single field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Compound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Multi key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Geospatial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Text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Hashed Indexes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</TotalTime>
  <Words>79</Words>
  <Application>Microsoft Office PowerPoint</Application>
  <PresentationFormat>A4 Paper (210x297 mm)</PresentationFormat>
  <Paragraphs>17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53</cp:revision>
  <dcterms:created xsi:type="dcterms:W3CDTF">2026-02-06T21:19:28Z</dcterms:created>
  <dcterms:modified xsi:type="dcterms:W3CDTF">2026-02-22T19:45:21Z</dcterms:modified>
</cp:coreProperties>
</file>